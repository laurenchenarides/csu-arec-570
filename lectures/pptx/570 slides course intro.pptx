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674" r:id="rId3"/>
    <p:sldId id="675" r:id="rId4"/>
    <p:sldId id="676" r:id="rId5"/>
    <p:sldId id="679" r:id="rId6"/>
    <p:sldId id="677" r:id="rId7"/>
    <p:sldId id="678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A6982D-C3A4-4DEC-8CC1-6489CACD882A}" v="147" dt="2026-08-25T14:21:31.954"/>
  </p1510:revLst>
</p1510:revInfo>
</file>

<file path=ppt/tableStyles.xml><?xml version="1.0" encoding="utf-8"?>
<a:tblStyleLst xmlns:a="http://schemas.openxmlformats.org/drawingml/2006/main" def="{C3914263-E9C5-46C8-9AAA-96102F47AFED}">
  <a:tblStyle styleId="{C3914263-E9C5-46C8-9AAA-96102F47AF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56"/>
    <p:restoredTop sz="81741"/>
  </p:normalViewPr>
  <p:slideViewPr>
    <p:cSldViewPr snapToGrid="0">
      <p:cViewPr varScale="1">
        <p:scale>
          <a:sx n="80" d="100"/>
          <a:sy n="80" d="100"/>
        </p:scale>
        <p:origin x="1168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en Chenarides" userId="adbf3f91-28ff-415d-924b-37ef86f41ea6" providerId="ADAL" clId="{91C6A867-4822-4C05-B79B-B921162A7D31}"/>
    <pc:docChg chg="addSld delSld modSld sldOrd">
      <pc:chgData name="Lauren Chenarides" userId="adbf3f91-28ff-415d-924b-37ef86f41ea6" providerId="ADAL" clId="{91C6A867-4822-4C05-B79B-B921162A7D31}" dt="2026-08-14T18:32:24.462" v="122"/>
      <pc:docMkLst>
        <pc:docMk/>
      </pc:docMkLst>
    </pc:docChg>
  </pc:docChgLst>
  <pc:docChgLst>
    <pc:chgData name="Amanda Countryman" userId="0be1c61d-c610-49a2-ae7e-a4e60bd07712" providerId="ADAL" clId="{00873937-8841-4394-9081-668AB0E0F950}"/>
    <pc:docChg chg="custSel addSld delSld modSld">
      <pc:chgData name="Amanda Countryman" userId="0be1c61d-c610-49a2-ae7e-a4e60bd07712" providerId="ADAL" clId="{00873937-8841-4394-9081-668AB0E0F950}" dt="2026-08-25T14:21:31.954" v="333" actId="255"/>
      <pc:docMkLst>
        <pc:docMk/>
      </pc:docMkLst>
      <pc:sldChg chg="delSp mod">
        <pc:chgData name="Amanda Countryman" userId="0be1c61d-c610-49a2-ae7e-a4e60bd07712" providerId="ADAL" clId="{00873937-8841-4394-9081-668AB0E0F950}" dt="2026-08-25T02:11:11.298" v="57" actId="478"/>
        <pc:sldMkLst>
          <pc:docMk/>
          <pc:sldMk cId="0" sldId="256"/>
        </pc:sldMkLst>
        <pc:spChg chg="del">
          <ac:chgData name="Amanda Countryman" userId="0be1c61d-c610-49a2-ae7e-a4e60bd07712" providerId="ADAL" clId="{00873937-8841-4394-9081-668AB0E0F950}" dt="2026-08-25T02:11:11.298" v="57" actId="478"/>
          <ac:spMkLst>
            <pc:docMk/>
            <pc:sldMk cId="0" sldId="256"/>
            <ac:spMk id="55" creationId="{00000000-0000-0000-0000-000000000000}"/>
          </ac:spMkLst>
        </pc:spChg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57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58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59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60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61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62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63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64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65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66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67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68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69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70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71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72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73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74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76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77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78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79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80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82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83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84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85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86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87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88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89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90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91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92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93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94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95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96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97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98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299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00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01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02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03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04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05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09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10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13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14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15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16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17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31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32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33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34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35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36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37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38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39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40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41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42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43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44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45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46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0" sldId="34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4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4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5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5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5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5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5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5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5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5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5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5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6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6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6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6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6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6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6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6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6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6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7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7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7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7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7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7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7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7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7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7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8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8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8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8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8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8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8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8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8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8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9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9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9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9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9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9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9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9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9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39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0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0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0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0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0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0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0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0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0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0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1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1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1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1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1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1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1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1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1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1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2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2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2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2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2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2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2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2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2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2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3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3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3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3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3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3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3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3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3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3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4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4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4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4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4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4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4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4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4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4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5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5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5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5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5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5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5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5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5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6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6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6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6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6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6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6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6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6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6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7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7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7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7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7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7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7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7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7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7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8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8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8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8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8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8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8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8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8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8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9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9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9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9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9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9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9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9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9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49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0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0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0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0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0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0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0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0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0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0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1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1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1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1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1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1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1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1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1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2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2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2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2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2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2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2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2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2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2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3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3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3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3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3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3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3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3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3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3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4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4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4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4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4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4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4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4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4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4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5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5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5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5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5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5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5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5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5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5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6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6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6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6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6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6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6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6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6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6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7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7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7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7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7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7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7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7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7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7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8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8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8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8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8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8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8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8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8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8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9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9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9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9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9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9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9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9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9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59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60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60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60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60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60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60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60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60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60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60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61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61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61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61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61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61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61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61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61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61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62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62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0" sldId="62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2406920554" sldId="62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1461415041" sldId="62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3456568805" sldId="62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2974497477" sldId="62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3220196752" sldId="62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4290813059" sldId="62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3979346413" sldId="62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3005082278" sldId="63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1331653884" sldId="63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3018907001" sldId="632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3294043409" sldId="634"/>
        </pc:sldMkLst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3591963411" sldId="63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4147910204" sldId="63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4086080035" sldId="63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541951211" sldId="64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3554610212" sldId="64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84309754" sldId="64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4132345226" sldId="64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4231278966" sldId="64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1725424007" sldId="64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2345553980" sldId="64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2803429261" sldId="64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3017040870" sldId="64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831580178" sldId="64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822023103" sldId="65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2325916051" sldId="65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1099178025" sldId="65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547711769" sldId="65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1879296121" sldId="65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846787941" sldId="65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2007472656" sldId="65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3791664624" sldId="65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910570828" sldId="65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1203829888" sldId="65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3016396798" sldId="66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529741311" sldId="66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1496512939" sldId="66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3311294054" sldId="663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1370277252" sldId="664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1472161643" sldId="665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981778250" sldId="666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3393674583" sldId="667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3445159686" sldId="668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1178867473" sldId="669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3637227542" sldId="671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2901803682" sldId="672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2892761762" sldId="673"/>
        </pc:sldMkLst>
      </pc:sldChg>
      <pc:sldChg chg="modSp mod modAnim">
        <pc:chgData name="Amanda Countryman" userId="0be1c61d-c610-49a2-ae7e-a4e60bd07712" providerId="ADAL" clId="{00873937-8841-4394-9081-668AB0E0F950}" dt="2026-08-25T14:21:31.954" v="333" actId="255"/>
        <pc:sldMkLst>
          <pc:docMk/>
          <pc:sldMk cId="2905375063" sldId="674"/>
        </pc:sldMkLst>
        <pc:spChg chg="mod">
          <ac:chgData name="Amanda Countryman" userId="0be1c61d-c610-49a2-ae7e-a4e60bd07712" providerId="ADAL" clId="{00873937-8841-4394-9081-668AB0E0F950}" dt="2026-08-25T14:21:31.954" v="333" actId="255"/>
          <ac:spMkLst>
            <pc:docMk/>
            <pc:sldMk cId="2905375063" sldId="674"/>
            <ac:spMk id="4" creationId="{C68153C6-3214-66FF-47E2-C35096F7F9D9}"/>
          </ac:spMkLst>
        </pc:spChg>
      </pc:sldChg>
      <pc:sldChg chg="modSp mod">
        <pc:chgData name="Amanda Countryman" userId="0be1c61d-c610-49a2-ae7e-a4e60bd07712" providerId="ADAL" clId="{00873937-8841-4394-9081-668AB0E0F950}" dt="2026-08-25T13:46:03.270" v="187" actId="20577"/>
        <pc:sldMkLst>
          <pc:docMk/>
          <pc:sldMk cId="1867379302" sldId="675"/>
        </pc:sldMkLst>
        <pc:spChg chg="mod">
          <ac:chgData name="Amanda Countryman" userId="0be1c61d-c610-49a2-ae7e-a4e60bd07712" providerId="ADAL" clId="{00873937-8841-4394-9081-668AB0E0F950}" dt="2026-08-25T13:46:03.270" v="187" actId="20577"/>
          <ac:spMkLst>
            <pc:docMk/>
            <pc:sldMk cId="1867379302" sldId="675"/>
            <ac:spMk id="3" creationId="{DD4A7325-BFFA-CAA6-E79F-B25D7EBA8803}"/>
          </ac:spMkLst>
        </pc:spChg>
      </pc:sldChg>
      <pc:sldChg chg="modSp mod modAnim">
        <pc:chgData name="Amanda Countryman" userId="0be1c61d-c610-49a2-ae7e-a4e60bd07712" providerId="ADAL" clId="{00873937-8841-4394-9081-668AB0E0F950}" dt="2026-08-25T13:48:27.750" v="197" actId="20577"/>
        <pc:sldMkLst>
          <pc:docMk/>
          <pc:sldMk cId="1964728646" sldId="678"/>
        </pc:sldMkLst>
        <pc:spChg chg="mod">
          <ac:chgData name="Amanda Countryman" userId="0be1c61d-c610-49a2-ae7e-a4e60bd07712" providerId="ADAL" clId="{00873937-8841-4394-9081-668AB0E0F950}" dt="2026-08-25T02:02:55.353" v="56" actId="20577"/>
          <ac:spMkLst>
            <pc:docMk/>
            <pc:sldMk cId="1964728646" sldId="678"/>
            <ac:spMk id="2" creationId="{9A34E8F2-4ECD-FC0C-DFC0-EE9FEF928703}"/>
          </ac:spMkLst>
        </pc:spChg>
        <pc:spChg chg="mod">
          <ac:chgData name="Amanda Countryman" userId="0be1c61d-c610-49a2-ae7e-a4e60bd07712" providerId="ADAL" clId="{00873937-8841-4394-9081-668AB0E0F950}" dt="2026-08-25T13:48:27.750" v="197" actId="20577"/>
          <ac:spMkLst>
            <pc:docMk/>
            <pc:sldMk cId="1964728646" sldId="678"/>
            <ac:spMk id="3" creationId="{ADBA97CC-C1EA-926A-C591-B3E4CE40B9B0}"/>
          </ac:spMkLst>
        </pc:spChg>
      </pc:sldChg>
      <pc:sldChg chg="modSp new mod">
        <pc:chgData name="Amanda Countryman" userId="0be1c61d-c610-49a2-ae7e-a4e60bd07712" providerId="ADAL" clId="{00873937-8841-4394-9081-668AB0E0F950}" dt="2026-08-25T02:12:59.969" v="109" actId="255"/>
        <pc:sldMkLst>
          <pc:docMk/>
          <pc:sldMk cId="1240823185" sldId="679"/>
        </pc:sldMkLst>
        <pc:spChg chg="mod">
          <ac:chgData name="Amanda Countryman" userId="0be1c61d-c610-49a2-ae7e-a4e60bd07712" providerId="ADAL" clId="{00873937-8841-4394-9081-668AB0E0F950}" dt="2026-08-25T02:12:16.143" v="76" actId="20577"/>
          <ac:spMkLst>
            <pc:docMk/>
            <pc:sldMk cId="1240823185" sldId="679"/>
            <ac:spMk id="2" creationId="{FA8ACE8B-6920-2C76-F79B-856A3B9E52AD}"/>
          </ac:spMkLst>
        </pc:spChg>
        <pc:spChg chg="mod">
          <ac:chgData name="Amanda Countryman" userId="0be1c61d-c610-49a2-ae7e-a4e60bd07712" providerId="ADAL" clId="{00873937-8841-4394-9081-668AB0E0F950}" dt="2026-08-25T02:12:59.969" v="109" actId="255"/>
          <ac:spMkLst>
            <pc:docMk/>
            <pc:sldMk cId="1240823185" sldId="679"/>
            <ac:spMk id="3" creationId="{4F3ABEE2-45BB-DA1D-E847-71643EB7D9EF}"/>
          </ac:spMkLst>
        </pc:spChg>
      </pc:sldChg>
      <pc:sldChg chg="del">
        <pc:chgData name="Amanda Countryman" userId="0be1c61d-c610-49a2-ae7e-a4e60bd07712" providerId="ADAL" clId="{00873937-8841-4394-9081-668AB0E0F950}" dt="2026-08-25T02:11:22.186" v="58" actId="47"/>
        <pc:sldMkLst>
          <pc:docMk/>
          <pc:sldMk cId="3209933386" sldId="680"/>
        </pc:sldMkLst>
      </pc:sldChg>
      <pc:sldChg chg="del">
        <pc:chgData name="Amanda Countryman" userId="0be1c61d-c610-49a2-ae7e-a4e60bd07712" providerId="ADAL" clId="{00873937-8841-4394-9081-668AB0E0F950}" dt="2026-08-25T01:49:56.922" v="0" actId="47"/>
        <pc:sldMkLst>
          <pc:docMk/>
          <pc:sldMk cId="189957461" sldId="681"/>
        </pc:sldMkLst>
      </pc:sldChg>
      <pc:sldMasterChg chg="delSldLayout">
        <pc:chgData name="Amanda Countryman" userId="0be1c61d-c610-49a2-ae7e-a4e60bd07712" providerId="ADAL" clId="{00873937-8841-4394-9081-668AB0E0F950}" dt="2026-08-25T02:11:22.186" v="58" actId="47"/>
        <pc:sldMasterMkLst>
          <pc:docMk/>
          <pc:sldMasterMk cId="0" sldId="2147483659"/>
        </pc:sldMasterMkLst>
        <pc:sldLayoutChg chg="del">
          <pc:chgData name="Amanda Countryman" userId="0be1c61d-c610-49a2-ae7e-a4e60bd07712" providerId="ADAL" clId="{00873937-8841-4394-9081-668AB0E0F950}" dt="2026-08-25T02:11:22.186" v="58" actId="47"/>
          <pc:sldLayoutMkLst>
            <pc:docMk/>
            <pc:sldMasterMk cId="0" sldId="2147483659"/>
            <pc:sldLayoutMk cId="0" sldId="2147483649"/>
          </pc:sldLayoutMkLst>
        </pc:sldLayoutChg>
        <pc:sldLayoutChg chg="del">
          <pc:chgData name="Amanda Countryman" userId="0be1c61d-c610-49a2-ae7e-a4e60bd07712" providerId="ADAL" clId="{00873937-8841-4394-9081-668AB0E0F950}" dt="2026-08-25T01:49:56.922" v="0" actId="47"/>
          <pc:sldLayoutMkLst>
            <pc:docMk/>
            <pc:sldMasterMk cId="0" sldId="2147483659"/>
            <pc:sldLayoutMk cId="0" sldId="2147483651"/>
          </pc:sldLayoutMkLst>
        </pc:sldLayoutChg>
        <pc:sldLayoutChg chg="del">
          <pc:chgData name="Amanda Countryman" userId="0be1c61d-c610-49a2-ae7e-a4e60bd07712" providerId="ADAL" clId="{00873937-8841-4394-9081-668AB0E0F950}" dt="2026-08-25T01:49:56.922" v="0" actId="47"/>
          <pc:sldLayoutMkLst>
            <pc:docMk/>
            <pc:sldMasterMk cId="0" sldId="2147483659"/>
            <pc:sldLayoutMk cId="0" sldId="2147483652"/>
          </pc:sldLayoutMkLst>
        </pc:sldLayoutChg>
        <pc:sldLayoutChg chg="del">
          <pc:chgData name="Amanda Countryman" userId="0be1c61d-c610-49a2-ae7e-a4e60bd07712" providerId="ADAL" clId="{00873937-8841-4394-9081-668AB0E0F950}" dt="2026-08-25T01:49:56.922" v="0" actId="47"/>
          <pc:sldLayoutMkLst>
            <pc:docMk/>
            <pc:sldMasterMk cId="0" sldId="2147483659"/>
            <pc:sldLayoutMk cId="0" sldId="2147483654"/>
          </pc:sldLayoutMkLst>
        </pc:sldLayoutChg>
        <pc:sldLayoutChg chg="del">
          <pc:chgData name="Amanda Countryman" userId="0be1c61d-c610-49a2-ae7e-a4e60bd07712" providerId="ADAL" clId="{00873937-8841-4394-9081-668AB0E0F950}" dt="2026-08-25T02:11:22.186" v="58" actId="47"/>
          <pc:sldLayoutMkLst>
            <pc:docMk/>
            <pc:sldMasterMk cId="0" sldId="2147483659"/>
            <pc:sldLayoutMk cId="0" sldId="214748365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e8fa69a01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e8fa69a01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5" r:id="rId4"/>
    <p:sldLayoutId id="2147483656" r:id="rId5"/>
    <p:sldLayoutId id="2147483657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AREC 570 Slides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5F3D97-6B86-773A-6C3E-96BE38452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8153C6-3214-66FF-47E2-C35096F7F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Who am I and why do I teach this course</a:t>
            </a:r>
          </a:p>
          <a:p>
            <a:pPr>
              <a:lnSpc>
                <a:spcPct val="100000"/>
              </a:lnSpc>
            </a:pP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dirty="0"/>
              <a:t>Who are you? </a:t>
            </a:r>
          </a:p>
          <a:p>
            <a:pPr marL="596900" lvl="1" indent="0">
              <a:lnSpc>
                <a:spcPct val="100000"/>
              </a:lnSpc>
              <a:buNone/>
            </a:pPr>
            <a:r>
              <a:rPr lang="en-US" sz="1800" dirty="0"/>
              <a:t>Name, year, hometown, research interest, other interests?</a:t>
            </a:r>
          </a:p>
          <a:p>
            <a:pPr marL="596900" lvl="1" indent="0">
              <a:lnSpc>
                <a:spcPct val="100000"/>
              </a:lnSpc>
              <a:buNone/>
            </a:pPr>
            <a:endParaRPr lang="en-US" sz="1800" dirty="0"/>
          </a:p>
          <a:p>
            <a:pPr>
              <a:lnSpc>
                <a:spcPct val="100000"/>
              </a:lnSpc>
            </a:pPr>
            <a:r>
              <a:rPr lang="en-US" sz="2400" dirty="0"/>
              <a:t>What do you hope to get out of this class?</a:t>
            </a:r>
          </a:p>
          <a:p>
            <a:pPr lvl="1">
              <a:lnSpc>
                <a:spcPct val="10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05375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BF144-47FA-5453-5D44-4B4F268A5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A7325-BFFA-CAA6-E79F-B25D7EBA8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b="1" dirty="0"/>
              <a:t>Goals</a:t>
            </a:r>
            <a:r>
              <a:rPr lang="en-US" dirty="0"/>
              <a:t>: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dirty="0"/>
              <a:t>Understand foundations of research in economics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dirty="0"/>
              <a:t>Plan, perform, and evaluate research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dirty="0"/>
              <a:t>Develop your own research paper</a:t>
            </a:r>
          </a:p>
          <a:p>
            <a:pPr marL="11430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b="1" dirty="0"/>
              <a:t>Course components</a:t>
            </a:r>
            <a:r>
              <a:rPr lang="en-US" dirty="0"/>
              <a:t>: engagement, proposal, short writing</a:t>
            </a:r>
          </a:p>
          <a:p>
            <a:pPr marL="11430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b="1" dirty="0"/>
              <a:t>Expectations</a:t>
            </a:r>
            <a:r>
              <a:rPr lang="en-US" dirty="0"/>
              <a:t>: reading, reflection, discussion, provide and incorporate feedback</a:t>
            </a:r>
          </a:p>
          <a:p>
            <a:pPr marL="114300" indent="0">
              <a:lnSpc>
                <a:spcPct val="100000"/>
              </a:lnSpc>
              <a:spcAft>
                <a:spcPts val="1200"/>
              </a:spcAft>
              <a:buNone/>
            </a:pPr>
            <a:endParaRPr lang="en-US" dirty="0"/>
          </a:p>
          <a:p>
            <a:pPr marL="11430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dirty="0"/>
              <a:t>Please read and participate! If needed, we’ll create additional accountability mechanisms.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379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FCF29-D94E-1758-60FB-25B2E7175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6570C-85BF-83D9-06D1-E90AB2FE1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course?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ED3390-6443-407C-D010-34A18C554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dirty="0"/>
              <a:t>Research = how we </a:t>
            </a:r>
            <a:r>
              <a:rPr lang="en-US" b="1" dirty="0"/>
              <a:t>create knowledge</a:t>
            </a:r>
            <a:r>
              <a:rPr lang="en-US" dirty="0"/>
              <a:t>, not just consume it</a:t>
            </a:r>
          </a:p>
          <a:p>
            <a:pPr marL="11430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dirty="0"/>
              <a:t>Methodology helps us: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dirty="0"/>
              <a:t>Ask better questions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dirty="0"/>
              <a:t>Evaluate others’ work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dirty="0"/>
              <a:t>Communicate our own contributions</a:t>
            </a:r>
          </a:p>
        </p:txBody>
      </p:sp>
    </p:spTree>
    <p:extLst>
      <p:ext uri="{BB962C8B-B14F-4D97-AF65-F5344CB8AC3E}">
        <p14:creationId xmlns:p14="http://schemas.microsoft.com/office/powerpoint/2010/main" val="920164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ACE8B-6920-2C76-F79B-856A3B9E5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3ABEE2-45BB-DA1D-E847-71643EB7D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Guidelines</a:t>
            </a:r>
          </a:p>
          <a:p>
            <a:r>
              <a:rPr lang="en-US" sz="2400" dirty="0"/>
              <a:t>Rubric</a:t>
            </a:r>
          </a:p>
          <a:p>
            <a:r>
              <a:rPr lang="en-US" sz="2400" dirty="0"/>
              <a:t>Expectations</a:t>
            </a:r>
          </a:p>
        </p:txBody>
      </p:sp>
    </p:spTree>
    <p:extLst>
      <p:ext uri="{BB962C8B-B14F-4D97-AF65-F5344CB8AC3E}">
        <p14:creationId xmlns:p14="http://schemas.microsoft.com/office/powerpoint/2010/main" val="1240823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D077B-CF60-C5D0-90E5-5C83C364F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8A004-CE3E-315C-6175-314751222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and this 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99480-F829-D7A3-6ED8-5739DFD97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dirty="0"/>
              <a:t>LLMs are very useful and becoming an important part of the research process</a:t>
            </a:r>
          </a:p>
          <a:p>
            <a:pPr marL="11430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dirty="0"/>
              <a:t>Benefits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dirty="0"/>
              <a:t>It can do just about any information-based task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dirty="0"/>
              <a:t>It has expertise in almost any field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dirty="0"/>
              <a:t>Translation</a:t>
            </a:r>
          </a:p>
          <a:p>
            <a:pPr marL="11430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dirty="0"/>
              <a:t>Risks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dirty="0"/>
              <a:t>Hallucinations - incorrect answers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dirty="0"/>
              <a:t>Over-reliance -&gt; atrophy</a:t>
            </a:r>
          </a:p>
        </p:txBody>
      </p:sp>
    </p:spTree>
    <p:extLst>
      <p:ext uri="{BB962C8B-B14F-4D97-AF65-F5344CB8AC3E}">
        <p14:creationId xmlns:p14="http://schemas.microsoft.com/office/powerpoint/2010/main" val="1790891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96E91-9466-2540-8CCE-29FADB027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4E8F2-4ECD-FC0C-DFC0-EE9FEF928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and this </a:t>
            </a:r>
            <a:r>
              <a:rPr lang="en-US"/>
              <a:t>class continued…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A97CC-C1EA-926A-C591-B3E4CE40B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i="1" dirty="0"/>
              <a:t>How do you already use AI in your work or studies?</a:t>
            </a:r>
            <a:endParaRPr lang="en-US" dirty="0"/>
          </a:p>
          <a:p>
            <a:pPr>
              <a:spcAft>
                <a:spcPts val="1200"/>
              </a:spcAft>
            </a:pPr>
            <a:r>
              <a:rPr lang="en-US" i="1" dirty="0"/>
              <a:t>What do you see as the benefits?</a:t>
            </a:r>
            <a:endParaRPr lang="en-US" dirty="0"/>
          </a:p>
          <a:p>
            <a:pPr>
              <a:spcAft>
                <a:spcPts val="1200"/>
              </a:spcAft>
            </a:pPr>
            <a:r>
              <a:rPr lang="en-US" i="1" dirty="0"/>
              <a:t>What concerns do you have?</a:t>
            </a:r>
            <a:endParaRPr lang="en-US" dirty="0"/>
          </a:p>
          <a:p>
            <a:pPr>
              <a:spcAft>
                <a:spcPts val="1200"/>
              </a:spcAft>
            </a:pPr>
            <a:r>
              <a:rPr lang="en-US" i="1" dirty="0"/>
              <a:t>What norms should we adopt as a class?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728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fb58802-ff7a-4bb1-ab21-367ff2ecfc8b}" enabled="0" method="" siteId="{afb58802-ff7a-4bb1-ab21-367ff2ecfc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48923</TotalTime>
  <Words>216</Words>
  <Application>Microsoft Office PowerPoint</Application>
  <PresentationFormat>On-screen Show (16:9)</PresentationFormat>
  <Paragraphs>41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Simple Light</vt:lpstr>
      <vt:lpstr>AREC 570 Slides</vt:lpstr>
      <vt:lpstr>Welcome</vt:lpstr>
      <vt:lpstr>Course Overview</vt:lpstr>
      <vt:lpstr>Why this course?</vt:lpstr>
      <vt:lpstr>Research Project</vt:lpstr>
      <vt:lpstr>AI and this class</vt:lpstr>
      <vt:lpstr>AI and this class continued…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AREC 570 Slides</dc:title>
  <cp:lastModifiedBy>Amanda Countryman</cp:lastModifiedBy>
  <cp:revision>262</cp:revision>
  <dcterms:modified xsi:type="dcterms:W3CDTF">2026-08-25T14:21:34Z</dcterms:modified>
</cp:coreProperties>
</file>