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0"/>
  </p:notesMasterIdLst>
  <p:sldIdLst>
    <p:sldId id="256" r:id="rId2"/>
    <p:sldId id="433" r:id="rId3"/>
    <p:sldId id="434" r:id="rId4"/>
    <p:sldId id="435" r:id="rId5"/>
    <p:sldId id="436" r:id="rId6"/>
    <p:sldId id="437" r:id="rId7"/>
    <p:sldId id="438" r:id="rId8"/>
    <p:sldId id="439" r:id="rId9"/>
    <p:sldId id="440" r:id="rId10"/>
    <p:sldId id="441" r:id="rId11"/>
    <p:sldId id="442" r:id="rId12"/>
    <p:sldId id="443" r:id="rId13"/>
    <p:sldId id="444" r:id="rId14"/>
    <p:sldId id="638" r:id="rId15"/>
    <p:sldId id="445" r:id="rId16"/>
    <p:sldId id="446" r:id="rId17"/>
    <p:sldId id="452" r:id="rId18"/>
    <p:sldId id="447" r:id="rId19"/>
    <p:sldId id="448" r:id="rId20"/>
    <p:sldId id="449" r:id="rId21"/>
    <p:sldId id="450" r:id="rId22"/>
    <p:sldId id="451" r:id="rId23"/>
    <p:sldId id="454" r:id="rId24"/>
    <p:sldId id="623" r:id="rId25"/>
    <p:sldId id="455" r:id="rId26"/>
    <p:sldId id="456" r:id="rId27"/>
    <p:sldId id="624" r:id="rId28"/>
    <p:sldId id="457"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56"/>
    <p:restoredTop sz="81741"/>
  </p:normalViewPr>
  <p:slideViewPr>
    <p:cSldViewPr snapToGrid="0">
      <p:cViewPr varScale="1">
        <p:scale>
          <a:sx n="132" d="100"/>
          <a:sy n="132" d="100"/>
        </p:scale>
        <p:origin x="582"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setBg">
        <pc:chgData name="Lauren Chenarides" userId="adbf3f91-28ff-415d-924b-37ef86f41ea6" providerId="ADAL" clId="{91C6A867-4822-4C05-B79B-B921162A7D31}" dt="2026-08-14T18:28:38.134" v="59" actId="20577"/>
        <pc:sldMkLst>
          <pc:docMk/>
          <pc:sldMk cId="0" sldId="433"/>
        </pc:sldMkLst>
        <pc:spChg chg="mod">
          <ac:chgData name="Lauren Chenarides" userId="adbf3f91-28ff-415d-924b-37ef86f41ea6" providerId="ADAL" clId="{91C6A867-4822-4C05-B79B-B921162A7D31}" dt="2026-08-14T18:28:38.134" v="59" actId="20577"/>
          <ac:spMkLst>
            <pc:docMk/>
            <pc:sldMk cId="0" sldId="433"/>
            <ac:spMk id="1107" creationId="{00000000-0000-0000-0000-000000000000}"/>
          </ac:spMkLst>
        </pc:spChg>
      </pc:sldChg>
      <pc:sldChg chg="modSp mod setBg">
        <pc:chgData name="Lauren Chenarides" userId="adbf3f91-28ff-415d-924b-37ef86f41ea6" providerId="ADAL" clId="{91C6A867-4822-4C05-B79B-B921162A7D31}" dt="2026-08-14T18:28:50.755" v="67"/>
        <pc:sldMkLst>
          <pc:docMk/>
          <pc:sldMk cId="0" sldId="458"/>
        </pc:sldMkLst>
        <pc:spChg chg="mod">
          <ac:chgData name="Lauren Chenarides" userId="adbf3f91-28ff-415d-924b-37ef86f41ea6" providerId="ADAL" clId="{91C6A867-4822-4C05-B79B-B921162A7D31}" dt="2026-08-14T18:28:47.733" v="66" actId="20577"/>
          <ac:spMkLst>
            <pc:docMk/>
            <pc:sldMk cId="0" sldId="458"/>
            <ac:spMk id="1253" creationId="{00000000-0000-0000-0000-000000000000}"/>
          </ac:spMkLst>
        </pc:spChg>
      </pc:sldChg>
      <pc:sldChg chg="modSp mod setBg">
        <pc:chgData name="Lauren Chenarides" userId="adbf3f91-28ff-415d-924b-37ef86f41ea6" providerId="ADAL" clId="{91C6A867-4822-4C05-B79B-B921162A7D31}" dt="2026-08-14T18:29:23.641" v="95"/>
        <pc:sldMkLst>
          <pc:docMk/>
          <pc:sldMk cId="0" sldId="467"/>
        </pc:sldMkLst>
        <pc:spChg chg="mod">
          <ac:chgData name="Lauren Chenarides" userId="adbf3f91-28ff-415d-924b-37ef86f41ea6" providerId="ADAL" clId="{91C6A867-4822-4C05-B79B-B921162A7D31}" dt="2026-08-14T18:29:20.063" v="94" actId="20577"/>
          <ac:spMkLst>
            <pc:docMk/>
            <pc:sldMk cId="0" sldId="467"/>
            <ac:spMk id="1307" creationId="{00000000-0000-0000-0000-000000000000}"/>
          </ac:spMkLst>
        </pc:spChg>
      </pc:sldChg>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pChg chg="mod">
          <ac:chgData name="Lauren Chenarides" userId="adbf3f91-28ff-415d-924b-37ef86f41ea6" providerId="ADAL" clId="{91C6A867-4822-4C05-B79B-B921162A7D31}" dt="2026-08-14T18:30:02.035" v="104" actId="20577"/>
          <ac:spMkLst>
            <pc:docMk/>
            <pc:sldMk cId="0" sldId="556"/>
            <ac:spMk id="1860" creationId="{00000000-0000-0000-0000-000000000000}"/>
          </ac:spMkLst>
        </pc:spChg>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sldChg chg="add">
        <pc:chgData name="Lauren Chenarides" userId="adbf3f91-28ff-415d-924b-37ef86f41ea6" providerId="ADAL" clId="{91C6A867-4822-4C05-B79B-B921162A7D31}" dt="2026-08-14T18:29:12.982" v="68" actId="2890"/>
        <pc:sldMkLst>
          <pc:docMk/>
          <pc:sldMk cId="189957461" sldId="681"/>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2:05.312" v="1" actId="47"/>
      <pc:docMkLst>
        <pc:docMk/>
      </pc:docMkLst>
      <pc:sldChg chg="del">
        <pc:chgData name="Amanda Countryman" userId="0be1c61d-c610-49a2-ae7e-a4e60bd07712" providerId="ADAL" clId="{00873937-8841-4394-9081-668AB0E0F950}" dt="2026-08-25T01:51:54.424" v="0" actId="47"/>
        <pc:sldMkLst>
          <pc:docMk/>
          <pc:sldMk cId="0" sldId="257"/>
        </pc:sldMkLst>
      </pc:sldChg>
      <pc:sldChg chg="del">
        <pc:chgData name="Amanda Countryman" userId="0be1c61d-c610-49a2-ae7e-a4e60bd07712" providerId="ADAL" clId="{00873937-8841-4394-9081-668AB0E0F950}" dt="2026-08-25T01:51:54.424" v="0" actId="47"/>
        <pc:sldMkLst>
          <pc:docMk/>
          <pc:sldMk cId="0" sldId="258"/>
        </pc:sldMkLst>
      </pc:sldChg>
      <pc:sldChg chg="del">
        <pc:chgData name="Amanda Countryman" userId="0be1c61d-c610-49a2-ae7e-a4e60bd07712" providerId="ADAL" clId="{00873937-8841-4394-9081-668AB0E0F950}" dt="2026-08-25T01:51:54.424" v="0" actId="47"/>
        <pc:sldMkLst>
          <pc:docMk/>
          <pc:sldMk cId="0" sldId="259"/>
        </pc:sldMkLst>
      </pc:sldChg>
      <pc:sldChg chg="del">
        <pc:chgData name="Amanda Countryman" userId="0be1c61d-c610-49a2-ae7e-a4e60bd07712" providerId="ADAL" clId="{00873937-8841-4394-9081-668AB0E0F950}" dt="2026-08-25T01:51:54.424" v="0" actId="47"/>
        <pc:sldMkLst>
          <pc:docMk/>
          <pc:sldMk cId="0" sldId="260"/>
        </pc:sldMkLst>
      </pc:sldChg>
      <pc:sldChg chg="del">
        <pc:chgData name="Amanda Countryman" userId="0be1c61d-c610-49a2-ae7e-a4e60bd07712" providerId="ADAL" clId="{00873937-8841-4394-9081-668AB0E0F950}" dt="2026-08-25T01:51:54.424" v="0" actId="47"/>
        <pc:sldMkLst>
          <pc:docMk/>
          <pc:sldMk cId="0" sldId="261"/>
        </pc:sldMkLst>
      </pc:sldChg>
      <pc:sldChg chg="del">
        <pc:chgData name="Amanda Countryman" userId="0be1c61d-c610-49a2-ae7e-a4e60bd07712" providerId="ADAL" clId="{00873937-8841-4394-9081-668AB0E0F950}" dt="2026-08-25T01:51:54.424" v="0" actId="47"/>
        <pc:sldMkLst>
          <pc:docMk/>
          <pc:sldMk cId="0" sldId="262"/>
        </pc:sldMkLst>
      </pc:sldChg>
      <pc:sldChg chg="del">
        <pc:chgData name="Amanda Countryman" userId="0be1c61d-c610-49a2-ae7e-a4e60bd07712" providerId="ADAL" clId="{00873937-8841-4394-9081-668AB0E0F950}" dt="2026-08-25T01:51:54.424" v="0" actId="47"/>
        <pc:sldMkLst>
          <pc:docMk/>
          <pc:sldMk cId="0" sldId="263"/>
        </pc:sldMkLst>
      </pc:sldChg>
      <pc:sldChg chg="del">
        <pc:chgData name="Amanda Countryman" userId="0be1c61d-c610-49a2-ae7e-a4e60bd07712" providerId="ADAL" clId="{00873937-8841-4394-9081-668AB0E0F950}" dt="2026-08-25T01:51:54.424" v="0" actId="47"/>
        <pc:sldMkLst>
          <pc:docMk/>
          <pc:sldMk cId="0" sldId="264"/>
        </pc:sldMkLst>
      </pc:sldChg>
      <pc:sldChg chg="del">
        <pc:chgData name="Amanda Countryman" userId="0be1c61d-c610-49a2-ae7e-a4e60bd07712" providerId="ADAL" clId="{00873937-8841-4394-9081-668AB0E0F950}" dt="2026-08-25T01:51:54.424" v="0" actId="47"/>
        <pc:sldMkLst>
          <pc:docMk/>
          <pc:sldMk cId="0" sldId="265"/>
        </pc:sldMkLst>
      </pc:sldChg>
      <pc:sldChg chg="del">
        <pc:chgData name="Amanda Countryman" userId="0be1c61d-c610-49a2-ae7e-a4e60bd07712" providerId="ADAL" clId="{00873937-8841-4394-9081-668AB0E0F950}" dt="2026-08-25T01:51:54.424" v="0" actId="47"/>
        <pc:sldMkLst>
          <pc:docMk/>
          <pc:sldMk cId="0" sldId="266"/>
        </pc:sldMkLst>
      </pc:sldChg>
      <pc:sldChg chg="del">
        <pc:chgData name="Amanda Countryman" userId="0be1c61d-c610-49a2-ae7e-a4e60bd07712" providerId="ADAL" clId="{00873937-8841-4394-9081-668AB0E0F950}" dt="2026-08-25T01:51:54.424" v="0" actId="47"/>
        <pc:sldMkLst>
          <pc:docMk/>
          <pc:sldMk cId="0" sldId="267"/>
        </pc:sldMkLst>
      </pc:sldChg>
      <pc:sldChg chg="del">
        <pc:chgData name="Amanda Countryman" userId="0be1c61d-c610-49a2-ae7e-a4e60bd07712" providerId="ADAL" clId="{00873937-8841-4394-9081-668AB0E0F950}" dt="2026-08-25T01:51:54.424" v="0" actId="47"/>
        <pc:sldMkLst>
          <pc:docMk/>
          <pc:sldMk cId="0" sldId="268"/>
        </pc:sldMkLst>
      </pc:sldChg>
      <pc:sldChg chg="del">
        <pc:chgData name="Amanda Countryman" userId="0be1c61d-c610-49a2-ae7e-a4e60bd07712" providerId="ADAL" clId="{00873937-8841-4394-9081-668AB0E0F950}" dt="2026-08-25T01:51:54.424" v="0" actId="47"/>
        <pc:sldMkLst>
          <pc:docMk/>
          <pc:sldMk cId="0" sldId="269"/>
        </pc:sldMkLst>
      </pc:sldChg>
      <pc:sldChg chg="del">
        <pc:chgData name="Amanda Countryman" userId="0be1c61d-c610-49a2-ae7e-a4e60bd07712" providerId="ADAL" clId="{00873937-8841-4394-9081-668AB0E0F950}" dt="2026-08-25T01:51:54.424" v="0" actId="47"/>
        <pc:sldMkLst>
          <pc:docMk/>
          <pc:sldMk cId="0" sldId="270"/>
        </pc:sldMkLst>
      </pc:sldChg>
      <pc:sldChg chg="del">
        <pc:chgData name="Amanda Countryman" userId="0be1c61d-c610-49a2-ae7e-a4e60bd07712" providerId="ADAL" clId="{00873937-8841-4394-9081-668AB0E0F950}" dt="2026-08-25T01:51:54.424" v="0" actId="47"/>
        <pc:sldMkLst>
          <pc:docMk/>
          <pc:sldMk cId="0" sldId="271"/>
        </pc:sldMkLst>
      </pc:sldChg>
      <pc:sldChg chg="del">
        <pc:chgData name="Amanda Countryman" userId="0be1c61d-c610-49a2-ae7e-a4e60bd07712" providerId="ADAL" clId="{00873937-8841-4394-9081-668AB0E0F950}" dt="2026-08-25T01:51:54.424" v="0" actId="47"/>
        <pc:sldMkLst>
          <pc:docMk/>
          <pc:sldMk cId="0" sldId="272"/>
        </pc:sldMkLst>
      </pc:sldChg>
      <pc:sldChg chg="del">
        <pc:chgData name="Amanda Countryman" userId="0be1c61d-c610-49a2-ae7e-a4e60bd07712" providerId="ADAL" clId="{00873937-8841-4394-9081-668AB0E0F950}" dt="2026-08-25T01:51:54.424" v="0" actId="47"/>
        <pc:sldMkLst>
          <pc:docMk/>
          <pc:sldMk cId="0" sldId="273"/>
        </pc:sldMkLst>
      </pc:sldChg>
      <pc:sldChg chg="del">
        <pc:chgData name="Amanda Countryman" userId="0be1c61d-c610-49a2-ae7e-a4e60bd07712" providerId="ADAL" clId="{00873937-8841-4394-9081-668AB0E0F950}" dt="2026-08-25T01:51:54.424" v="0" actId="47"/>
        <pc:sldMkLst>
          <pc:docMk/>
          <pc:sldMk cId="0" sldId="274"/>
        </pc:sldMkLst>
      </pc:sldChg>
      <pc:sldChg chg="del">
        <pc:chgData name="Amanda Countryman" userId="0be1c61d-c610-49a2-ae7e-a4e60bd07712" providerId="ADAL" clId="{00873937-8841-4394-9081-668AB0E0F950}" dt="2026-08-25T01:51:54.424" v="0" actId="47"/>
        <pc:sldMkLst>
          <pc:docMk/>
          <pc:sldMk cId="0" sldId="276"/>
        </pc:sldMkLst>
      </pc:sldChg>
      <pc:sldChg chg="del">
        <pc:chgData name="Amanda Countryman" userId="0be1c61d-c610-49a2-ae7e-a4e60bd07712" providerId="ADAL" clId="{00873937-8841-4394-9081-668AB0E0F950}" dt="2026-08-25T01:51:54.424" v="0" actId="47"/>
        <pc:sldMkLst>
          <pc:docMk/>
          <pc:sldMk cId="0" sldId="277"/>
        </pc:sldMkLst>
      </pc:sldChg>
      <pc:sldChg chg="del">
        <pc:chgData name="Amanda Countryman" userId="0be1c61d-c610-49a2-ae7e-a4e60bd07712" providerId="ADAL" clId="{00873937-8841-4394-9081-668AB0E0F950}" dt="2026-08-25T01:51:54.424" v="0" actId="47"/>
        <pc:sldMkLst>
          <pc:docMk/>
          <pc:sldMk cId="0" sldId="278"/>
        </pc:sldMkLst>
      </pc:sldChg>
      <pc:sldChg chg="del">
        <pc:chgData name="Amanda Countryman" userId="0be1c61d-c610-49a2-ae7e-a4e60bd07712" providerId="ADAL" clId="{00873937-8841-4394-9081-668AB0E0F950}" dt="2026-08-25T01:51:54.424" v="0" actId="47"/>
        <pc:sldMkLst>
          <pc:docMk/>
          <pc:sldMk cId="0" sldId="279"/>
        </pc:sldMkLst>
      </pc:sldChg>
      <pc:sldChg chg="del">
        <pc:chgData name="Amanda Countryman" userId="0be1c61d-c610-49a2-ae7e-a4e60bd07712" providerId="ADAL" clId="{00873937-8841-4394-9081-668AB0E0F950}" dt="2026-08-25T01:51:54.424" v="0" actId="47"/>
        <pc:sldMkLst>
          <pc:docMk/>
          <pc:sldMk cId="0" sldId="280"/>
        </pc:sldMkLst>
      </pc:sldChg>
      <pc:sldChg chg="del">
        <pc:chgData name="Amanda Countryman" userId="0be1c61d-c610-49a2-ae7e-a4e60bd07712" providerId="ADAL" clId="{00873937-8841-4394-9081-668AB0E0F950}" dt="2026-08-25T01:51:54.424" v="0" actId="47"/>
        <pc:sldMkLst>
          <pc:docMk/>
          <pc:sldMk cId="0" sldId="282"/>
        </pc:sldMkLst>
      </pc:sldChg>
      <pc:sldChg chg="del">
        <pc:chgData name="Amanda Countryman" userId="0be1c61d-c610-49a2-ae7e-a4e60bd07712" providerId="ADAL" clId="{00873937-8841-4394-9081-668AB0E0F950}" dt="2026-08-25T01:51:54.424" v="0" actId="47"/>
        <pc:sldMkLst>
          <pc:docMk/>
          <pc:sldMk cId="0" sldId="283"/>
        </pc:sldMkLst>
      </pc:sldChg>
      <pc:sldChg chg="del">
        <pc:chgData name="Amanda Countryman" userId="0be1c61d-c610-49a2-ae7e-a4e60bd07712" providerId="ADAL" clId="{00873937-8841-4394-9081-668AB0E0F950}" dt="2026-08-25T01:51:54.424" v="0" actId="47"/>
        <pc:sldMkLst>
          <pc:docMk/>
          <pc:sldMk cId="0" sldId="284"/>
        </pc:sldMkLst>
      </pc:sldChg>
      <pc:sldChg chg="del">
        <pc:chgData name="Amanda Countryman" userId="0be1c61d-c610-49a2-ae7e-a4e60bd07712" providerId="ADAL" clId="{00873937-8841-4394-9081-668AB0E0F950}" dt="2026-08-25T01:51:54.424" v="0" actId="47"/>
        <pc:sldMkLst>
          <pc:docMk/>
          <pc:sldMk cId="0" sldId="285"/>
        </pc:sldMkLst>
      </pc:sldChg>
      <pc:sldChg chg="del">
        <pc:chgData name="Amanda Countryman" userId="0be1c61d-c610-49a2-ae7e-a4e60bd07712" providerId="ADAL" clId="{00873937-8841-4394-9081-668AB0E0F950}" dt="2026-08-25T01:51:54.424" v="0" actId="47"/>
        <pc:sldMkLst>
          <pc:docMk/>
          <pc:sldMk cId="0" sldId="286"/>
        </pc:sldMkLst>
      </pc:sldChg>
      <pc:sldChg chg="del">
        <pc:chgData name="Amanda Countryman" userId="0be1c61d-c610-49a2-ae7e-a4e60bd07712" providerId="ADAL" clId="{00873937-8841-4394-9081-668AB0E0F950}" dt="2026-08-25T01:51:54.424" v="0" actId="47"/>
        <pc:sldMkLst>
          <pc:docMk/>
          <pc:sldMk cId="0" sldId="287"/>
        </pc:sldMkLst>
      </pc:sldChg>
      <pc:sldChg chg="del">
        <pc:chgData name="Amanda Countryman" userId="0be1c61d-c610-49a2-ae7e-a4e60bd07712" providerId="ADAL" clId="{00873937-8841-4394-9081-668AB0E0F950}" dt="2026-08-25T01:51:54.424" v="0" actId="47"/>
        <pc:sldMkLst>
          <pc:docMk/>
          <pc:sldMk cId="0" sldId="288"/>
        </pc:sldMkLst>
      </pc:sldChg>
      <pc:sldChg chg="del">
        <pc:chgData name="Amanda Countryman" userId="0be1c61d-c610-49a2-ae7e-a4e60bd07712" providerId="ADAL" clId="{00873937-8841-4394-9081-668AB0E0F950}" dt="2026-08-25T01:51:54.424" v="0" actId="47"/>
        <pc:sldMkLst>
          <pc:docMk/>
          <pc:sldMk cId="0" sldId="289"/>
        </pc:sldMkLst>
      </pc:sldChg>
      <pc:sldChg chg="del">
        <pc:chgData name="Amanda Countryman" userId="0be1c61d-c610-49a2-ae7e-a4e60bd07712" providerId="ADAL" clId="{00873937-8841-4394-9081-668AB0E0F950}" dt="2026-08-25T01:51:54.424" v="0" actId="47"/>
        <pc:sldMkLst>
          <pc:docMk/>
          <pc:sldMk cId="0" sldId="290"/>
        </pc:sldMkLst>
      </pc:sldChg>
      <pc:sldChg chg="del">
        <pc:chgData name="Amanda Countryman" userId="0be1c61d-c610-49a2-ae7e-a4e60bd07712" providerId="ADAL" clId="{00873937-8841-4394-9081-668AB0E0F950}" dt="2026-08-25T01:51:54.424" v="0" actId="47"/>
        <pc:sldMkLst>
          <pc:docMk/>
          <pc:sldMk cId="0" sldId="291"/>
        </pc:sldMkLst>
      </pc:sldChg>
      <pc:sldChg chg="del">
        <pc:chgData name="Amanda Countryman" userId="0be1c61d-c610-49a2-ae7e-a4e60bd07712" providerId="ADAL" clId="{00873937-8841-4394-9081-668AB0E0F950}" dt="2026-08-25T01:51:54.424" v="0" actId="47"/>
        <pc:sldMkLst>
          <pc:docMk/>
          <pc:sldMk cId="0" sldId="292"/>
        </pc:sldMkLst>
      </pc:sldChg>
      <pc:sldChg chg="del">
        <pc:chgData name="Amanda Countryman" userId="0be1c61d-c610-49a2-ae7e-a4e60bd07712" providerId="ADAL" clId="{00873937-8841-4394-9081-668AB0E0F950}" dt="2026-08-25T01:51:54.424" v="0" actId="47"/>
        <pc:sldMkLst>
          <pc:docMk/>
          <pc:sldMk cId="0" sldId="293"/>
        </pc:sldMkLst>
      </pc:sldChg>
      <pc:sldChg chg="del">
        <pc:chgData name="Amanda Countryman" userId="0be1c61d-c610-49a2-ae7e-a4e60bd07712" providerId="ADAL" clId="{00873937-8841-4394-9081-668AB0E0F950}" dt="2026-08-25T01:51:54.424" v="0" actId="47"/>
        <pc:sldMkLst>
          <pc:docMk/>
          <pc:sldMk cId="0" sldId="294"/>
        </pc:sldMkLst>
      </pc:sldChg>
      <pc:sldChg chg="del">
        <pc:chgData name="Amanda Countryman" userId="0be1c61d-c610-49a2-ae7e-a4e60bd07712" providerId="ADAL" clId="{00873937-8841-4394-9081-668AB0E0F950}" dt="2026-08-25T01:51:54.424" v="0" actId="47"/>
        <pc:sldMkLst>
          <pc:docMk/>
          <pc:sldMk cId="0" sldId="295"/>
        </pc:sldMkLst>
      </pc:sldChg>
      <pc:sldChg chg="del">
        <pc:chgData name="Amanda Countryman" userId="0be1c61d-c610-49a2-ae7e-a4e60bd07712" providerId="ADAL" clId="{00873937-8841-4394-9081-668AB0E0F950}" dt="2026-08-25T01:51:54.424" v="0" actId="47"/>
        <pc:sldMkLst>
          <pc:docMk/>
          <pc:sldMk cId="0" sldId="296"/>
        </pc:sldMkLst>
      </pc:sldChg>
      <pc:sldChg chg="del">
        <pc:chgData name="Amanda Countryman" userId="0be1c61d-c610-49a2-ae7e-a4e60bd07712" providerId="ADAL" clId="{00873937-8841-4394-9081-668AB0E0F950}" dt="2026-08-25T01:51:54.424" v="0" actId="47"/>
        <pc:sldMkLst>
          <pc:docMk/>
          <pc:sldMk cId="0" sldId="297"/>
        </pc:sldMkLst>
      </pc:sldChg>
      <pc:sldChg chg="del">
        <pc:chgData name="Amanda Countryman" userId="0be1c61d-c610-49a2-ae7e-a4e60bd07712" providerId="ADAL" clId="{00873937-8841-4394-9081-668AB0E0F950}" dt="2026-08-25T01:51:54.424" v="0" actId="47"/>
        <pc:sldMkLst>
          <pc:docMk/>
          <pc:sldMk cId="0" sldId="298"/>
        </pc:sldMkLst>
      </pc:sldChg>
      <pc:sldChg chg="del">
        <pc:chgData name="Amanda Countryman" userId="0be1c61d-c610-49a2-ae7e-a4e60bd07712" providerId="ADAL" clId="{00873937-8841-4394-9081-668AB0E0F950}" dt="2026-08-25T01:51:54.424" v="0" actId="47"/>
        <pc:sldMkLst>
          <pc:docMk/>
          <pc:sldMk cId="0" sldId="299"/>
        </pc:sldMkLst>
      </pc:sldChg>
      <pc:sldChg chg="del">
        <pc:chgData name="Amanda Countryman" userId="0be1c61d-c610-49a2-ae7e-a4e60bd07712" providerId="ADAL" clId="{00873937-8841-4394-9081-668AB0E0F950}" dt="2026-08-25T01:51:54.424" v="0" actId="47"/>
        <pc:sldMkLst>
          <pc:docMk/>
          <pc:sldMk cId="0" sldId="300"/>
        </pc:sldMkLst>
      </pc:sldChg>
      <pc:sldChg chg="del">
        <pc:chgData name="Amanda Countryman" userId="0be1c61d-c610-49a2-ae7e-a4e60bd07712" providerId="ADAL" clId="{00873937-8841-4394-9081-668AB0E0F950}" dt="2026-08-25T01:51:54.424" v="0" actId="47"/>
        <pc:sldMkLst>
          <pc:docMk/>
          <pc:sldMk cId="0" sldId="301"/>
        </pc:sldMkLst>
      </pc:sldChg>
      <pc:sldChg chg="del">
        <pc:chgData name="Amanda Countryman" userId="0be1c61d-c610-49a2-ae7e-a4e60bd07712" providerId="ADAL" clId="{00873937-8841-4394-9081-668AB0E0F950}" dt="2026-08-25T01:51:54.424" v="0" actId="47"/>
        <pc:sldMkLst>
          <pc:docMk/>
          <pc:sldMk cId="0" sldId="302"/>
        </pc:sldMkLst>
      </pc:sldChg>
      <pc:sldChg chg="del">
        <pc:chgData name="Amanda Countryman" userId="0be1c61d-c610-49a2-ae7e-a4e60bd07712" providerId="ADAL" clId="{00873937-8841-4394-9081-668AB0E0F950}" dt="2026-08-25T01:51:54.424" v="0" actId="47"/>
        <pc:sldMkLst>
          <pc:docMk/>
          <pc:sldMk cId="0" sldId="303"/>
        </pc:sldMkLst>
      </pc:sldChg>
      <pc:sldChg chg="del">
        <pc:chgData name="Amanda Countryman" userId="0be1c61d-c610-49a2-ae7e-a4e60bd07712" providerId="ADAL" clId="{00873937-8841-4394-9081-668AB0E0F950}" dt="2026-08-25T01:51:54.424" v="0" actId="47"/>
        <pc:sldMkLst>
          <pc:docMk/>
          <pc:sldMk cId="0" sldId="304"/>
        </pc:sldMkLst>
      </pc:sldChg>
      <pc:sldChg chg="del">
        <pc:chgData name="Amanda Countryman" userId="0be1c61d-c610-49a2-ae7e-a4e60bd07712" providerId="ADAL" clId="{00873937-8841-4394-9081-668AB0E0F950}" dt="2026-08-25T01:51:54.424" v="0" actId="47"/>
        <pc:sldMkLst>
          <pc:docMk/>
          <pc:sldMk cId="0" sldId="305"/>
        </pc:sldMkLst>
      </pc:sldChg>
      <pc:sldChg chg="del">
        <pc:chgData name="Amanda Countryman" userId="0be1c61d-c610-49a2-ae7e-a4e60bd07712" providerId="ADAL" clId="{00873937-8841-4394-9081-668AB0E0F950}" dt="2026-08-25T01:51:54.424" v="0" actId="47"/>
        <pc:sldMkLst>
          <pc:docMk/>
          <pc:sldMk cId="0" sldId="309"/>
        </pc:sldMkLst>
      </pc:sldChg>
      <pc:sldChg chg="del">
        <pc:chgData name="Amanda Countryman" userId="0be1c61d-c610-49a2-ae7e-a4e60bd07712" providerId="ADAL" clId="{00873937-8841-4394-9081-668AB0E0F950}" dt="2026-08-25T01:51:54.424" v="0" actId="47"/>
        <pc:sldMkLst>
          <pc:docMk/>
          <pc:sldMk cId="0" sldId="310"/>
        </pc:sldMkLst>
      </pc:sldChg>
      <pc:sldChg chg="del">
        <pc:chgData name="Amanda Countryman" userId="0be1c61d-c610-49a2-ae7e-a4e60bd07712" providerId="ADAL" clId="{00873937-8841-4394-9081-668AB0E0F950}" dt="2026-08-25T01:51:54.424" v="0" actId="47"/>
        <pc:sldMkLst>
          <pc:docMk/>
          <pc:sldMk cId="0" sldId="313"/>
        </pc:sldMkLst>
      </pc:sldChg>
      <pc:sldChg chg="del">
        <pc:chgData name="Amanda Countryman" userId="0be1c61d-c610-49a2-ae7e-a4e60bd07712" providerId="ADAL" clId="{00873937-8841-4394-9081-668AB0E0F950}" dt="2026-08-25T01:51:54.424" v="0" actId="47"/>
        <pc:sldMkLst>
          <pc:docMk/>
          <pc:sldMk cId="0" sldId="314"/>
        </pc:sldMkLst>
      </pc:sldChg>
      <pc:sldChg chg="del">
        <pc:chgData name="Amanda Countryman" userId="0be1c61d-c610-49a2-ae7e-a4e60bd07712" providerId="ADAL" clId="{00873937-8841-4394-9081-668AB0E0F950}" dt="2026-08-25T01:51:54.424" v="0" actId="47"/>
        <pc:sldMkLst>
          <pc:docMk/>
          <pc:sldMk cId="0" sldId="315"/>
        </pc:sldMkLst>
      </pc:sldChg>
      <pc:sldChg chg="del">
        <pc:chgData name="Amanda Countryman" userId="0be1c61d-c610-49a2-ae7e-a4e60bd07712" providerId="ADAL" clId="{00873937-8841-4394-9081-668AB0E0F950}" dt="2026-08-25T01:51:54.424" v="0" actId="47"/>
        <pc:sldMkLst>
          <pc:docMk/>
          <pc:sldMk cId="0" sldId="316"/>
        </pc:sldMkLst>
      </pc:sldChg>
      <pc:sldChg chg="del">
        <pc:chgData name="Amanda Countryman" userId="0be1c61d-c610-49a2-ae7e-a4e60bd07712" providerId="ADAL" clId="{00873937-8841-4394-9081-668AB0E0F950}" dt="2026-08-25T01:51:54.424" v="0" actId="47"/>
        <pc:sldMkLst>
          <pc:docMk/>
          <pc:sldMk cId="0" sldId="317"/>
        </pc:sldMkLst>
      </pc:sldChg>
      <pc:sldChg chg="del">
        <pc:chgData name="Amanda Countryman" userId="0be1c61d-c610-49a2-ae7e-a4e60bd07712" providerId="ADAL" clId="{00873937-8841-4394-9081-668AB0E0F950}" dt="2026-08-25T01:51:54.424" v="0" actId="47"/>
        <pc:sldMkLst>
          <pc:docMk/>
          <pc:sldMk cId="0" sldId="331"/>
        </pc:sldMkLst>
      </pc:sldChg>
      <pc:sldChg chg="del">
        <pc:chgData name="Amanda Countryman" userId="0be1c61d-c610-49a2-ae7e-a4e60bd07712" providerId="ADAL" clId="{00873937-8841-4394-9081-668AB0E0F950}" dt="2026-08-25T01:51:54.424" v="0" actId="47"/>
        <pc:sldMkLst>
          <pc:docMk/>
          <pc:sldMk cId="0" sldId="332"/>
        </pc:sldMkLst>
      </pc:sldChg>
      <pc:sldChg chg="del">
        <pc:chgData name="Amanda Countryman" userId="0be1c61d-c610-49a2-ae7e-a4e60bd07712" providerId="ADAL" clId="{00873937-8841-4394-9081-668AB0E0F950}" dt="2026-08-25T01:51:54.424" v="0" actId="47"/>
        <pc:sldMkLst>
          <pc:docMk/>
          <pc:sldMk cId="0" sldId="333"/>
        </pc:sldMkLst>
      </pc:sldChg>
      <pc:sldChg chg="del">
        <pc:chgData name="Amanda Countryman" userId="0be1c61d-c610-49a2-ae7e-a4e60bd07712" providerId="ADAL" clId="{00873937-8841-4394-9081-668AB0E0F950}" dt="2026-08-25T01:51:54.424" v="0" actId="47"/>
        <pc:sldMkLst>
          <pc:docMk/>
          <pc:sldMk cId="0" sldId="334"/>
        </pc:sldMkLst>
      </pc:sldChg>
      <pc:sldChg chg="del">
        <pc:chgData name="Amanda Countryman" userId="0be1c61d-c610-49a2-ae7e-a4e60bd07712" providerId="ADAL" clId="{00873937-8841-4394-9081-668AB0E0F950}" dt="2026-08-25T01:51:54.424" v="0" actId="47"/>
        <pc:sldMkLst>
          <pc:docMk/>
          <pc:sldMk cId="0" sldId="335"/>
        </pc:sldMkLst>
      </pc:sldChg>
      <pc:sldChg chg="del">
        <pc:chgData name="Amanda Countryman" userId="0be1c61d-c610-49a2-ae7e-a4e60bd07712" providerId="ADAL" clId="{00873937-8841-4394-9081-668AB0E0F950}" dt="2026-08-25T01:51:54.424" v="0" actId="47"/>
        <pc:sldMkLst>
          <pc:docMk/>
          <pc:sldMk cId="0" sldId="336"/>
        </pc:sldMkLst>
      </pc:sldChg>
      <pc:sldChg chg="del">
        <pc:chgData name="Amanda Countryman" userId="0be1c61d-c610-49a2-ae7e-a4e60bd07712" providerId="ADAL" clId="{00873937-8841-4394-9081-668AB0E0F950}" dt="2026-08-25T01:51:54.424" v="0" actId="47"/>
        <pc:sldMkLst>
          <pc:docMk/>
          <pc:sldMk cId="0" sldId="337"/>
        </pc:sldMkLst>
      </pc:sldChg>
      <pc:sldChg chg="del">
        <pc:chgData name="Amanda Countryman" userId="0be1c61d-c610-49a2-ae7e-a4e60bd07712" providerId="ADAL" clId="{00873937-8841-4394-9081-668AB0E0F950}" dt="2026-08-25T01:51:54.424" v="0" actId="47"/>
        <pc:sldMkLst>
          <pc:docMk/>
          <pc:sldMk cId="0" sldId="338"/>
        </pc:sldMkLst>
      </pc:sldChg>
      <pc:sldChg chg="del">
        <pc:chgData name="Amanda Countryman" userId="0be1c61d-c610-49a2-ae7e-a4e60bd07712" providerId="ADAL" clId="{00873937-8841-4394-9081-668AB0E0F950}" dt="2026-08-25T01:51:54.424" v="0" actId="47"/>
        <pc:sldMkLst>
          <pc:docMk/>
          <pc:sldMk cId="0" sldId="339"/>
        </pc:sldMkLst>
      </pc:sldChg>
      <pc:sldChg chg="del">
        <pc:chgData name="Amanda Countryman" userId="0be1c61d-c610-49a2-ae7e-a4e60bd07712" providerId="ADAL" clId="{00873937-8841-4394-9081-668AB0E0F950}" dt="2026-08-25T01:51:54.424" v="0" actId="47"/>
        <pc:sldMkLst>
          <pc:docMk/>
          <pc:sldMk cId="0" sldId="340"/>
        </pc:sldMkLst>
      </pc:sldChg>
      <pc:sldChg chg="del">
        <pc:chgData name="Amanda Countryman" userId="0be1c61d-c610-49a2-ae7e-a4e60bd07712" providerId="ADAL" clId="{00873937-8841-4394-9081-668AB0E0F950}" dt="2026-08-25T01:51:54.424" v="0" actId="47"/>
        <pc:sldMkLst>
          <pc:docMk/>
          <pc:sldMk cId="0" sldId="341"/>
        </pc:sldMkLst>
      </pc:sldChg>
      <pc:sldChg chg="del">
        <pc:chgData name="Amanda Countryman" userId="0be1c61d-c610-49a2-ae7e-a4e60bd07712" providerId="ADAL" clId="{00873937-8841-4394-9081-668AB0E0F950}" dt="2026-08-25T01:51:54.424" v="0" actId="47"/>
        <pc:sldMkLst>
          <pc:docMk/>
          <pc:sldMk cId="0" sldId="342"/>
        </pc:sldMkLst>
      </pc:sldChg>
      <pc:sldChg chg="del">
        <pc:chgData name="Amanda Countryman" userId="0be1c61d-c610-49a2-ae7e-a4e60bd07712" providerId="ADAL" clId="{00873937-8841-4394-9081-668AB0E0F950}" dt="2026-08-25T01:51:54.424" v="0" actId="47"/>
        <pc:sldMkLst>
          <pc:docMk/>
          <pc:sldMk cId="0" sldId="343"/>
        </pc:sldMkLst>
      </pc:sldChg>
      <pc:sldChg chg="del">
        <pc:chgData name="Amanda Countryman" userId="0be1c61d-c610-49a2-ae7e-a4e60bd07712" providerId="ADAL" clId="{00873937-8841-4394-9081-668AB0E0F950}" dt="2026-08-25T01:51:54.424" v="0" actId="47"/>
        <pc:sldMkLst>
          <pc:docMk/>
          <pc:sldMk cId="0" sldId="344"/>
        </pc:sldMkLst>
      </pc:sldChg>
      <pc:sldChg chg="del">
        <pc:chgData name="Amanda Countryman" userId="0be1c61d-c610-49a2-ae7e-a4e60bd07712" providerId="ADAL" clId="{00873937-8841-4394-9081-668AB0E0F950}" dt="2026-08-25T01:51:54.424" v="0" actId="47"/>
        <pc:sldMkLst>
          <pc:docMk/>
          <pc:sldMk cId="0" sldId="345"/>
        </pc:sldMkLst>
      </pc:sldChg>
      <pc:sldChg chg="del">
        <pc:chgData name="Amanda Countryman" userId="0be1c61d-c610-49a2-ae7e-a4e60bd07712" providerId="ADAL" clId="{00873937-8841-4394-9081-668AB0E0F950}" dt="2026-08-25T01:51:54.424" v="0" actId="47"/>
        <pc:sldMkLst>
          <pc:docMk/>
          <pc:sldMk cId="0" sldId="346"/>
        </pc:sldMkLst>
      </pc:sldChg>
      <pc:sldChg chg="del">
        <pc:chgData name="Amanda Countryman" userId="0be1c61d-c610-49a2-ae7e-a4e60bd07712" providerId="ADAL" clId="{00873937-8841-4394-9081-668AB0E0F950}" dt="2026-08-25T01:51:54.424" v="0" actId="47"/>
        <pc:sldMkLst>
          <pc:docMk/>
          <pc:sldMk cId="0" sldId="347"/>
        </pc:sldMkLst>
      </pc:sldChg>
      <pc:sldChg chg="del">
        <pc:chgData name="Amanda Countryman" userId="0be1c61d-c610-49a2-ae7e-a4e60bd07712" providerId="ADAL" clId="{00873937-8841-4394-9081-668AB0E0F950}" dt="2026-08-25T01:51:54.424" v="0" actId="47"/>
        <pc:sldMkLst>
          <pc:docMk/>
          <pc:sldMk cId="0" sldId="348"/>
        </pc:sldMkLst>
      </pc:sldChg>
      <pc:sldChg chg="del">
        <pc:chgData name="Amanda Countryman" userId="0be1c61d-c610-49a2-ae7e-a4e60bd07712" providerId="ADAL" clId="{00873937-8841-4394-9081-668AB0E0F950}" dt="2026-08-25T01:51:54.424" v="0" actId="47"/>
        <pc:sldMkLst>
          <pc:docMk/>
          <pc:sldMk cId="0" sldId="349"/>
        </pc:sldMkLst>
      </pc:sldChg>
      <pc:sldChg chg="del">
        <pc:chgData name="Amanda Countryman" userId="0be1c61d-c610-49a2-ae7e-a4e60bd07712" providerId="ADAL" clId="{00873937-8841-4394-9081-668AB0E0F950}" dt="2026-08-25T01:51:54.424" v="0" actId="47"/>
        <pc:sldMkLst>
          <pc:docMk/>
          <pc:sldMk cId="0" sldId="350"/>
        </pc:sldMkLst>
      </pc:sldChg>
      <pc:sldChg chg="del">
        <pc:chgData name="Amanda Countryman" userId="0be1c61d-c610-49a2-ae7e-a4e60bd07712" providerId="ADAL" clId="{00873937-8841-4394-9081-668AB0E0F950}" dt="2026-08-25T01:51:54.424" v="0" actId="47"/>
        <pc:sldMkLst>
          <pc:docMk/>
          <pc:sldMk cId="0" sldId="351"/>
        </pc:sldMkLst>
      </pc:sldChg>
      <pc:sldChg chg="del">
        <pc:chgData name="Amanda Countryman" userId="0be1c61d-c610-49a2-ae7e-a4e60bd07712" providerId="ADAL" clId="{00873937-8841-4394-9081-668AB0E0F950}" dt="2026-08-25T01:51:54.424" v="0" actId="47"/>
        <pc:sldMkLst>
          <pc:docMk/>
          <pc:sldMk cId="0" sldId="352"/>
        </pc:sldMkLst>
      </pc:sldChg>
      <pc:sldChg chg="del">
        <pc:chgData name="Amanda Countryman" userId="0be1c61d-c610-49a2-ae7e-a4e60bd07712" providerId="ADAL" clId="{00873937-8841-4394-9081-668AB0E0F950}" dt="2026-08-25T01:51:54.424" v="0" actId="47"/>
        <pc:sldMkLst>
          <pc:docMk/>
          <pc:sldMk cId="0" sldId="353"/>
        </pc:sldMkLst>
      </pc:sldChg>
      <pc:sldChg chg="del">
        <pc:chgData name="Amanda Countryman" userId="0be1c61d-c610-49a2-ae7e-a4e60bd07712" providerId="ADAL" clId="{00873937-8841-4394-9081-668AB0E0F950}" dt="2026-08-25T01:51:54.424" v="0" actId="47"/>
        <pc:sldMkLst>
          <pc:docMk/>
          <pc:sldMk cId="0" sldId="354"/>
        </pc:sldMkLst>
      </pc:sldChg>
      <pc:sldChg chg="del">
        <pc:chgData name="Amanda Countryman" userId="0be1c61d-c610-49a2-ae7e-a4e60bd07712" providerId="ADAL" clId="{00873937-8841-4394-9081-668AB0E0F950}" dt="2026-08-25T01:51:54.424" v="0" actId="47"/>
        <pc:sldMkLst>
          <pc:docMk/>
          <pc:sldMk cId="0" sldId="355"/>
        </pc:sldMkLst>
      </pc:sldChg>
      <pc:sldChg chg="del">
        <pc:chgData name="Amanda Countryman" userId="0be1c61d-c610-49a2-ae7e-a4e60bd07712" providerId="ADAL" clId="{00873937-8841-4394-9081-668AB0E0F950}" dt="2026-08-25T01:51:54.424" v="0" actId="47"/>
        <pc:sldMkLst>
          <pc:docMk/>
          <pc:sldMk cId="0" sldId="356"/>
        </pc:sldMkLst>
      </pc:sldChg>
      <pc:sldChg chg="del">
        <pc:chgData name="Amanda Countryman" userId="0be1c61d-c610-49a2-ae7e-a4e60bd07712" providerId="ADAL" clId="{00873937-8841-4394-9081-668AB0E0F950}" dt="2026-08-25T01:51:54.424" v="0" actId="47"/>
        <pc:sldMkLst>
          <pc:docMk/>
          <pc:sldMk cId="0" sldId="357"/>
        </pc:sldMkLst>
      </pc:sldChg>
      <pc:sldChg chg="del">
        <pc:chgData name="Amanda Countryman" userId="0be1c61d-c610-49a2-ae7e-a4e60bd07712" providerId="ADAL" clId="{00873937-8841-4394-9081-668AB0E0F950}" dt="2026-08-25T01:51:54.424" v="0" actId="47"/>
        <pc:sldMkLst>
          <pc:docMk/>
          <pc:sldMk cId="0" sldId="358"/>
        </pc:sldMkLst>
      </pc:sldChg>
      <pc:sldChg chg="del">
        <pc:chgData name="Amanda Countryman" userId="0be1c61d-c610-49a2-ae7e-a4e60bd07712" providerId="ADAL" clId="{00873937-8841-4394-9081-668AB0E0F950}" dt="2026-08-25T01:51:54.424" v="0" actId="47"/>
        <pc:sldMkLst>
          <pc:docMk/>
          <pc:sldMk cId="0" sldId="359"/>
        </pc:sldMkLst>
      </pc:sldChg>
      <pc:sldChg chg="del">
        <pc:chgData name="Amanda Countryman" userId="0be1c61d-c610-49a2-ae7e-a4e60bd07712" providerId="ADAL" clId="{00873937-8841-4394-9081-668AB0E0F950}" dt="2026-08-25T01:51:54.424" v="0" actId="47"/>
        <pc:sldMkLst>
          <pc:docMk/>
          <pc:sldMk cId="0" sldId="360"/>
        </pc:sldMkLst>
      </pc:sldChg>
      <pc:sldChg chg="del">
        <pc:chgData name="Amanda Countryman" userId="0be1c61d-c610-49a2-ae7e-a4e60bd07712" providerId="ADAL" clId="{00873937-8841-4394-9081-668AB0E0F950}" dt="2026-08-25T01:51:54.424" v="0" actId="47"/>
        <pc:sldMkLst>
          <pc:docMk/>
          <pc:sldMk cId="0" sldId="361"/>
        </pc:sldMkLst>
      </pc:sldChg>
      <pc:sldChg chg="del">
        <pc:chgData name="Amanda Countryman" userId="0be1c61d-c610-49a2-ae7e-a4e60bd07712" providerId="ADAL" clId="{00873937-8841-4394-9081-668AB0E0F950}" dt="2026-08-25T01:51:54.424" v="0" actId="47"/>
        <pc:sldMkLst>
          <pc:docMk/>
          <pc:sldMk cId="0" sldId="362"/>
        </pc:sldMkLst>
      </pc:sldChg>
      <pc:sldChg chg="del">
        <pc:chgData name="Amanda Countryman" userId="0be1c61d-c610-49a2-ae7e-a4e60bd07712" providerId="ADAL" clId="{00873937-8841-4394-9081-668AB0E0F950}" dt="2026-08-25T01:51:54.424" v="0" actId="47"/>
        <pc:sldMkLst>
          <pc:docMk/>
          <pc:sldMk cId="0" sldId="363"/>
        </pc:sldMkLst>
      </pc:sldChg>
      <pc:sldChg chg="del">
        <pc:chgData name="Amanda Countryman" userId="0be1c61d-c610-49a2-ae7e-a4e60bd07712" providerId="ADAL" clId="{00873937-8841-4394-9081-668AB0E0F950}" dt="2026-08-25T01:51:54.424" v="0" actId="47"/>
        <pc:sldMkLst>
          <pc:docMk/>
          <pc:sldMk cId="0" sldId="364"/>
        </pc:sldMkLst>
      </pc:sldChg>
      <pc:sldChg chg="del">
        <pc:chgData name="Amanda Countryman" userId="0be1c61d-c610-49a2-ae7e-a4e60bd07712" providerId="ADAL" clId="{00873937-8841-4394-9081-668AB0E0F950}" dt="2026-08-25T01:51:54.424" v="0" actId="47"/>
        <pc:sldMkLst>
          <pc:docMk/>
          <pc:sldMk cId="0" sldId="365"/>
        </pc:sldMkLst>
      </pc:sldChg>
      <pc:sldChg chg="del">
        <pc:chgData name="Amanda Countryman" userId="0be1c61d-c610-49a2-ae7e-a4e60bd07712" providerId="ADAL" clId="{00873937-8841-4394-9081-668AB0E0F950}" dt="2026-08-25T01:51:54.424" v="0" actId="47"/>
        <pc:sldMkLst>
          <pc:docMk/>
          <pc:sldMk cId="0" sldId="366"/>
        </pc:sldMkLst>
      </pc:sldChg>
      <pc:sldChg chg="del">
        <pc:chgData name="Amanda Countryman" userId="0be1c61d-c610-49a2-ae7e-a4e60bd07712" providerId="ADAL" clId="{00873937-8841-4394-9081-668AB0E0F950}" dt="2026-08-25T01:51:54.424" v="0" actId="47"/>
        <pc:sldMkLst>
          <pc:docMk/>
          <pc:sldMk cId="0" sldId="367"/>
        </pc:sldMkLst>
      </pc:sldChg>
      <pc:sldChg chg="del">
        <pc:chgData name="Amanda Countryman" userId="0be1c61d-c610-49a2-ae7e-a4e60bd07712" providerId="ADAL" clId="{00873937-8841-4394-9081-668AB0E0F950}" dt="2026-08-25T01:51:54.424" v="0" actId="47"/>
        <pc:sldMkLst>
          <pc:docMk/>
          <pc:sldMk cId="0" sldId="368"/>
        </pc:sldMkLst>
      </pc:sldChg>
      <pc:sldChg chg="del">
        <pc:chgData name="Amanda Countryman" userId="0be1c61d-c610-49a2-ae7e-a4e60bd07712" providerId="ADAL" clId="{00873937-8841-4394-9081-668AB0E0F950}" dt="2026-08-25T01:51:54.424" v="0" actId="47"/>
        <pc:sldMkLst>
          <pc:docMk/>
          <pc:sldMk cId="0" sldId="369"/>
        </pc:sldMkLst>
      </pc:sldChg>
      <pc:sldChg chg="del">
        <pc:chgData name="Amanda Countryman" userId="0be1c61d-c610-49a2-ae7e-a4e60bd07712" providerId="ADAL" clId="{00873937-8841-4394-9081-668AB0E0F950}" dt="2026-08-25T01:51:54.424" v="0" actId="47"/>
        <pc:sldMkLst>
          <pc:docMk/>
          <pc:sldMk cId="0" sldId="370"/>
        </pc:sldMkLst>
      </pc:sldChg>
      <pc:sldChg chg="del">
        <pc:chgData name="Amanda Countryman" userId="0be1c61d-c610-49a2-ae7e-a4e60bd07712" providerId="ADAL" clId="{00873937-8841-4394-9081-668AB0E0F950}" dt="2026-08-25T01:51:54.424" v="0" actId="47"/>
        <pc:sldMkLst>
          <pc:docMk/>
          <pc:sldMk cId="0" sldId="371"/>
        </pc:sldMkLst>
      </pc:sldChg>
      <pc:sldChg chg="del">
        <pc:chgData name="Amanda Countryman" userId="0be1c61d-c610-49a2-ae7e-a4e60bd07712" providerId="ADAL" clId="{00873937-8841-4394-9081-668AB0E0F950}" dt="2026-08-25T01:51:54.424" v="0" actId="47"/>
        <pc:sldMkLst>
          <pc:docMk/>
          <pc:sldMk cId="0" sldId="372"/>
        </pc:sldMkLst>
      </pc:sldChg>
      <pc:sldChg chg="del">
        <pc:chgData name="Amanda Countryman" userId="0be1c61d-c610-49a2-ae7e-a4e60bd07712" providerId="ADAL" clId="{00873937-8841-4394-9081-668AB0E0F950}" dt="2026-08-25T01:51:54.424" v="0" actId="47"/>
        <pc:sldMkLst>
          <pc:docMk/>
          <pc:sldMk cId="0" sldId="373"/>
        </pc:sldMkLst>
      </pc:sldChg>
      <pc:sldChg chg="del">
        <pc:chgData name="Amanda Countryman" userId="0be1c61d-c610-49a2-ae7e-a4e60bd07712" providerId="ADAL" clId="{00873937-8841-4394-9081-668AB0E0F950}" dt="2026-08-25T01:51:54.424" v="0" actId="47"/>
        <pc:sldMkLst>
          <pc:docMk/>
          <pc:sldMk cId="0" sldId="374"/>
        </pc:sldMkLst>
      </pc:sldChg>
      <pc:sldChg chg="del">
        <pc:chgData name="Amanda Countryman" userId="0be1c61d-c610-49a2-ae7e-a4e60bd07712" providerId="ADAL" clId="{00873937-8841-4394-9081-668AB0E0F950}" dt="2026-08-25T01:51:54.424" v="0" actId="47"/>
        <pc:sldMkLst>
          <pc:docMk/>
          <pc:sldMk cId="0" sldId="375"/>
        </pc:sldMkLst>
      </pc:sldChg>
      <pc:sldChg chg="del">
        <pc:chgData name="Amanda Countryman" userId="0be1c61d-c610-49a2-ae7e-a4e60bd07712" providerId="ADAL" clId="{00873937-8841-4394-9081-668AB0E0F950}" dt="2026-08-25T01:51:54.424" v="0" actId="47"/>
        <pc:sldMkLst>
          <pc:docMk/>
          <pc:sldMk cId="0" sldId="376"/>
        </pc:sldMkLst>
      </pc:sldChg>
      <pc:sldChg chg="del">
        <pc:chgData name="Amanda Countryman" userId="0be1c61d-c610-49a2-ae7e-a4e60bd07712" providerId="ADAL" clId="{00873937-8841-4394-9081-668AB0E0F950}" dt="2026-08-25T01:51:54.424" v="0" actId="47"/>
        <pc:sldMkLst>
          <pc:docMk/>
          <pc:sldMk cId="0" sldId="377"/>
        </pc:sldMkLst>
      </pc:sldChg>
      <pc:sldChg chg="del">
        <pc:chgData name="Amanda Countryman" userId="0be1c61d-c610-49a2-ae7e-a4e60bd07712" providerId="ADAL" clId="{00873937-8841-4394-9081-668AB0E0F950}" dt="2026-08-25T01:51:54.424" v="0" actId="47"/>
        <pc:sldMkLst>
          <pc:docMk/>
          <pc:sldMk cId="0" sldId="378"/>
        </pc:sldMkLst>
      </pc:sldChg>
      <pc:sldChg chg="del">
        <pc:chgData name="Amanda Countryman" userId="0be1c61d-c610-49a2-ae7e-a4e60bd07712" providerId="ADAL" clId="{00873937-8841-4394-9081-668AB0E0F950}" dt="2026-08-25T01:51:54.424" v="0" actId="47"/>
        <pc:sldMkLst>
          <pc:docMk/>
          <pc:sldMk cId="0" sldId="379"/>
        </pc:sldMkLst>
      </pc:sldChg>
      <pc:sldChg chg="del">
        <pc:chgData name="Amanda Countryman" userId="0be1c61d-c610-49a2-ae7e-a4e60bd07712" providerId="ADAL" clId="{00873937-8841-4394-9081-668AB0E0F950}" dt="2026-08-25T01:51:54.424" v="0" actId="47"/>
        <pc:sldMkLst>
          <pc:docMk/>
          <pc:sldMk cId="0" sldId="380"/>
        </pc:sldMkLst>
      </pc:sldChg>
      <pc:sldChg chg="del">
        <pc:chgData name="Amanda Countryman" userId="0be1c61d-c610-49a2-ae7e-a4e60bd07712" providerId="ADAL" clId="{00873937-8841-4394-9081-668AB0E0F950}" dt="2026-08-25T01:51:54.424" v="0" actId="47"/>
        <pc:sldMkLst>
          <pc:docMk/>
          <pc:sldMk cId="0" sldId="381"/>
        </pc:sldMkLst>
      </pc:sldChg>
      <pc:sldChg chg="del">
        <pc:chgData name="Amanda Countryman" userId="0be1c61d-c610-49a2-ae7e-a4e60bd07712" providerId="ADAL" clId="{00873937-8841-4394-9081-668AB0E0F950}" dt="2026-08-25T01:51:54.424" v="0" actId="47"/>
        <pc:sldMkLst>
          <pc:docMk/>
          <pc:sldMk cId="0" sldId="382"/>
        </pc:sldMkLst>
      </pc:sldChg>
      <pc:sldChg chg="del">
        <pc:chgData name="Amanda Countryman" userId="0be1c61d-c610-49a2-ae7e-a4e60bd07712" providerId="ADAL" clId="{00873937-8841-4394-9081-668AB0E0F950}" dt="2026-08-25T01:51:54.424" v="0" actId="47"/>
        <pc:sldMkLst>
          <pc:docMk/>
          <pc:sldMk cId="0" sldId="383"/>
        </pc:sldMkLst>
      </pc:sldChg>
      <pc:sldChg chg="del">
        <pc:chgData name="Amanda Countryman" userId="0be1c61d-c610-49a2-ae7e-a4e60bd07712" providerId="ADAL" clId="{00873937-8841-4394-9081-668AB0E0F950}" dt="2026-08-25T01:51:54.424" v="0" actId="47"/>
        <pc:sldMkLst>
          <pc:docMk/>
          <pc:sldMk cId="0" sldId="384"/>
        </pc:sldMkLst>
      </pc:sldChg>
      <pc:sldChg chg="del">
        <pc:chgData name="Amanda Countryman" userId="0be1c61d-c610-49a2-ae7e-a4e60bd07712" providerId="ADAL" clId="{00873937-8841-4394-9081-668AB0E0F950}" dt="2026-08-25T01:51:54.424" v="0" actId="47"/>
        <pc:sldMkLst>
          <pc:docMk/>
          <pc:sldMk cId="0" sldId="385"/>
        </pc:sldMkLst>
      </pc:sldChg>
      <pc:sldChg chg="del">
        <pc:chgData name="Amanda Countryman" userId="0be1c61d-c610-49a2-ae7e-a4e60bd07712" providerId="ADAL" clId="{00873937-8841-4394-9081-668AB0E0F950}" dt="2026-08-25T01:51:54.424" v="0" actId="47"/>
        <pc:sldMkLst>
          <pc:docMk/>
          <pc:sldMk cId="0" sldId="386"/>
        </pc:sldMkLst>
      </pc:sldChg>
      <pc:sldChg chg="del">
        <pc:chgData name="Amanda Countryman" userId="0be1c61d-c610-49a2-ae7e-a4e60bd07712" providerId="ADAL" clId="{00873937-8841-4394-9081-668AB0E0F950}" dt="2026-08-25T01:51:54.424" v="0" actId="47"/>
        <pc:sldMkLst>
          <pc:docMk/>
          <pc:sldMk cId="0" sldId="387"/>
        </pc:sldMkLst>
      </pc:sldChg>
      <pc:sldChg chg="del">
        <pc:chgData name="Amanda Countryman" userId="0be1c61d-c610-49a2-ae7e-a4e60bd07712" providerId="ADAL" clId="{00873937-8841-4394-9081-668AB0E0F950}" dt="2026-08-25T01:51:54.424" v="0" actId="47"/>
        <pc:sldMkLst>
          <pc:docMk/>
          <pc:sldMk cId="0" sldId="388"/>
        </pc:sldMkLst>
      </pc:sldChg>
      <pc:sldChg chg="del">
        <pc:chgData name="Amanda Countryman" userId="0be1c61d-c610-49a2-ae7e-a4e60bd07712" providerId="ADAL" clId="{00873937-8841-4394-9081-668AB0E0F950}" dt="2026-08-25T01:51:54.424" v="0" actId="47"/>
        <pc:sldMkLst>
          <pc:docMk/>
          <pc:sldMk cId="0" sldId="389"/>
        </pc:sldMkLst>
      </pc:sldChg>
      <pc:sldChg chg="del">
        <pc:chgData name="Amanda Countryman" userId="0be1c61d-c610-49a2-ae7e-a4e60bd07712" providerId="ADAL" clId="{00873937-8841-4394-9081-668AB0E0F950}" dt="2026-08-25T01:51:54.424" v="0" actId="47"/>
        <pc:sldMkLst>
          <pc:docMk/>
          <pc:sldMk cId="0" sldId="390"/>
        </pc:sldMkLst>
      </pc:sldChg>
      <pc:sldChg chg="del">
        <pc:chgData name="Amanda Countryman" userId="0be1c61d-c610-49a2-ae7e-a4e60bd07712" providerId="ADAL" clId="{00873937-8841-4394-9081-668AB0E0F950}" dt="2026-08-25T01:51:54.424" v="0" actId="47"/>
        <pc:sldMkLst>
          <pc:docMk/>
          <pc:sldMk cId="0" sldId="391"/>
        </pc:sldMkLst>
      </pc:sldChg>
      <pc:sldChg chg="del">
        <pc:chgData name="Amanda Countryman" userId="0be1c61d-c610-49a2-ae7e-a4e60bd07712" providerId="ADAL" clId="{00873937-8841-4394-9081-668AB0E0F950}" dt="2026-08-25T01:51:54.424" v="0" actId="47"/>
        <pc:sldMkLst>
          <pc:docMk/>
          <pc:sldMk cId="0" sldId="392"/>
        </pc:sldMkLst>
      </pc:sldChg>
      <pc:sldChg chg="del">
        <pc:chgData name="Amanda Countryman" userId="0be1c61d-c610-49a2-ae7e-a4e60bd07712" providerId="ADAL" clId="{00873937-8841-4394-9081-668AB0E0F950}" dt="2026-08-25T01:51:54.424" v="0" actId="47"/>
        <pc:sldMkLst>
          <pc:docMk/>
          <pc:sldMk cId="0" sldId="393"/>
        </pc:sldMkLst>
      </pc:sldChg>
      <pc:sldChg chg="del">
        <pc:chgData name="Amanda Countryman" userId="0be1c61d-c610-49a2-ae7e-a4e60bd07712" providerId="ADAL" clId="{00873937-8841-4394-9081-668AB0E0F950}" dt="2026-08-25T01:51:54.424" v="0" actId="47"/>
        <pc:sldMkLst>
          <pc:docMk/>
          <pc:sldMk cId="0" sldId="394"/>
        </pc:sldMkLst>
      </pc:sldChg>
      <pc:sldChg chg="del">
        <pc:chgData name="Amanda Countryman" userId="0be1c61d-c610-49a2-ae7e-a4e60bd07712" providerId="ADAL" clId="{00873937-8841-4394-9081-668AB0E0F950}" dt="2026-08-25T01:51:54.424" v="0" actId="47"/>
        <pc:sldMkLst>
          <pc:docMk/>
          <pc:sldMk cId="0" sldId="395"/>
        </pc:sldMkLst>
      </pc:sldChg>
      <pc:sldChg chg="del">
        <pc:chgData name="Amanda Countryman" userId="0be1c61d-c610-49a2-ae7e-a4e60bd07712" providerId="ADAL" clId="{00873937-8841-4394-9081-668AB0E0F950}" dt="2026-08-25T01:51:54.424" v="0" actId="47"/>
        <pc:sldMkLst>
          <pc:docMk/>
          <pc:sldMk cId="0" sldId="396"/>
        </pc:sldMkLst>
      </pc:sldChg>
      <pc:sldChg chg="del">
        <pc:chgData name="Amanda Countryman" userId="0be1c61d-c610-49a2-ae7e-a4e60bd07712" providerId="ADAL" clId="{00873937-8841-4394-9081-668AB0E0F950}" dt="2026-08-25T01:51:54.424" v="0" actId="47"/>
        <pc:sldMkLst>
          <pc:docMk/>
          <pc:sldMk cId="0" sldId="397"/>
        </pc:sldMkLst>
      </pc:sldChg>
      <pc:sldChg chg="del">
        <pc:chgData name="Amanda Countryman" userId="0be1c61d-c610-49a2-ae7e-a4e60bd07712" providerId="ADAL" clId="{00873937-8841-4394-9081-668AB0E0F950}" dt="2026-08-25T01:51:54.424" v="0" actId="47"/>
        <pc:sldMkLst>
          <pc:docMk/>
          <pc:sldMk cId="0" sldId="398"/>
        </pc:sldMkLst>
      </pc:sldChg>
      <pc:sldChg chg="del">
        <pc:chgData name="Amanda Countryman" userId="0be1c61d-c610-49a2-ae7e-a4e60bd07712" providerId="ADAL" clId="{00873937-8841-4394-9081-668AB0E0F950}" dt="2026-08-25T01:51:54.424" v="0" actId="47"/>
        <pc:sldMkLst>
          <pc:docMk/>
          <pc:sldMk cId="0" sldId="399"/>
        </pc:sldMkLst>
      </pc:sldChg>
      <pc:sldChg chg="del">
        <pc:chgData name="Amanda Countryman" userId="0be1c61d-c610-49a2-ae7e-a4e60bd07712" providerId="ADAL" clId="{00873937-8841-4394-9081-668AB0E0F950}" dt="2026-08-25T01:51:54.424" v="0" actId="47"/>
        <pc:sldMkLst>
          <pc:docMk/>
          <pc:sldMk cId="0" sldId="400"/>
        </pc:sldMkLst>
      </pc:sldChg>
      <pc:sldChg chg="del">
        <pc:chgData name="Amanda Countryman" userId="0be1c61d-c610-49a2-ae7e-a4e60bd07712" providerId="ADAL" clId="{00873937-8841-4394-9081-668AB0E0F950}" dt="2026-08-25T01:51:54.424" v="0" actId="47"/>
        <pc:sldMkLst>
          <pc:docMk/>
          <pc:sldMk cId="0" sldId="401"/>
        </pc:sldMkLst>
      </pc:sldChg>
      <pc:sldChg chg="del">
        <pc:chgData name="Amanda Countryman" userId="0be1c61d-c610-49a2-ae7e-a4e60bd07712" providerId="ADAL" clId="{00873937-8841-4394-9081-668AB0E0F950}" dt="2026-08-25T01:51:54.424" v="0" actId="47"/>
        <pc:sldMkLst>
          <pc:docMk/>
          <pc:sldMk cId="0" sldId="402"/>
        </pc:sldMkLst>
      </pc:sldChg>
      <pc:sldChg chg="del">
        <pc:chgData name="Amanda Countryman" userId="0be1c61d-c610-49a2-ae7e-a4e60bd07712" providerId="ADAL" clId="{00873937-8841-4394-9081-668AB0E0F950}" dt="2026-08-25T01:51:54.424" v="0" actId="47"/>
        <pc:sldMkLst>
          <pc:docMk/>
          <pc:sldMk cId="0" sldId="403"/>
        </pc:sldMkLst>
      </pc:sldChg>
      <pc:sldChg chg="del">
        <pc:chgData name="Amanda Countryman" userId="0be1c61d-c610-49a2-ae7e-a4e60bd07712" providerId="ADAL" clId="{00873937-8841-4394-9081-668AB0E0F950}" dt="2026-08-25T01:51:54.424" v="0" actId="47"/>
        <pc:sldMkLst>
          <pc:docMk/>
          <pc:sldMk cId="0" sldId="404"/>
        </pc:sldMkLst>
      </pc:sldChg>
      <pc:sldChg chg="del">
        <pc:chgData name="Amanda Countryman" userId="0be1c61d-c610-49a2-ae7e-a4e60bd07712" providerId="ADAL" clId="{00873937-8841-4394-9081-668AB0E0F950}" dt="2026-08-25T01:51:54.424" v="0" actId="47"/>
        <pc:sldMkLst>
          <pc:docMk/>
          <pc:sldMk cId="0" sldId="405"/>
        </pc:sldMkLst>
      </pc:sldChg>
      <pc:sldChg chg="del">
        <pc:chgData name="Amanda Countryman" userId="0be1c61d-c610-49a2-ae7e-a4e60bd07712" providerId="ADAL" clId="{00873937-8841-4394-9081-668AB0E0F950}" dt="2026-08-25T01:51:54.424" v="0" actId="47"/>
        <pc:sldMkLst>
          <pc:docMk/>
          <pc:sldMk cId="0" sldId="406"/>
        </pc:sldMkLst>
      </pc:sldChg>
      <pc:sldChg chg="del">
        <pc:chgData name="Amanda Countryman" userId="0be1c61d-c610-49a2-ae7e-a4e60bd07712" providerId="ADAL" clId="{00873937-8841-4394-9081-668AB0E0F950}" dt="2026-08-25T01:51:54.424" v="0" actId="47"/>
        <pc:sldMkLst>
          <pc:docMk/>
          <pc:sldMk cId="0" sldId="407"/>
        </pc:sldMkLst>
      </pc:sldChg>
      <pc:sldChg chg="del">
        <pc:chgData name="Amanda Countryman" userId="0be1c61d-c610-49a2-ae7e-a4e60bd07712" providerId="ADAL" clId="{00873937-8841-4394-9081-668AB0E0F950}" dt="2026-08-25T01:51:54.424" v="0" actId="47"/>
        <pc:sldMkLst>
          <pc:docMk/>
          <pc:sldMk cId="0" sldId="408"/>
        </pc:sldMkLst>
      </pc:sldChg>
      <pc:sldChg chg="del">
        <pc:chgData name="Amanda Countryman" userId="0be1c61d-c610-49a2-ae7e-a4e60bd07712" providerId="ADAL" clId="{00873937-8841-4394-9081-668AB0E0F950}" dt="2026-08-25T01:51:54.424" v="0" actId="47"/>
        <pc:sldMkLst>
          <pc:docMk/>
          <pc:sldMk cId="0" sldId="409"/>
        </pc:sldMkLst>
      </pc:sldChg>
      <pc:sldChg chg="del">
        <pc:chgData name="Amanda Countryman" userId="0be1c61d-c610-49a2-ae7e-a4e60bd07712" providerId="ADAL" clId="{00873937-8841-4394-9081-668AB0E0F950}" dt="2026-08-25T01:51:54.424" v="0" actId="47"/>
        <pc:sldMkLst>
          <pc:docMk/>
          <pc:sldMk cId="0" sldId="410"/>
        </pc:sldMkLst>
      </pc:sldChg>
      <pc:sldChg chg="del">
        <pc:chgData name="Amanda Countryman" userId="0be1c61d-c610-49a2-ae7e-a4e60bd07712" providerId="ADAL" clId="{00873937-8841-4394-9081-668AB0E0F950}" dt="2026-08-25T01:51:54.424" v="0" actId="47"/>
        <pc:sldMkLst>
          <pc:docMk/>
          <pc:sldMk cId="0" sldId="411"/>
        </pc:sldMkLst>
      </pc:sldChg>
      <pc:sldChg chg="del">
        <pc:chgData name="Amanda Countryman" userId="0be1c61d-c610-49a2-ae7e-a4e60bd07712" providerId="ADAL" clId="{00873937-8841-4394-9081-668AB0E0F950}" dt="2026-08-25T01:51:54.424" v="0" actId="47"/>
        <pc:sldMkLst>
          <pc:docMk/>
          <pc:sldMk cId="0" sldId="412"/>
        </pc:sldMkLst>
      </pc:sldChg>
      <pc:sldChg chg="del">
        <pc:chgData name="Amanda Countryman" userId="0be1c61d-c610-49a2-ae7e-a4e60bd07712" providerId="ADAL" clId="{00873937-8841-4394-9081-668AB0E0F950}" dt="2026-08-25T01:51:54.424" v="0" actId="47"/>
        <pc:sldMkLst>
          <pc:docMk/>
          <pc:sldMk cId="0" sldId="413"/>
        </pc:sldMkLst>
      </pc:sldChg>
      <pc:sldChg chg="del">
        <pc:chgData name="Amanda Countryman" userId="0be1c61d-c610-49a2-ae7e-a4e60bd07712" providerId="ADAL" clId="{00873937-8841-4394-9081-668AB0E0F950}" dt="2026-08-25T01:51:54.424" v="0" actId="47"/>
        <pc:sldMkLst>
          <pc:docMk/>
          <pc:sldMk cId="0" sldId="414"/>
        </pc:sldMkLst>
      </pc:sldChg>
      <pc:sldChg chg="del">
        <pc:chgData name="Amanda Countryman" userId="0be1c61d-c610-49a2-ae7e-a4e60bd07712" providerId="ADAL" clId="{00873937-8841-4394-9081-668AB0E0F950}" dt="2026-08-25T01:51:54.424" v="0" actId="47"/>
        <pc:sldMkLst>
          <pc:docMk/>
          <pc:sldMk cId="0" sldId="415"/>
        </pc:sldMkLst>
      </pc:sldChg>
      <pc:sldChg chg="del">
        <pc:chgData name="Amanda Countryman" userId="0be1c61d-c610-49a2-ae7e-a4e60bd07712" providerId="ADAL" clId="{00873937-8841-4394-9081-668AB0E0F950}" dt="2026-08-25T01:51:54.424" v="0" actId="47"/>
        <pc:sldMkLst>
          <pc:docMk/>
          <pc:sldMk cId="0" sldId="416"/>
        </pc:sldMkLst>
      </pc:sldChg>
      <pc:sldChg chg="del">
        <pc:chgData name="Amanda Countryman" userId="0be1c61d-c610-49a2-ae7e-a4e60bd07712" providerId="ADAL" clId="{00873937-8841-4394-9081-668AB0E0F950}" dt="2026-08-25T01:51:54.424" v="0" actId="47"/>
        <pc:sldMkLst>
          <pc:docMk/>
          <pc:sldMk cId="0" sldId="417"/>
        </pc:sldMkLst>
      </pc:sldChg>
      <pc:sldChg chg="del">
        <pc:chgData name="Amanda Countryman" userId="0be1c61d-c610-49a2-ae7e-a4e60bd07712" providerId="ADAL" clId="{00873937-8841-4394-9081-668AB0E0F950}" dt="2026-08-25T01:51:54.424" v="0" actId="47"/>
        <pc:sldMkLst>
          <pc:docMk/>
          <pc:sldMk cId="0" sldId="418"/>
        </pc:sldMkLst>
      </pc:sldChg>
      <pc:sldChg chg="del">
        <pc:chgData name="Amanda Countryman" userId="0be1c61d-c610-49a2-ae7e-a4e60bd07712" providerId="ADAL" clId="{00873937-8841-4394-9081-668AB0E0F950}" dt="2026-08-25T01:51:54.424" v="0" actId="47"/>
        <pc:sldMkLst>
          <pc:docMk/>
          <pc:sldMk cId="0" sldId="419"/>
        </pc:sldMkLst>
      </pc:sldChg>
      <pc:sldChg chg="del">
        <pc:chgData name="Amanda Countryman" userId="0be1c61d-c610-49a2-ae7e-a4e60bd07712" providerId="ADAL" clId="{00873937-8841-4394-9081-668AB0E0F950}" dt="2026-08-25T01:51:54.424" v="0" actId="47"/>
        <pc:sldMkLst>
          <pc:docMk/>
          <pc:sldMk cId="0" sldId="420"/>
        </pc:sldMkLst>
      </pc:sldChg>
      <pc:sldChg chg="del">
        <pc:chgData name="Amanda Countryman" userId="0be1c61d-c610-49a2-ae7e-a4e60bd07712" providerId="ADAL" clId="{00873937-8841-4394-9081-668AB0E0F950}" dt="2026-08-25T01:51:54.424" v="0" actId="47"/>
        <pc:sldMkLst>
          <pc:docMk/>
          <pc:sldMk cId="0" sldId="421"/>
        </pc:sldMkLst>
      </pc:sldChg>
      <pc:sldChg chg="del">
        <pc:chgData name="Amanda Countryman" userId="0be1c61d-c610-49a2-ae7e-a4e60bd07712" providerId="ADAL" clId="{00873937-8841-4394-9081-668AB0E0F950}" dt="2026-08-25T01:51:54.424" v="0" actId="47"/>
        <pc:sldMkLst>
          <pc:docMk/>
          <pc:sldMk cId="0" sldId="422"/>
        </pc:sldMkLst>
      </pc:sldChg>
      <pc:sldChg chg="del">
        <pc:chgData name="Amanda Countryman" userId="0be1c61d-c610-49a2-ae7e-a4e60bd07712" providerId="ADAL" clId="{00873937-8841-4394-9081-668AB0E0F950}" dt="2026-08-25T01:51:54.424" v="0" actId="47"/>
        <pc:sldMkLst>
          <pc:docMk/>
          <pc:sldMk cId="0" sldId="423"/>
        </pc:sldMkLst>
      </pc:sldChg>
      <pc:sldChg chg="del">
        <pc:chgData name="Amanda Countryman" userId="0be1c61d-c610-49a2-ae7e-a4e60bd07712" providerId="ADAL" clId="{00873937-8841-4394-9081-668AB0E0F950}" dt="2026-08-25T01:51:54.424" v="0" actId="47"/>
        <pc:sldMkLst>
          <pc:docMk/>
          <pc:sldMk cId="0" sldId="424"/>
        </pc:sldMkLst>
      </pc:sldChg>
      <pc:sldChg chg="del">
        <pc:chgData name="Amanda Countryman" userId="0be1c61d-c610-49a2-ae7e-a4e60bd07712" providerId="ADAL" clId="{00873937-8841-4394-9081-668AB0E0F950}" dt="2026-08-25T01:51:54.424" v="0" actId="47"/>
        <pc:sldMkLst>
          <pc:docMk/>
          <pc:sldMk cId="0" sldId="425"/>
        </pc:sldMkLst>
      </pc:sldChg>
      <pc:sldChg chg="del">
        <pc:chgData name="Amanda Countryman" userId="0be1c61d-c610-49a2-ae7e-a4e60bd07712" providerId="ADAL" clId="{00873937-8841-4394-9081-668AB0E0F950}" dt="2026-08-25T01:51:54.424" v="0" actId="47"/>
        <pc:sldMkLst>
          <pc:docMk/>
          <pc:sldMk cId="0" sldId="426"/>
        </pc:sldMkLst>
      </pc:sldChg>
      <pc:sldChg chg="del">
        <pc:chgData name="Amanda Countryman" userId="0be1c61d-c610-49a2-ae7e-a4e60bd07712" providerId="ADAL" clId="{00873937-8841-4394-9081-668AB0E0F950}" dt="2026-08-25T01:51:54.424" v="0" actId="47"/>
        <pc:sldMkLst>
          <pc:docMk/>
          <pc:sldMk cId="0" sldId="427"/>
        </pc:sldMkLst>
      </pc:sldChg>
      <pc:sldChg chg="del">
        <pc:chgData name="Amanda Countryman" userId="0be1c61d-c610-49a2-ae7e-a4e60bd07712" providerId="ADAL" clId="{00873937-8841-4394-9081-668AB0E0F950}" dt="2026-08-25T01:51:54.424" v="0" actId="47"/>
        <pc:sldMkLst>
          <pc:docMk/>
          <pc:sldMk cId="0" sldId="428"/>
        </pc:sldMkLst>
      </pc:sldChg>
      <pc:sldChg chg="del">
        <pc:chgData name="Amanda Countryman" userId="0be1c61d-c610-49a2-ae7e-a4e60bd07712" providerId="ADAL" clId="{00873937-8841-4394-9081-668AB0E0F950}" dt="2026-08-25T01:51:54.424" v="0" actId="47"/>
        <pc:sldMkLst>
          <pc:docMk/>
          <pc:sldMk cId="0" sldId="429"/>
        </pc:sldMkLst>
      </pc:sldChg>
      <pc:sldChg chg="del">
        <pc:chgData name="Amanda Countryman" userId="0be1c61d-c610-49a2-ae7e-a4e60bd07712" providerId="ADAL" clId="{00873937-8841-4394-9081-668AB0E0F950}" dt="2026-08-25T01:51:54.424" v="0" actId="47"/>
        <pc:sldMkLst>
          <pc:docMk/>
          <pc:sldMk cId="0" sldId="430"/>
        </pc:sldMkLst>
      </pc:sldChg>
      <pc:sldChg chg="del">
        <pc:chgData name="Amanda Countryman" userId="0be1c61d-c610-49a2-ae7e-a4e60bd07712" providerId="ADAL" clId="{00873937-8841-4394-9081-668AB0E0F950}" dt="2026-08-25T01:51:54.424" v="0" actId="47"/>
        <pc:sldMkLst>
          <pc:docMk/>
          <pc:sldMk cId="0" sldId="431"/>
        </pc:sldMkLst>
      </pc:sldChg>
      <pc:sldChg chg="del">
        <pc:chgData name="Amanda Countryman" userId="0be1c61d-c610-49a2-ae7e-a4e60bd07712" providerId="ADAL" clId="{00873937-8841-4394-9081-668AB0E0F950}" dt="2026-08-25T01:51:54.424" v="0" actId="47"/>
        <pc:sldMkLst>
          <pc:docMk/>
          <pc:sldMk cId="0" sldId="432"/>
        </pc:sldMkLst>
      </pc:sldChg>
      <pc:sldChg chg="del">
        <pc:chgData name="Amanda Countryman" userId="0be1c61d-c610-49a2-ae7e-a4e60bd07712" providerId="ADAL" clId="{00873937-8841-4394-9081-668AB0E0F950}" dt="2026-08-25T01:52:05.312" v="1" actId="47"/>
        <pc:sldMkLst>
          <pc:docMk/>
          <pc:sldMk cId="0" sldId="458"/>
        </pc:sldMkLst>
      </pc:sldChg>
      <pc:sldChg chg="del">
        <pc:chgData name="Amanda Countryman" userId="0be1c61d-c610-49a2-ae7e-a4e60bd07712" providerId="ADAL" clId="{00873937-8841-4394-9081-668AB0E0F950}" dt="2026-08-25T01:52:05.312" v="1" actId="47"/>
        <pc:sldMkLst>
          <pc:docMk/>
          <pc:sldMk cId="0" sldId="459"/>
        </pc:sldMkLst>
      </pc:sldChg>
      <pc:sldChg chg="del">
        <pc:chgData name="Amanda Countryman" userId="0be1c61d-c610-49a2-ae7e-a4e60bd07712" providerId="ADAL" clId="{00873937-8841-4394-9081-668AB0E0F950}" dt="2026-08-25T01:52:05.312" v="1" actId="47"/>
        <pc:sldMkLst>
          <pc:docMk/>
          <pc:sldMk cId="0" sldId="460"/>
        </pc:sldMkLst>
      </pc:sldChg>
      <pc:sldChg chg="del">
        <pc:chgData name="Amanda Countryman" userId="0be1c61d-c610-49a2-ae7e-a4e60bd07712" providerId="ADAL" clId="{00873937-8841-4394-9081-668AB0E0F950}" dt="2026-08-25T01:52:05.312" v="1" actId="47"/>
        <pc:sldMkLst>
          <pc:docMk/>
          <pc:sldMk cId="0" sldId="461"/>
        </pc:sldMkLst>
      </pc:sldChg>
      <pc:sldChg chg="del">
        <pc:chgData name="Amanda Countryman" userId="0be1c61d-c610-49a2-ae7e-a4e60bd07712" providerId="ADAL" clId="{00873937-8841-4394-9081-668AB0E0F950}" dt="2026-08-25T01:52:05.312" v="1" actId="47"/>
        <pc:sldMkLst>
          <pc:docMk/>
          <pc:sldMk cId="0" sldId="462"/>
        </pc:sldMkLst>
      </pc:sldChg>
      <pc:sldChg chg="del">
        <pc:chgData name="Amanda Countryman" userId="0be1c61d-c610-49a2-ae7e-a4e60bd07712" providerId="ADAL" clId="{00873937-8841-4394-9081-668AB0E0F950}" dt="2026-08-25T01:52:05.312" v="1" actId="47"/>
        <pc:sldMkLst>
          <pc:docMk/>
          <pc:sldMk cId="0" sldId="463"/>
        </pc:sldMkLst>
      </pc:sldChg>
      <pc:sldChg chg="del">
        <pc:chgData name="Amanda Countryman" userId="0be1c61d-c610-49a2-ae7e-a4e60bd07712" providerId="ADAL" clId="{00873937-8841-4394-9081-668AB0E0F950}" dt="2026-08-25T01:52:05.312" v="1" actId="47"/>
        <pc:sldMkLst>
          <pc:docMk/>
          <pc:sldMk cId="0" sldId="464"/>
        </pc:sldMkLst>
      </pc:sldChg>
      <pc:sldChg chg="del">
        <pc:chgData name="Amanda Countryman" userId="0be1c61d-c610-49a2-ae7e-a4e60bd07712" providerId="ADAL" clId="{00873937-8841-4394-9081-668AB0E0F950}" dt="2026-08-25T01:52:05.312" v="1" actId="47"/>
        <pc:sldMkLst>
          <pc:docMk/>
          <pc:sldMk cId="0" sldId="465"/>
        </pc:sldMkLst>
      </pc:sldChg>
      <pc:sldChg chg="del">
        <pc:chgData name="Amanda Countryman" userId="0be1c61d-c610-49a2-ae7e-a4e60bd07712" providerId="ADAL" clId="{00873937-8841-4394-9081-668AB0E0F950}" dt="2026-08-25T01:52:05.312" v="1" actId="47"/>
        <pc:sldMkLst>
          <pc:docMk/>
          <pc:sldMk cId="0" sldId="466"/>
        </pc:sldMkLst>
      </pc:sldChg>
      <pc:sldChg chg="del">
        <pc:chgData name="Amanda Countryman" userId="0be1c61d-c610-49a2-ae7e-a4e60bd07712" providerId="ADAL" clId="{00873937-8841-4394-9081-668AB0E0F950}" dt="2026-08-25T01:52:05.312" v="1" actId="47"/>
        <pc:sldMkLst>
          <pc:docMk/>
          <pc:sldMk cId="0" sldId="467"/>
        </pc:sldMkLst>
      </pc:sldChg>
      <pc:sldChg chg="del">
        <pc:chgData name="Amanda Countryman" userId="0be1c61d-c610-49a2-ae7e-a4e60bd07712" providerId="ADAL" clId="{00873937-8841-4394-9081-668AB0E0F950}" dt="2026-08-25T01:52:05.312" v="1" actId="47"/>
        <pc:sldMkLst>
          <pc:docMk/>
          <pc:sldMk cId="0" sldId="468"/>
        </pc:sldMkLst>
      </pc:sldChg>
      <pc:sldChg chg="del">
        <pc:chgData name="Amanda Countryman" userId="0be1c61d-c610-49a2-ae7e-a4e60bd07712" providerId="ADAL" clId="{00873937-8841-4394-9081-668AB0E0F950}" dt="2026-08-25T01:52:05.312" v="1" actId="47"/>
        <pc:sldMkLst>
          <pc:docMk/>
          <pc:sldMk cId="0" sldId="469"/>
        </pc:sldMkLst>
      </pc:sldChg>
      <pc:sldChg chg="del">
        <pc:chgData name="Amanda Countryman" userId="0be1c61d-c610-49a2-ae7e-a4e60bd07712" providerId="ADAL" clId="{00873937-8841-4394-9081-668AB0E0F950}" dt="2026-08-25T01:52:05.312" v="1" actId="47"/>
        <pc:sldMkLst>
          <pc:docMk/>
          <pc:sldMk cId="0" sldId="470"/>
        </pc:sldMkLst>
      </pc:sldChg>
      <pc:sldChg chg="del">
        <pc:chgData name="Amanda Countryman" userId="0be1c61d-c610-49a2-ae7e-a4e60bd07712" providerId="ADAL" clId="{00873937-8841-4394-9081-668AB0E0F950}" dt="2026-08-25T01:52:05.312" v="1" actId="47"/>
        <pc:sldMkLst>
          <pc:docMk/>
          <pc:sldMk cId="0" sldId="471"/>
        </pc:sldMkLst>
      </pc:sldChg>
      <pc:sldChg chg="del">
        <pc:chgData name="Amanda Countryman" userId="0be1c61d-c610-49a2-ae7e-a4e60bd07712" providerId="ADAL" clId="{00873937-8841-4394-9081-668AB0E0F950}" dt="2026-08-25T01:52:05.312" v="1" actId="47"/>
        <pc:sldMkLst>
          <pc:docMk/>
          <pc:sldMk cId="0" sldId="472"/>
        </pc:sldMkLst>
      </pc:sldChg>
      <pc:sldChg chg="del">
        <pc:chgData name="Amanda Countryman" userId="0be1c61d-c610-49a2-ae7e-a4e60bd07712" providerId="ADAL" clId="{00873937-8841-4394-9081-668AB0E0F950}" dt="2026-08-25T01:52:05.312" v="1" actId="47"/>
        <pc:sldMkLst>
          <pc:docMk/>
          <pc:sldMk cId="0" sldId="473"/>
        </pc:sldMkLst>
      </pc:sldChg>
      <pc:sldChg chg="del">
        <pc:chgData name="Amanda Countryman" userId="0be1c61d-c610-49a2-ae7e-a4e60bd07712" providerId="ADAL" clId="{00873937-8841-4394-9081-668AB0E0F950}" dt="2026-08-25T01:52:05.312" v="1" actId="47"/>
        <pc:sldMkLst>
          <pc:docMk/>
          <pc:sldMk cId="0" sldId="474"/>
        </pc:sldMkLst>
      </pc:sldChg>
      <pc:sldChg chg="del">
        <pc:chgData name="Amanda Countryman" userId="0be1c61d-c610-49a2-ae7e-a4e60bd07712" providerId="ADAL" clId="{00873937-8841-4394-9081-668AB0E0F950}" dt="2026-08-25T01:52:05.312" v="1" actId="47"/>
        <pc:sldMkLst>
          <pc:docMk/>
          <pc:sldMk cId="0" sldId="475"/>
        </pc:sldMkLst>
      </pc:sldChg>
      <pc:sldChg chg="del">
        <pc:chgData name="Amanda Countryman" userId="0be1c61d-c610-49a2-ae7e-a4e60bd07712" providerId="ADAL" clId="{00873937-8841-4394-9081-668AB0E0F950}" dt="2026-08-25T01:52:05.312" v="1" actId="47"/>
        <pc:sldMkLst>
          <pc:docMk/>
          <pc:sldMk cId="0" sldId="476"/>
        </pc:sldMkLst>
      </pc:sldChg>
      <pc:sldChg chg="del">
        <pc:chgData name="Amanda Countryman" userId="0be1c61d-c610-49a2-ae7e-a4e60bd07712" providerId="ADAL" clId="{00873937-8841-4394-9081-668AB0E0F950}" dt="2026-08-25T01:52:05.312" v="1" actId="47"/>
        <pc:sldMkLst>
          <pc:docMk/>
          <pc:sldMk cId="0" sldId="477"/>
        </pc:sldMkLst>
      </pc:sldChg>
      <pc:sldChg chg="del">
        <pc:chgData name="Amanda Countryman" userId="0be1c61d-c610-49a2-ae7e-a4e60bd07712" providerId="ADAL" clId="{00873937-8841-4394-9081-668AB0E0F950}" dt="2026-08-25T01:52:05.312" v="1" actId="47"/>
        <pc:sldMkLst>
          <pc:docMk/>
          <pc:sldMk cId="0" sldId="478"/>
        </pc:sldMkLst>
      </pc:sldChg>
      <pc:sldChg chg="del">
        <pc:chgData name="Amanda Countryman" userId="0be1c61d-c610-49a2-ae7e-a4e60bd07712" providerId="ADAL" clId="{00873937-8841-4394-9081-668AB0E0F950}" dt="2026-08-25T01:52:05.312" v="1" actId="47"/>
        <pc:sldMkLst>
          <pc:docMk/>
          <pc:sldMk cId="0" sldId="479"/>
        </pc:sldMkLst>
      </pc:sldChg>
      <pc:sldChg chg="del">
        <pc:chgData name="Amanda Countryman" userId="0be1c61d-c610-49a2-ae7e-a4e60bd07712" providerId="ADAL" clId="{00873937-8841-4394-9081-668AB0E0F950}" dt="2026-08-25T01:52:05.312" v="1" actId="47"/>
        <pc:sldMkLst>
          <pc:docMk/>
          <pc:sldMk cId="0" sldId="480"/>
        </pc:sldMkLst>
      </pc:sldChg>
      <pc:sldChg chg="del">
        <pc:chgData name="Amanda Countryman" userId="0be1c61d-c610-49a2-ae7e-a4e60bd07712" providerId="ADAL" clId="{00873937-8841-4394-9081-668AB0E0F950}" dt="2026-08-25T01:52:05.312" v="1" actId="47"/>
        <pc:sldMkLst>
          <pc:docMk/>
          <pc:sldMk cId="0" sldId="481"/>
        </pc:sldMkLst>
      </pc:sldChg>
      <pc:sldChg chg="del">
        <pc:chgData name="Amanda Countryman" userId="0be1c61d-c610-49a2-ae7e-a4e60bd07712" providerId="ADAL" clId="{00873937-8841-4394-9081-668AB0E0F950}" dt="2026-08-25T01:52:05.312" v="1" actId="47"/>
        <pc:sldMkLst>
          <pc:docMk/>
          <pc:sldMk cId="0" sldId="482"/>
        </pc:sldMkLst>
      </pc:sldChg>
      <pc:sldChg chg="del">
        <pc:chgData name="Amanda Countryman" userId="0be1c61d-c610-49a2-ae7e-a4e60bd07712" providerId="ADAL" clId="{00873937-8841-4394-9081-668AB0E0F950}" dt="2026-08-25T01:52:05.312" v="1" actId="47"/>
        <pc:sldMkLst>
          <pc:docMk/>
          <pc:sldMk cId="0" sldId="483"/>
        </pc:sldMkLst>
      </pc:sldChg>
      <pc:sldChg chg="del">
        <pc:chgData name="Amanda Countryman" userId="0be1c61d-c610-49a2-ae7e-a4e60bd07712" providerId="ADAL" clId="{00873937-8841-4394-9081-668AB0E0F950}" dt="2026-08-25T01:52:05.312" v="1" actId="47"/>
        <pc:sldMkLst>
          <pc:docMk/>
          <pc:sldMk cId="0" sldId="484"/>
        </pc:sldMkLst>
      </pc:sldChg>
      <pc:sldChg chg="del">
        <pc:chgData name="Amanda Countryman" userId="0be1c61d-c610-49a2-ae7e-a4e60bd07712" providerId="ADAL" clId="{00873937-8841-4394-9081-668AB0E0F950}" dt="2026-08-25T01:52:05.312" v="1" actId="47"/>
        <pc:sldMkLst>
          <pc:docMk/>
          <pc:sldMk cId="0" sldId="485"/>
        </pc:sldMkLst>
      </pc:sldChg>
      <pc:sldChg chg="del">
        <pc:chgData name="Amanda Countryman" userId="0be1c61d-c610-49a2-ae7e-a4e60bd07712" providerId="ADAL" clId="{00873937-8841-4394-9081-668AB0E0F950}" dt="2026-08-25T01:52:05.312" v="1" actId="47"/>
        <pc:sldMkLst>
          <pc:docMk/>
          <pc:sldMk cId="0" sldId="486"/>
        </pc:sldMkLst>
      </pc:sldChg>
      <pc:sldChg chg="del">
        <pc:chgData name="Amanda Countryman" userId="0be1c61d-c610-49a2-ae7e-a4e60bd07712" providerId="ADAL" clId="{00873937-8841-4394-9081-668AB0E0F950}" dt="2026-08-25T01:52:05.312" v="1" actId="47"/>
        <pc:sldMkLst>
          <pc:docMk/>
          <pc:sldMk cId="0" sldId="487"/>
        </pc:sldMkLst>
      </pc:sldChg>
      <pc:sldChg chg="del">
        <pc:chgData name="Amanda Countryman" userId="0be1c61d-c610-49a2-ae7e-a4e60bd07712" providerId="ADAL" clId="{00873937-8841-4394-9081-668AB0E0F950}" dt="2026-08-25T01:52:05.312" v="1" actId="47"/>
        <pc:sldMkLst>
          <pc:docMk/>
          <pc:sldMk cId="0" sldId="488"/>
        </pc:sldMkLst>
      </pc:sldChg>
      <pc:sldChg chg="del">
        <pc:chgData name="Amanda Countryman" userId="0be1c61d-c610-49a2-ae7e-a4e60bd07712" providerId="ADAL" clId="{00873937-8841-4394-9081-668AB0E0F950}" dt="2026-08-25T01:52:05.312" v="1" actId="47"/>
        <pc:sldMkLst>
          <pc:docMk/>
          <pc:sldMk cId="0" sldId="489"/>
        </pc:sldMkLst>
      </pc:sldChg>
      <pc:sldChg chg="del">
        <pc:chgData name="Amanda Countryman" userId="0be1c61d-c610-49a2-ae7e-a4e60bd07712" providerId="ADAL" clId="{00873937-8841-4394-9081-668AB0E0F950}" dt="2026-08-25T01:52:05.312" v="1" actId="47"/>
        <pc:sldMkLst>
          <pc:docMk/>
          <pc:sldMk cId="0" sldId="490"/>
        </pc:sldMkLst>
      </pc:sldChg>
      <pc:sldChg chg="del">
        <pc:chgData name="Amanda Countryman" userId="0be1c61d-c610-49a2-ae7e-a4e60bd07712" providerId="ADAL" clId="{00873937-8841-4394-9081-668AB0E0F950}" dt="2026-08-25T01:52:05.312" v="1" actId="47"/>
        <pc:sldMkLst>
          <pc:docMk/>
          <pc:sldMk cId="0" sldId="491"/>
        </pc:sldMkLst>
      </pc:sldChg>
      <pc:sldChg chg="del">
        <pc:chgData name="Amanda Countryman" userId="0be1c61d-c610-49a2-ae7e-a4e60bd07712" providerId="ADAL" clId="{00873937-8841-4394-9081-668AB0E0F950}" dt="2026-08-25T01:52:05.312" v="1" actId="47"/>
        <pc:sldMkLst>
          <pc:docMk/>
          <pc:sldMk cId="0" sldId="492"/>
        </pc:sldMkLst>
      </pc:sldChg>
      <pc:sldChg chg="del">
        <pc:chgData name="Amanda Countryman" userId="0be1c61d-c610-49a2-ae7e-a4e60bd07712" providerId="ADAL" clId="{00873937-8841-4394-9081-668AB0E0F950}" dt="2026-08-25T01:52:05.312" v="1" actId="47"/>
        <pc:sldMkLst>
          <pc:docMk/>
          <pc:sldMk cId="0" sldId="493"/>
        </pc:sldMkLst>
      </pc:sldChg>
      <pc:sldChg chg="del">
        <pc:chgData name="Amanda Countryman" userId="0be1c61d-c610-49a2-ae7e-a4e60bd07712" providerId="ADAL" clId="{00873937-8841-4394-9081-668AB0E0F950}" dt="2026-08-25T01:52:05.312" v="1" actId="47"/>
        <pc:sldMkLst>
          <pc:docMk/>
          <pc:sldMk cId="0" sldId="494"/>
        </pc:sldMkLst>
      </pc:sldChg>
      <pc:sldChg chg="del">
        <pc:chgData name="Amanda Countryman" userId="0be1c61d-c610-49a2-ae7e-a4e60bd07712" providerId="ADAL" clId="{00873937-8841-4394-9081-668AB0E0F950}" dt="2026-08-25T01:52:05.312" v="1" actId="47"/>
        <pc:sldMkLst>
          <pc:docMk/>
          <pc:sldMk cId="0" sldId="495"/>
        </pc:sldMkLst>
      </pc:sldChg>
      <pc:sldChg chg="del">
        <pc:chgData name="Amanda Countryman" userId="0be1c61d-c610-49a2-ae7e-a4e60bd07712" providerId="ADAL" clId="{00873937-8841-4394-9081-668AB0E0F950}" dt="2026-08-25T01:52:05.312" v="1" actId="47"/>
        <pc:sldMkLst>
          <pc:docMk/>
          <pc:sldMk cId="0" sldId="496"/>
        </pc:sldMkLst>
      </pc:sldChg>
      <pc:sldChg chg="del">
        <pc:chgData name="Amanda Countryman" userId="0be1c61d-c610-49a2-ae7e-a4e60bd07712" providerId="ADAL" clId="{00873937-8841-4394-9081-668AB0E0F950}" dt="2026-08-25T01:52:05.312" v="1" actId="47"/>
        <pc:sldMkLst>
          <pc:docMk/>
          <pc:sldMk cId="0" sldId="497"/>
        </pc:sldMkLst>
      </pc:sldChg>
      <pc:sldChg chg="del">
        <pc:chgData name="Amanda Countryman" userId="0be1c61d-c610-49a2-ae7e-a4e60bd07712" providerId="ADAL" clId="{00873937-8841-4394-9081-668AB0E0F950}" dt="2026-08-25T01:52:05.312" v="1" actId="47"/>
        <pc:sldMkLst>
          <pc:docMk/>
          <pc:sldMk cId="0" sldId="498"/>
        </pc:sldMkLst>
      </pc:sldChg>
      <pc:sldChg chg="del">
        <pc:chgData name="Amanda Countryman" userId="0be1c61d-c610-49a2-ae7e-a4e60bd07712" providerId="ADAL" clId="{00873937-8841-4394-9081-668AB0E0F950}" dt="2026-08-25T01:52:05.312" v="1" actId="47"/>
        <pc:sldMkLst>
          <pc:docMk/>
          <pc:sldMk cId="0" sldId="499"/>
        </pc:sldMkLst>
      </pc:sldChg>
      <pc:sldChg chg="del">
        <pc:chgData name="Amanda Countryman" userId="0be1c61d-c610-49a2-ae7e-a4e60bd07712" providerId="ADAL" clId="{00873937-8841-4394-9081-668AB0E0F950}" dt="2026-08-25T01:52:05.312" v="1" actId="47"/>
        <pc:sldMkLst>
          <pc:docMk/>
          <pc:sldMk cId="0" sldId="500"/>
        </pc:sldMkLst>
      </pc:sldChg>
      <pc:sldChg chg="del">
        <pc:chgData name="Amanda Countryman" userId="0be1c61d-c610-49a2-ae7e-a4e60bd07712" providerId="ADAL" clId="{00873937-8841-4394-9081-668AB0E0F950}" dt="2026-08-25T01:52:05.312" v="1" actId="47"/>
        <pc:sldMkLst>
          <pc:docMk/>
          <pc:sldMk cId="0" sldId="501"/>
        </pc:sldMkLst>
      </pc:sldChg>
      <pc:sldChg chg="del">
        <pc:chgData name="Amanda Countryman" userId="0be1c61d-c610-49a2-ae7e-a4e60bd07712" providerId="ADAL" clId="{00873937-8841-4394-9081-668AB0E0F950}" dt="2026-08-25T01:52:05.312" v="1" actId="47"/>
        <pc:sldMkLst>
          <pc:docMk/>
          <pc:sldMk cId="0" sldId="502"/>
        </pc:sldMkLst>
      </pc:sldChg>
      <pc:sldChg chg="del">
        <pc:chgData name="Amanda Countryman" userId="0be1c61d-c610-49a2-ae7e-a4e60bd07712" providerId="ADAL" clId="{00873937-8841-4394-9081-668AB0E0F950}" dt="2026-08-25T01:52:05.312" v="1" actId="47"/>
        <pc:sldMkLst>
          <pc:docMk/>
          <pc:sldMk cId="0" sldId="503"/>
        </pc:sldMkLst>
      </pc:sldChg>
      <pc:sldChg chg="del">
        <pc:chgData name="Amanda Countryman" userId="0be1c61d-c610-49a2-ae7e-a4e60bd07712" providerId="ADAL" clId="{00873937-8841-4394-9081-668AB0E0F950}" dt="2026-08-25T01:52:05.312" v="1" actId="47"/>
        <pc:sldMkLst>
          <pc:docMk/>
          <pc:sldMk cId="0" sldId="504"/>
        </pc:sldMkLst>
      </pc:sldChg>
      <pc:sldChg chg="del">
        <pc:chgData name="Amanda Countryman" userId="0be1c61d-c610-49a2-ae7e-a4e60bd07712" providerId="ADAL" clId="{00873937-8841-4394-9081-668AB0E0F950}" dt="2026-08-25T01:52:05.312" v="1" actId="47"/>
        <pc:sldMkLst>
          <pc:docMk/>
          <pc:sldMk cId="0" sldId="505"/>
        </pc:sldMkLst>
      </pc:sldChg>
      <pc:sldChg chg="del">
        <pc:chgData name="Amanda Countryman" userId="0be1c61d-c610-49a2-ae7e-a4e60bd07712" providerId="ADAL" clId="{00873937-8841-4394-9081-668AB0E0F950}" dt="2026-08-25T01:52:05.312" v="1" actId="47"/>
        <pc:sldMkLst>
          <pc:docMk/>
          <pc:sldMk cId="0" sldId="506"/>
        </pc:sldMkLst>
      </pc:sldChg>
      <pc:sldChg chg="del">
        <pc:chgData name="Amanda Countryman" userId="0be1c61d-c610-49a2-ae7e-a4e60bd07712" providerId="ADAL" clId="{00873937-8841-4394-9081-668AB0E0F950}" dt="2026-08-25T01:52:05.312" v="1" actId="47"/>
        <pc:sldMkLst>
          <pc:docMk/>
          <pc:sldMk cId="0" sldId="507"/>
        </pc:sldMkLst>
      </pc:sldChg>
      <pc:sldChg chg="del">
        <pc:chgData name="Amanda Countryman" userId="0be1c61d-c610-49a2-ae7e-a4e60bd07712" providerId="ADAL" clId="{00873937-8841-4394-9081-668AB0E0F950}" dt="2026-08-25T01:52:05.312" v="1" actId="47"/>
        <pc:sldMkLst>
          <pc:docMk/>
          <pc:sldMk cId="0" sldId="508"/>
        </pc:sldMkLst>
      </pc:sldChg>
      <pc:sldChg chg="del">
        <pc:chgData name="Amanda Countryman" userId="0be1c61d-c610-49a2-ae7e-a4e60bd07712" providerId="ADAL" clId="{00873937-8841-4394-9081-668AB0E0F950}" dt="2026-08-25T01:52:05.312" v="1" actId="47"/>
        <pc:sldMkLst>
          <pc:docMk/>
          <pc:sldMk cId="0" sldId="509"/>
        </pc:sldMkLst>
      </pc:sldChg>
      <pc:sldChg chg="del">
        <pc:chgData name="Amanda Countryman" userId="0be1c61d-c610-49a2-ae7e-a4e60bd07712" providerId="ADAL" clId="{00873937-8841-4394-9081-668AB0E0F950}" dt="2026-08-25T01:52:05.312" v="1" actId="47"/>
        <pc:sldMkLst>
          <pc:docMk/>
          <pc:sldMk cId="0" sldId="510"/>
        </pc:sldMkLst>
      </pc:sldChg>
      <pc:sldChg chg="del">
        <pc:chgData name="Amanda Countryman" userId="0be1c61d-c610-49a2-ae7e-a4e60bd07712" providerId="ADAL" clId="{00873937-8841-4394-9081-668AB0E0F950}" dt="2026-08-25T01:52:05.312" v="1" actId="47"/>
        <pc:sldMkLst>
          <pc:docMk/>
          <pc:sldMk cId="0" sldId="511"/>
        </pc:sldMkLst>
      </pc:sldChg>
      <pc:sldChg chg="del">
        <pc:chgData name="Amanda Countryman" userId="0be1c61d-c610-49a2-ae7e-a4e60bd07712" providerId="ADAL" clId="{00873937-8841-4394-9081-668AB0E0F950}" dt="2026-08-25T01:52:05.312" v="1" actId="47"/>
        <pc:sldMkLst>
          <pc:docMk/>
          <pc:sldMk cId="0" sldId="512"/>
        </pc:sldMkLst>
      </pc:sldChg>
      <pc:sldChg chg="del">
        <pc:chgData name="Amanda Countryman" userId="0be1c61d-c610-49a2-ae7e-a4e60bd07712" providerId="ADAL" clId="{00873937-8841-4394-9081-668AB0E0F950}" dt="2026-08-25T01:52:05.312" v="1" actId="47"/>
        <pc:sldMkLst>
          <pc:docMk/>
          <pc:sldMk cId="0" sldId="513"/>
        </pc:sldMkLst>
      </pc:sldChg>
      <pc:sldChg chg="del">
        <pc:chgData name="Amanda Countryman" userId="0be1c61d-c610-49a2-ae7e-a4e60bd07712" providerId="ADAL" clId="{00873937-8841-4394-9081-668AB0E0F950}" dt="2026-08-25T01:52:05.312" v="1" actId="47"/>
        <pc:sldMkLst>
          <pc:docMk/>
          <pc:sldMk cId="0" sldId="514"/>
        </pc:sldMkLst>
      </pc:sldChg>
      <pc:sldChg chg="del">
        <pc:chgData name="Amanda Countryman" userId="0be1c61d-c610-49a2-ae7e-a4e60bd07712" providerId="ADAL" clId="{00873937-8841-4394-9081-668AB0E0F950}" dt="2026-08-25T01:52:05.312" v="1" actId="47"/>
        <pc:sldMkLst>
          <pc:docMk/>
          <pc:sldMk cId="0" sldId="515"/>
        </pc:sldMkLst>
      </pc:sldChg>
      <pc:sldChg chg="del">
        <pc:chgData name="Amanda Countryman" userId="0be1c61d-c610-49a2-ae7e-a4e60bd07712" providerId="ADAL" clId="{00873937-8841-4394-9081-668AB0E0F950}" dt="2026-08-25T01:52:05.312" v="1" actId="47"/>
        <pc:sldMkLst>
          <pc:docMk/>
          <pc:sldMk cId="0" sldId="516"/>
        </pc:sldMkLst>
      </pc:sldChg>
      <pc:sldChg chg="del">
        <pc:chgData name="Amanda Countryman" userId="0be1c61d-c610-49a2-ae7e-a4e60bd07712" providerId="ADAL" clId="{00873937-8841-4394-9081-668AB0E0F950}" dt="2026-08-25T01:52:05.312" v="1" actId="47"/>
        <pc:sldMkLst>
          <pc:docMk/>
          <pc:sldMk cId="0" sldId="518"/>
        </pc:sldMkLst>
      </pc:sldChg>
      <pc:sldChg chg="del">
        <pc:chgData name="Amanda Countryman" userId="0be1c61d-c610-49a2-ae7e-a4e60bd07712" providerId="ADAL" clId="{00873937-8841-4394-9081-668AB0E0F950}" dt="2026-08-25T01:52:05.312" v="1" actId="47"/>
        <pc:sldMkLst>
          <pc:docMk/>
          <pc:sldMk cId="0" sldId="519"/>
        </pc:sldMkLst>
      </pc:sldChg>
      <pc:sldChg chg="del">
        <pc:chgData name="Amanda Countryman" userId="0be1c61d-c610-49a2-ae7e-a4e60bd07712" providerId="ADAL" clId="{00873937-8841-4394-9081-668AB0E0F950}" dt="2026-08-25T01:52:05.312" v="1" actId="47"/>
        <pc:sldMkLst>
          <pc:docMk/>
          <pc:sldMk cId="0" sldId="520"/>
        </pc:sldMkLst>
      </pc:sldChg>
      <pc:sldChg chg="del">
        <pc:chgData name="Amanda Countryman" userId="0be1c61d-c610-49a2-ae7e-a4e60bd07712" providerId="ADAL" clId="{00873937-8841-4394-9081-668AB0E0F950}" dt="2026-08-25T01:52:05.312" v="1" actId="47"/>
        <pc:sldMkLst>
          <pc:docMk/>
          <pc:sldMk cId="0" sldId="521"/>
        </pc:sldMkLst>
      </pc:sldChg>
      <pc:sldChg chg="del">
        <pc:chgData name="Amanda Countryman" userId="0be1c61d-c610-49a2-ae7e-a4e60bd07712" providerId="ADAL" clId="{00873937-8841-4394-9081-668AB0E0F950}" dt="2026-08-25T01:52:05.312" v="1" actId="47"/>
        <pc:sldMkLst>
          <pc:docMk/>
          <pc:sldMk cId="0" sldId="522"/>
        </pc:sldMkLst>
      </pc:sldChg>
      <pc:sldChg chg="del">
        <pc:chgData name="Amanda Countryman" userId="0be1c61d-c610-49a2-ae7e-a4e60bd07712" providerId="ADAL" clId="{00873937-8841-4394-9081-668AB0E0F950}" dt="2026-08-25T01:52:05.312" v="1" actId="47"/>
        <pc:sldMkLst>
          <pc:docMk/>
          <pc:sldMk cId="0" sldId="523"/>
        </pc:sldMkLst>
      </pc:sldChg>
      <pc:sldChg chg="del">
        <pc:chgData name="Amanda Countryman" userId="0be1c61d-c610-49a2-ae7e-a4e60bd07712" providerId="ADAL" clId="{00873937-8841-4394-9081-668AB0E0F950}" dt="2026-08-25T01:52:05.312" v="1" actId="47"/>
        <pc:sldMkLst>
          <pc:docMk/>
          <pc:sldMk cId="0" sldId="524"/>
        </pc:sldMkLst>
      </pc:sldChg>
      <pc:sldChg chg="del">
        <pc:chgData name="Amanda Countryman" userId="0be1c61d-c610-49a2-ae7e-a4e60bd07712" providerId="ADAL" clId="{00873937-8841-4394-9081-668AB0E0F950}" dt="2026-08-25T01:52:05.312" v="1" actId="47"/>
        <pc:sldMkLst>
          <pc:docMk/>
          <pc:sldMk cId="0" sldId="525"/>
        </pc:sldMkLst>
      </pc:sldChg>
      <pc:sldChg chg="del">
        <pc:chgData name="Amanda Countryman" userId="0be1c61d-c610-49a2-ae7e-a4e60bd07712" providerId="ADAL" clId="{00873937-8841-4394-9081-668AB0E0F950}" dt="2026-08-25T01:52:05.312" v="1" actId="47"/>
        <pc:sldMkLst>
          <pc:docMk/>
          <pc:sldMk cId="0" sldId="526"/>
        </pc:sldMkLst>
      </pc:sldChg>
      <pc:sldChg chg="del">
        <pc:chgData name="Amanda Countryman" userId="0be1c61d-c610-49a2-ae7e-a4e60bd07712" providerId="ADAL" clId="{00873937-8841-4394-9081-668AB0E0F950}" dt="2026-08-25T01:52:05.312" v="1" actId="47"/>
        <pc:sldMkLst>
          <pc:docMk/>
          <pc:sldMk cId="0" sldId="527"/>
        </pc:sldMkLst>
      </pc:sldChg>
      <pc:sldChg chg="del">
        <pc:chgData name="Amanda Countryman" userId="0be1c61d-c610-49a2-ae7e-a4e60bd07712" providerId="ADAL" clId="{00873937-8841-4394-9081-668AB0E0F950}" dt="2026-08-25T01:52:05.312" v="1" actId="47"/>
        <pc:sldMkLst>
          <pc:docMk/>
          <pc:sldMk cId="0" sldId="528"/>
        </pc:sldMkLst>
      </pc:sldChg>
      <pc:sldChg chg="del">
        <pc:chgData name="Amanda Countryman" userId="0be1c61d-c610-49a2-ae7e-a4e60bd07712" providerId="ADAL" clId="{00873937-8841-4394-9081-668AB0E0F950}" dt="2026-08-25T01:52:05.312" v="1" actId="47"/>
        <pc:sldMkLst>
          <pc:docMk/>
          <pc:sldMk cId="0" sldId="529"/>
        </pc:sldMkLst>
      </pc:sldChg>
      <pc:sldChg chg="del">
        <pc:chgData name="Amanda Countryman" userId="0be1c61d-c610-49a2-ae7e-a4e60bd07712" providerId="ADAL" clId="{00873937-8841-4394-9081-668AB0E0F950}" dt="2026-08-25T01:52:05.312" v="1" actId="47"/>
        <pc:sldMkLst>
          <pc:docMk/>
          <pc:sldMk cId="0" sldId="530"/>
        </pc:sldMkLst>
      </pc:sldChg>
      <pc:sldChg chg="del">
        <pc:chgData name="Amanda Countryman" userId="0be1c61d-c610-49a2-ae7e-a4e60bd07712" providerId="ADAL" clId="{00873937-8841-4394-9081-668AB0E0F950}" dt="2026-08-25T01:52:05.312" v="1" actId="47"/>
        <pc:sldMkLst>
          <pc:docMk/>
          <pc:sldMk cId="0" sldId="531"/>
        </pc:sldMkLst>
      </pc:sldChg>
      <pc:sldChg chg="del">
        <pc:chgData name="Amanda Countryman" userId="0be1c61d-c610-49a2-ae7e-a4e60bd07712" providerId="ADAL" clId="{00873937-8841-4394-9081-668AB0E0F950}" dt="2026-08-25T01:52:05.312" v="1" actId="47"/>
        <pc:sldMkLst>
          <pc:docMk/>
          <pc:sldMk cId="0" sldId="532"/>
        </pc:sldMkLst>
      </pc:sldChg>
      <pc:sldChg chg="del">
        <pc:chgData name="Amanda Countryman" userId="0be1c61d-c610-49a2-ae7e-a4e60bd07712" providerId="ADAL" clId="{00873937-8841-4394-9081-668AB0E0F950}" dt="2026-08-25T01:52:05.312" v="1" actId="47"/>
        <pc:sldMkLst>
          <pc:docMk/>
          <pc:sldMk cId="0" sldId="533"/>
        </pc:sldMkLst>
      </pc:sldChg>
      <pc:sldChg chg="del">
        <pc:chgData name="Amanda Countryman" userId="0be1c61d-c610-49a2-ae7e-a4e60bd07712" providerId="ADAL" clId="{00873937-8841-4394-9081-668AB0E0F950}" dt="2026-08-25T01:52:05.312" v="1" actId="47"/>
        <pc:sldMkLst>
          <pc:docMk/>
          <pc:sldMk cId="0" sldId="534"/>
        </pc:sldMkLst>
      </pc:sldChg>
      <pc:sldChg chg="del">
        <pc:chgData name="Amanda Countryman" userId="0be1c61d-c610-49a2-ae7e-a4e60bd07712" providerId="ADAL" clId="{00873937-8841-4394-9081-668AB0E0F950}" dt="2026-08-25T01:52:05.312" v="1" actId="47"/>
        <pc:sldMkLst>
          <pc:docMk/>
          <pc:sldMk cId="0" sldId="535"/>
        </pc:sldMkLst>
      </pc:sldChg>
      <pc:sldChg chg="del">
        <pc:chgData name="Amanda Countryman" userId="0be1c61d-c610-49a2-ae7e-a4e60bd07712" providerId="ADAL" clId="{00873937-8841-4394-9081-668AB0E0F950}" dt="2026-08-25T01:52:05.312" v="1" actId="47"/>
        <pc:sldMkLst>
          <pc:docMk/>
          <pc:sldMk cId="0" sldId="536"/>
        </pc:sldMkLst>
      </pc:sldChg>
      <pc:sldChg chg="del">
        <pc:chgData name="Amanda Countryman" userId="0be1c61d-c610-49a2-ae7e-a4e60bd07712" providerId="ADAL" clId="{00873937-8841-4394-9081-668AB0E0F950}" dt="2026-08-25T01:52:05.312" v="1" actId="47"/>
        <pc:sldMkLst>
          <pc:docMk/>
          <pc:sldMk cId="0" sldId="537"/>
        </pc:sldMkLst>
      </pc:sldChg>
      <pc:sldChg chg="del">
        <pc:chgData name="Amanda Countryman" userId="0be1c61d-c610-49a2-ae7e-a4e60bd07712" providerId="ADAL" clId="{00873937-8841-4394-9081-668AB0E0F950}" dt="2026-08-25T01:52:05.312" v="1" actId="47"/>
        <pc:sldMkLst>
          <pc:docMk/>
          <pc:sldMk cId="0" sldId="538"/>
        </pc:sldMkLst>
      </pc:sldChg>
      <pc:sldChg chg="del">
        <pc:chgData name="Amanda Countryman" userId="0be1c61d-c610-49a2-ae7e-a4e60bd07712" providerId="ADAL" clId="{00873937-8841-4394-9081-668AB0E0F950}" dt="2026-08-25T01:52:05.312" v="1" actId="47"/>
        <pc:sldMkLst>
          <pc:docMk/>
          <pc:sldMk cId="0" sldId="539"/>
        </pc:sldMkLst>
      </pc:sldChg>
      <pc:sldChg chg="del">
        <pc:chgData name="Amanda Countryman" userId="0be1c61d-c610-49a2-ae7e-a4e60bd07712" providerId="ADAL" clId="{00873937-8841-4394-9081-668AB0E0F950}" dt="2026-08-25T01:52:05.312" v="1" actId="47"/>
        <pc:sldMkLst>
          <pc:docMk/>
          <pc:sldMk cId="0" sldId="540"/>
        </pc:sldMkLst>
      </pc:sldChg>
      <pc:sldChg chg="del">
        <pc:chgData name="Amanda Countryman" userId="0be1c61d-c610-49a2-ae7e-a4e60bd07712" providerId="ADAL" clId="{00873937-8841-4394-9081-668AB0E0F950}" dt="2026-08-25T01:52:05.312" v="1" actId="47"/>
        <pc:sldMkLst>
          <pc:docMk/>
          <pc:sldMk cId="0" sldId="541"/>
        </pc:sldMkLst>
      </pc:sldChg>
      <pc:sldChg chg="del">
        <pc:chgData name="Amanda Countryman" userId="0be1c61d-c610-49a2-ae7e-a4e60bd07712" providerId="ADAL" clId="{00873937-8841-4394-9081-668AB0E0F950}" dt="2026-08-25T01:52:05.312" v="1" actId="47"/>
        <pc:sldMkLst>
          <pc:docMk/>
          <pc:sldMk cId="0" sldId="542"/>
        </pc:sldMkLst>
      </pc:sldChg>
      <pc:sldChg chg="del">
        <pc:chgData name="Amanda Countryman" userId="0be1c61d-c610-49a2-ae7e-a4e60bd07712" providerId="ADAL" clId="{00873937-8841-4394-9081-668AB0E0F950}" dt="2026-08-25T01:52:05.312" v="1" actId="47"/>
        <pc:sldMkLst>
          <pc:docMk/>
          <pc:sldMk cId="0" sldId="543"/>
        </pc:sldMkLst>
      </pc:sldChg>
      <pc:sldChg chg="del">
        <pc:chgData name="Amanda Countryman" userId="0be1c61d-c610-49a2-ae7e-a4e60bd07712" providerId="ADAL" clId="{00873937-8841-4394-9081-668AB0E0F950}" dt="2026-08-25T01:52:05.312" v="1" actId="47"/>
        <pc:sldMkLst>
          <pc:docMk/>
          <pc:sldMk cId="0" sldId="544"/>
        </pc:sldMkLst>
      </pc:sldChg>
      <pc:sldChg chg="del">
        <pc:chgData name="Amanda Countryman" userId="0be1c61d-c610-49a2-ae7e-a4e60bd07712" providerId="ADAL" clId="{00873937-8841-4394-9081-668AB0E0F950}" dt="2026-08-25T01:52:05.312" v="1" actId="47"/>
        <pc:sldMkLst>
          <pc:docMk/>
          <pc:sldMk cId="0" sldId="545"/>
        </pc:sldMkLst>
      </pc:sldChg>
      <pc:sldChg chg="del">
        <pc:chgData name="Amanda Countryman" userId="0be1c61d-c610-49a2-ae7e-a4e60bd07712" providerId="ADAL" clId="{00873937-8841-4394-9081-668AB0E0F950}" dt="2026-08-25T01:52:05.312" v="1" actId="47"/>
        <pc:sldMkLst>
          <pc:docMk/>
          <pc:sldMk cId="0" sldId="546"/>
        </pc:sldMkLst>
      </pc:sldChg>
      <pc:sldChg chg="del">
        <pc:chgData name="Amanda Countryman" userId="0be1c61d-c610-49a2-ae7e-a4e60bd07712" providerId="ADAL" clId="{00873937-8841-4394-9081-668AB0E0F950}" dt="2026-08-25T01:52:05.312" v="1" actId="47"/>
        <pc:sldMkLst>
          <pc:docMk/>
          <pc:sldMk cId="0" sldId="547"/>
        </pc:sldMkLst>
      </pc:sldChg>
      <pc:sldChg chg="del">
        <pc:chgData name="Amanda Countryman" userId="0be1c61d-c610-49a2-ae7e-a4e60bd07712" providerId="ADAL" clId="{00873937-8841-4394-9081-668AB0E0F950}" dt="2026-08-25T01:52:05.312" v="1" actId="47"/>
        <pc:sldMkLst>
          <pc:docMk/>
          <pc:sldMk cId="0" sldId="548"/>
        </pc:sldMkLst>
      </pc:sldChg>
      <pc:sldChg chg="del">
        <pc:chgData name="Amanda Countryman" userId="0be1c61d-c610-49a2-ae7e-a4e60bd07712" providerId="ADAL" clId="{00873937-8841-4394-9081-668AB0E0F950}" dt="2026-08-25T01:52:05.312" v="1" actId="47"/>
        <pc:sldMkLst>
          <pc:docMk/>
          <pc:sldMk cId="0" sldId="549"/>
        </pc:sldMkLst>
      </pc:sldChg>
      <pc:sldChg chg="del">
        <pc:chgData name="Amanda Countryman" userId="0be1c61d-c610-49a2-ae7e-a4e60bd07712" providerId="ADAL" clId="{00873937-8841-4394-9081-668AB0E0F950}" dt="2026-08-25T01:52:05.312" v="1" actId="47"/>
        <pc:sldMkLst>
          <pc:docMk/>
          <pc:sldMk cId="0" sldId="550"/>
        </pc:sldMkLst>
      </pc:sldChg>
      <pc:sldChg chg="del">
        <pc:chgData name="Amanda Countryman" userId="0be1c61d-c610-49a2-ae7e-a4e60bd07712" providerId="ADAL" clId="{00873937-8841-4394-9081-668AB0E0F950}" dt="2026-08-25T01:52:05.312" v="1" actId="47"/>
        <pc:sldMkLst>
          <pc:docMk/>
          <pc:sldMk cId="0" sldId="551"/>
        </pc:sldMkLst>
      </pc:sldChg>
      <pc:sldChg chg="del">
        <pc:chgData name="Amanda Countryman" userId="0be1c61d-c610-49a2-ae7e-a4e60bd07712" providerId="ADAL" clId="{00873937-8841-4394-9081-668AB0E0F950}" dt="2026-08-25T01:52:05.312" v="1" actId="47"/>
        <pc:sldMkLst>
          <pc:docMk/>
          <pc:sldMk cId="0" sldId="552"/>
        </pc:sldMkLst>
      </pc:sldChg>
      <pc:sldChg chg="del">
        <pc:chgData name="Amanda Countryman" userId="0be1c61d-c610-49a2-ae7e-a4e60bd07712" providerId="ADAL" clId="{00873937-8841-4394-9081-668AB0E0F950}" dt="2026-08-25T01:52:05.312" v="1" actId="47"/>
        <pc:sldMkLst>
          <pc:docMk/>
          <pc:sldMk cId="0" sldId="553"/>
        </pc:sldMkLst>
      </pc:sldChg>
      <pc:sldChg chg="del">
        <pc:chgData name="Amanda Countryman" userId="0be1c61d-c610-49a2-ae7e-a4e60bd07712" providerId="ADAL" clId="{00873937-8841-4394-9081-668AB0E0F950}" dt="2026-08-25T01:52:05.312" v="1" actId="47"/>
        <pc:sldMkLst>
          <pc:docMk/>
          <pc:sldMk cId="0" sldId="554"/>
        </pc:sldMkLst>
      </pc:sldChg>
      <pc:sldChg chg="del">
        <pc:chgData name="Amanda Countryman" userId="0be1c61d-c610-49a2-ae7e-a4e60bd07712" providerId="ADAL" clId="{00873937-8841-4394-9081-668AB0E0F950}" dt="2026-08-25T01:52:05.312" v="1" actId="47"/>
        <pc:sldMkLst>
          <pc:docMk/>
          <pc:sldMk cId="0" sldId="555"/>
        </pc:sldMkLst>
      </pc:sldChg>
      <pc:sldChg chg="del">
        <pc:chgData name="Amanda Countryman" userId="0be1c61d-c610-49a2-ae7e-a4e60bd07712" providerId="ADAL" clId="{00873937-8841-4394-9081-668AB0E0F950}" dt="2026-08-25T01:52:05.312" v="1" actId="47"/>
        <pc:sldMkLst>
          <pc:docMk/>
          <pc:sldMk cId="0" sldId="556"/>
        </pc:sldMkLst>
      </pc:sldChg>
      <pc:sldChg chg="del">
        <pc:chgData name="Amanda Countryman" userId="0be1c61d-c610-49a2-ae7e-a4e60bd07712" providerId="ADAL" clId="{00873937-8841-4394-9081-668AB0E0F950}" dt="2026-08-25T01:52:05.312" v="1" actId="47"/>
        <pc:sldMkLst>
          <pc:docMk/>
          <pc:sldMk cId="0" sldId="557"/>
        </pc:sldMkLst>
      </pc:sldChg>
      <pc:sldChg chg="del">
        <pc:chgData name="Amanda Countryman" userId="0be1c61d-c610-49a2-ae7e-a4e60bd07712" providerId="ADAL" clId="{00873937-8841-4394-9081-668AB0E0F950}" dt="2026-08-25T01:52:05.312" v="1" actId="47"/>
        <pc:sldMkLst>
          <pc:docMk/>
          <pc:sldMk cId="0" sldId="558"/>
        </pc:sldMkLst>
      </pc:sldChg>
      <pc:sldChg chg="del">
        <pc:chgData name="Amanda Countryman" userId="0be1c61d-c610-49a2-ae7e-a4e60bd07712" providerId="ADAL" clId="{00873937-8841-4394-9081-668AB0E0F950}" dt="2026-08-25T01:52:05.312" v="1" actId="47"/>
        <pc:sldMkLst>
          <pc:docMk/>
          <pc:sldMk cId="0" sldId="559"/>
        </pc:sldMkLst>
      </pc:sldChg>
      <pc:sldChg chg="del">
        <pc:chgData name="Amanda Countryman" userId="0be1c61d-c610-49a2-ae7e-a4e60bd07712" providerId="ADAL" clId="{00873937-8841-4394-9081-668AB0E0F950}" dt="2026-08-25T01:52:05.312" v="1" actId="47"/>
        <pc:sldMkLst>
          <pc:docMk/>
          <pc:sldMk cId="0" sldId="560"/>
        </pc:sldMkLst>
      </pc:sldChg>
      <pc:sldChg chg="del">
        <pc:chgData name="Amanda Countryman" userId="0be1c61d-c610-49a2-ae7e-a4e60bd07712" providerId="ADAL" clId="{00873937-8841-4394-9081-668AB0E0F950}" dt="2026-08-25T01:52:05.312" v="1" actId="47"/>
        <pc:sldMkLst>
          <pc:docMk/>
          <pc:sldMk cId="0" sldId="561"/>
        </pc:sldMkLst>
      </pc:sldChg>
      <pc:sldChg chg="del">
        <pc:chgData name="Amanda Countryman" userId="0be1c61d-c610-49a2-ae7e-a4e60bd07712" providerId="ADAL" clId="{00873937-8841-4394-9081-668AB0E0F950}" dt="2026-08-25T01:52:05.312" v="1" actId="47"/>
        <pc:sldMkLst>
          <pc:docMk/>
          <pc:sldMk cId="0" sldId="562"/>
        </pc:sldMkLst>
      </pc:sldChg>
      <pc:sldChg chg="del">
        <pc:chgData name="Amanda Countryman" userId="0be1c61d-c610-49a2-ae7e-a4e60bd07712" providerId="ADAL" clId="{00873937-8841-4394-9081-668AB0E0F950}" dt="2026-08-25T01:52:05.312" v="1" actId="47"/>
        <pc:sldMkLst>
          <pc:docMk/>
          <pc:sldMk cId="0" sldId="563"/>
        </pc:sldMkLst>
      </pc:sldChg>
      <pc:sldChg chg="del">
        <pc:chgData name="Amanda Countryman" userId="0be1c61d-c610-49a2-ae7e-a4e60bd07712" providerId="ADAL" clId="{00873937-8841-4394-9081-668AB0E0F950}" dt="2026-08-25T01:52:05.312" v="1" actId="47"/>
        <pc:sldMkLst>
          <pc:docMk/>
          <pc:sldMk cId="0" sldId="564"/>
        </pc:sldMkLst>
      </pc:sldChg>
      <pc:sldChg chg="del">
        <pc:chgData name="Amanda Countryman" userId="0be1c61d-c610-49a2-ae7e-a4e60bd07712" providerId="ADAL" clId="{00873937-8841-4394-9081-668AB0E0F950}" dt="2026-08-25T01:52:05.312" v="1" actId="47"/>
        <pc:sldMkLst>
          <pc:docMk/>
          <pc:sldMk cId="0" sldId="565"/>
        </pc:sldMkLst>
      </pc:sldChg>
      <pc:sldChg chg="del">
        <pc:chgData name="Amanda Countryman" userId="0be1c61d-c610-49a2-ae7e-a4e60bd07712" providerId="ADAL" clId="{00873937-8841-4394-9081-668AB0E0F950}" dt="2026-08-25T01:52:05.312" v="1" actId="47"/>
        <pc:sldMkLst>
          <pc:docMk/>
          <pc:sldMk cId="0" sldId="566"/>
        </pc:sldMkLst>
      </pc:sldChg>
      <pc:sldChg chg="del">
        <pc:chgData name="Amanda Countryman" userId="0be1c61d-c610-49a2-ae7e-a4e60bd07712" providerId="ADAL" clId="{00873937-8841-4394-9081-668AB0E0F950}" dt="2026-08-25T01:52:05.312" v="1" actId="47"/>
        <pc:sldMkLst>
          <pc:docMk/>
          <pc:sldMk cId="0" sldId="567"/>
        </pc:sldMkLst>
      </pc:sldChg>
      <pc:sldChg chg="del">
        <pc:chgData name="Amanda Countryman" userId="0be1c61d-c610-49a2-ae7e-a4e60bd07712" providerId="ADAL" clId="{00873937-8841-4394-9081-668AB0E0F950}" dt="2026-08-25T01:52:05.312" v="1" actId="47"/>
        <pc:sldMkLst>
          <pc:docMk/>
          <pc:sldMk cId="0" sldId="568"/>
        </pc:sldMkLst>
      </pc:sldChg>
      <pc:sldChg chg="del">
        <pc:chgData name="Amanda Countryman" userId="0be1c61d-c610-49a2-ae7e-a4e60bd07712" providerId="ADAL" clId="{00873937-8841-4394-9081-668AB0E0F950}" dt="2026-08-25T01:52:05.312" v="1" actId="47"/>
        <pc:sldMkLst>
          <pc:docMk/>
          <pc:sldMk cId="0" sldId="569"/>
        </pc:sldMkLst>
      </pc:sldChg>
      <pc:sldChg chg="del">
        <pc:chgData name="Amanda Countryman" userId="0be1c61d-c610-49a2-ae7e-a4e60bd07712" providerId="ADAL" clId="{00873937-8841-4394-9081-668AB0E0F950}" dt="2026-08-25T01:52:05.312" v="1" actId="47"/>
        <pc:sldMkLst>
          <pc:docMk/>
          <pc:sldMk cId="0" sldId="570"/>
        </pc:sldMkLst>
      </pc:sldChg>
      <pc:sldChg chg="del">
        <pc:chgData name="Amanda Countryman" userId="0be1c61d-c610-49a2-ae7e-a4e60bd07712" providerId="ADAL" clId="{00873937-8841-4394-9081-668AB0E0F950}" dt="2026-08-25T01:52:05.312" v="1" actId="47"/>
        <pc:sldMkLst>
          <pc:docMk/>
          <pc:sldMk cId="0" sldId="571"/>
        </pc:sldMkLst>
      </pc:sldChg>
      <pc:sldChg chg="del">
        <pc:chgData name="Amanda Countryman" userId="0be1c61d-c610-49a2-ae7e-a4e60bd07712" providerId="ADAL" clId="{00873937-8841-4394-9081-668AB0E0F950}" dt="2026-08-25T01:52:05.312" v="1" actId="47"/>
        <pc:sldMkLst>
          <pc:docMk/>
          <pc:sldMk cId="0" sldId="572"/>
        </pc:sldMkLst>
      </pc:sldChg>
      <pc:sldChg chg="del">
        <pc:chgData name="Amanda Countryman" userId="0be1c61d-c610-49a2-ae7e-a4e60bd07712" providerId="ADAL" clId="{00873937-8841-4394-9081-668AB0E0F950}" dt="2026-08-25T01:52:05.312" v="1" actId="47"/>
        <pc:sldMkLst>
          <pc:docMk/>
          <pc:sldMk cId="0" sldId="573"/>
        </pc:sldMkLst>
      </pc:sldChg>
      <pc:sldChg chg="del">
        <pc:chgData name="Amanda Countryman" userId="0be1c61d-c610-49a2-ae7e-a4e60bd07712" providerId="ADAL" clId="{00873937-8841-4394-9081-668AB0E0F950}" dt="2026-08-25T01:52:05.312" v="1" actId="47"/>
        <pc:sldMkLst>
          <pc:docMk/>
          <pc:sldMk cId="0" sldId="574"/>
        </pc:sldMkLst>
      </pc:sldChg>
      <pc:sldChg chg="del">
        <pc:chgData name="Amanda Countryman" userId="0be1c61d-c610-49a2-ae7e-a4e60bd07712" providerId="ADAL" clId="{00873937-8841-4394-9081-668AB0E0F950}" dt="2026-08-25T01:52:05.312" v="1" actId="47"/>
        <pc:sldMkLst>
          <pc:docMk/>
          <pc:sldMk cId="0" sldId="575"/>
        </pc:sldMkLst>
      </pc:sldChg>
      <pc:sldChg chg="del">
        <pc:chgData name="Amanda Countryman" userId="0be1c61d-c610-49a2-ae7e-a4e60bd07712" providerId="ADAL" clId="{00873937-8841-4394-9081-668AB0E0F950}" dt="2026-08-25T01:52:05.312" v="1" actId="47"/>
        <pc:sldMkLst>
          <pc:docMk/>
          <pc:sldMk cId="0" sldId="576"/>
        </pc:sldMkLst>
      </pc:sldChg>
      <pc:sldChg chg="del">
        <pc:chgData name="Amanda Countryman" userId="0be1c61d-c610-49a2-ae7e-a4e60bd07712" providerId="ADAL" clId="{00873937-8841-4394-9081-668AB0E0F950}" dt="2026-08-25T01:52:05.312" v="1" actId="47"/>
        <pc:sldMkLst>
          <pc:docMk/>
          <pc:sldMk cId="0" sldId="577"/>
        </pc:sldMkLst>
      </pc:sldChg>
      <pc:sldChg chg="del">
        <pc:chgData name="Amanda Countryman" userId="0be1c61d-c610-49a2-ae7e-a4e60bd07712" providerId="ADAL" clId="{00873937-8841-4394-9081-668AB0E0F950}" dt="2026-08-25T01:52:05.312" v="1" actId="47"/>
        <pc:sldMkLst>
          <pc:docMk/>
          <pc:sldMk cId="0" sldId="578"/>
        </pc:sldMkLst>
      </pc:sldChg>
      <pc:sldChg chg="del">
        <pc:chgData name="Amanda Countryman" userId="0be1c61d-c610-49a2-ae7e-a4e60bd07712" providerId="ADAL" clId="{00873937-8841-4394-9081-668AB0E0F950}" dt="2026-08-25T01:52:05.312" v="1" actId="47"/>
        <pc:sldMkLst>
          <pc:docMk/>
          <pc:sldMk cId="0" sldId="579"/>
        </pc:sldMkLst>
      </pc:sldChg>
      <pc:sldChg chg="del">
        <pc:chgData name="Amanda Countryman" userId="0be1c61d-c610-49a2-ae7e-a4e60bd07712" providerId="ADAL" clId="{00873937-8841-4394-9081-668AB0E0F950}" dt="2026-08-25T01:52:05.312" v="1" actId="47"/>
        <pc:sldMkLst>
          <pc:docMk/>
          <pc:sldMk cId="0" sldId="580"/>
        </pc:sldMkLst>
      </pc:sldChg>
      <pc:sldChg chg="del">
        <pc:chgData name="Amanda Countryman" userId="0be1c61d-c610-49a2-ae7e-a4e60bd07712" providerId="ADAL" clId="{00873937-8841-4394-9081-668AB0E0F950}" dt="2026-08-25T01:52:05.312" v="1" actId="47"/>
        <pc:sldMkLst>
          <pc:docMk/>
          <pc:sldMk cId="0" sldId="581"/>
        </pc:sldMkLst>
      </pc:sldChg>
      <pc:sldChg chg="del">
        <pc:chgData name="Amanda Countryman" userId="0be1c61d-c610-49a2-ae7e-a4e60bd07712" providerId="ADAL" clId="{00873937-8841-4394-9081-668AB0E0F950}" dt="2026-08-25T01:52:05.312" v="1" actId="47"/>
        <pc:sldMkLst>
          <pc:docMk/>
          <pc:sldMk cId="0" sldId="582"/>
        </pc:sldMkLst>
      </pc:sldChg>
      <pc:sldChg chg="del">
        <pc:chgData name="Amanda Countryman" userId="0be1c61d-c610-49a2-ae7e-a4e60bd07712" providerId="ADAL" clId="{00873937-8841-4394-9081-668AB0E0F950}" dt="2026-08-25T01:52:05.312" v="1" actId="47"/>
        <pc:sldMkLst>
          <pc:docMk/>
          <pc:sldMk cId="0" sldId="583"/>
        </pc:sldMkLst>
      </pc:sldChg>
      <pc:sldChg chg="del">
        <pc:chgData name="Amanda Countryman" userId="0be1c61d-c610-49a2-ae7e-a4e60bd07712" providerId="ADAL" clId="{00873937-8841-4394-9081-668AB0E0F950}" dt="2026-08-25T01:52:05.312" v="1" actId="47"/>
        <pc:sldMkLst>
          <pc:docMk/>
          <pc:sldMk cId="0" sldId="584"/>
        </pc:sldMkLst>
      </pc:sldChg>
      <pc:sldChg chg="del">
        <pc:chgData name="Amanda Countryman" userId="0be1c61d-c610-49a2-ae7e-a4e60bd07712" providerId="ADAL" clId="{00873937-8841-4394-9081-668AB0E0F950}" dt="2026-08-25T01:52:05.312" v="1" actId="47"/>
        <pc:sldMkLst>
          <pc:docMk/>
          <pc:sldMk cId="0" sldId="585"/>
        </pc:sldMkLst>
      </pc:sldChg>
      <pc:sldChg chg="del">
        <pc:chgData name="Amanda Countryman" userId="0be1c61d-c610-49a2-ae7e-a4e60bd07712" providerId="ADAL" clId="{00873937-8841-4394-9081-668AB0E0F950}" dt="2026-08-25T01:52:05.312" v="1" actId="47"/>
        <pc:sldMkLst>
          <pc:docMk/>
          <pc:sldMk cId="0" sldId="586"/>
        </pc:sldMkLst>
      </pc:sldChg>
      <pc:sldChg chg="del">
        <pc:chgData name="Amanda Countryman" userId="0be1c61d-c610-49a2-ae7e-a4e60bd07712" providerId="ADAL" clId="{00873937-8841-4394-9081-668AB0E0F950}" dt="2026-08-25T01:52:05.312" v="1" actId="47"/>
        <pc:sldMkLst>
          <pc:docMk/>
          <pc:sldMk cId="0" sldId="587"/>
        </pc:sldMkLst>
      </pc:sldChg>
      <pc:sldChg chg="del">
        <pc:chgData name="Amanda Countryman" userId="0be1c61d-c610-49a2-ae7e-a4e60bd07712" providerId="ADAL" clId="{00873937-8841-4394-9081-668AB0E0F950}" dt="2026-08-25T01:52:05.312" v="1" actId="47"/>
        <pc:sldMkLst>
          <pc:docMk/>
          <pc:sldMk cId="0" sldId="588"/>
        </pc:sldMkLst>
      </pc:sldChg>
      <pc:sldChg chg="del">
        <pc:chgData name="Amanda Countryman" userId="0be1c61d-c610-49a2-ae7e-a4e60bd07712" providerId="ADAL" clId="{00873937-8841-4394-9081-668AB0E0F950}" dt="2026-08-25T01:52:05.312" v="1" actId="47"/>
        <pc:sldMkLst>
          <pc:docMk/>
          <pc:sldMk cId="0" sldId="589"/>
        </pc:sldMkLst>
      </pc:sldChg>
      <pc:sldChg chg="del">
        <pc:chgData name="Amanda Countryman" userId="0be1c61d-c610-49a2-ae7e-a4e60bd07712" providerId="ADAL" clId="{00873937-8841-4394-9081-668AB0E0F950}" dt="2026-08-25T01:52:05.312" v="1" actId="47"/>
        <pc:sldMkLst>
          <pc:docMk/>
          <pc:sldMk cId="0" sldId="590"/>
        </pc:sldMkLst>
      </pc:sldChg>
      <pc:sldChg chg="del">
        <pc:chgData name="Amanda Countryman" userId="0be1c61d-c610-49a2-ae7e-a4e60bd07712" providerId="ADAL" clId="{00873937-8841-4394-9081-668AB0E0F950}" dt="2026-08-25T01:52:05.312" v="1" actId="47"/>
        <pc:sldMkLst>
          <pc:docMk/>
          <pc:sldMk cId="0" sldId="591"/>
        </pc:sldMkLst>
      </pc:sldChg>
      <pc:sldChg chg="del">
        <pc:chgData name="Amanda Countryman" userId="0be1c61d-c610-49a2-ae7e-a4e60bd07712" providerId="ADAL" clId="{00873937-8841-4394-9081-668AB0E0F950}" dt="2026-08-25T01:52:05.312" v="1" actId="47"/>
        <pc:sldMkLst>
          <pc:docMk/>
          <pc:sldMk cId="0" sldId="592"/>
        </pc:sldMkLst>
      </pc:sldChg>
      <pc:sldChg chg="del">
        <pc:chgData name="Amanda Countryman" userId="0be1c61d-c610-49a2-ae7e-a4e60bd07712" providerId="ADAL" clId="{00873937-8841-4394-9081-668AB0E0F950}" dt="2026-08-25T01:52:05.312" v="1" actId="47"/>
        <pc:sldMkLst>
          <pc:docMk/>
          <pc:sldMk cId="0" sldId="593"/>
        </pc:sldMkLst>
      </pc:sldChg>
      <pc:sldChg chg="del">
        <pc:chgData name="Amanda Countryman" userId="0be1c61d-c610-49a2-ae7e-a4e60bd07712" providerId="ADAL" clId="{00873937-8841-4394-9081-668AB0E0F950}" dt="2026-08-25T01:52:05.312" v="1" actId="47"/>
        <pc:sldMkLst>
          <pc:docMk/>
          <pc:sldMk cId="0" sldId="594"/>
        </pc:sldMkLst>
      </pc:sldChg>
      <pc:sldChg chg="del">
        <pc:chgData name="Amanda Countryman" userId="0be1c61d-c610-49a2-ae7e-a4e60bd07712" providerId="ADAL" clId="{00873937-8841-4394-9081-668AB0E0F950}" dt="2026-08-25T01:52:05.312" v="1" actId="47"/>
        <pc:sldMkLst>
          <pc:docMk/>
          <pc:sldMk cId="0" sldId="595"/>
        </pc:sldMkLst>
      </pc:sldChg>
      <pc:sldChg chg="del">
        <pc:chgData name="Amanda Countryman" userId="0be1c61d-c610-49a2-ae7e-a4e60bd07712" providerId="ADAL" clId="{00873937-8841-4394-9081-668AB0E0F950}" dt="2026-08-25T01:52:05.312" v="1" actId="47"/>
        <pc:sldMkLst>
          <pc:docMk/>
          <pc:sldMk cId="0" sldId="596"/>
        </pc:sldMkLst>
      </pc:sldChg>
      <pc:sldChg chg="del">
        <pc:chgData name="Amanda Countryman" userId="0be1c61d-c610-49a2-ae7e-a4e60bd07712" providerId="ADAL" clId="{00873937-8841-4394-9081-668AB0E0F950}" dt="2026-08-25T01:52:05.312" v="1" actId="47"/>
        <pc:sldMkLst>
          <pc:docMk/>
          <pc:sldMk cId="0" sldId="597"/>
        </pc:sldMkLst>
      </pc:sldChg>
      <pc:sldChg chg="del">
        <pc:chgData name="Amanda Countryman" userId="0be1c61d-c610-49a2-ae7e-a4e60bd07712" providerId="ADAL" clId="{00873937-8841-4394-9081-668AB0E0F950}" dt="2026-08-25T01:52:05.312" v="1" actId="47"/>
        <pc:sldMkLst>
          <pc:docMk/>
          <pc:sldMk cId="0" sldId="598"/>
        </pc:sldMkLst>
      </pc:sldChg>
      <pc:sldChg chg="del">
        <pc:chgData name="Amanda Countryman" userId="0be1c61d-c610-49a2-ae7e-a4e60bd07712" providerId="ADAL" clId="{00873937-8841-4394-9081-668AB0E0F950}" dt="2026-08-25T01:52:05.312" v="1" actId="47"/>
        <pc:sldMkLst>
          <pc:docMk/>
          <pc:sldMk cId="0" sldId="599"/>
        </pc:sldMkLst>
      </pc:sldChg>
      <pc:sldChg chg="del">
        <pc:chgData name="Amanda Countryman" userId="0be1c61d-c610-49a2-ae7e-a4e60bd07712" providerId="ADAL" clId="{00873937-8841-4394-9081-668AB0E0F950}" dt="2026-08-25T01:52:05.312" v="1" actId="47"/>
        <pc:sldMkLst>
          <pc:docMk/>
          <pc:sldMk cId="0" sldId="600"/>
        </pc:sldMkLst>
      </pc:sldChg>
      <pc:sldChg chg="del">
        <pc:chgData name="Amanda Countryman" userId="0be1c61d-c610-49a2-ae7e-a4e60bd07712" providerId="ADAL" clId="{00873937-8841-4394-9081-668AB0E0F950}" dt="2026-08-25T01:52:05.312" v="1" actId="47"/>
        <pc:sldMkLst>
          <pc:docMk/>
          <pc:sldMk cId="0" sldId="601"/>
        </pc:sldMkLst>
      </pc:sldChg>
      <pc:sldChg chg="del">
        <pc:chgData name="Amanda Countryman" userId="0be1c61d-c610-49a2-ae7e-a4e60bd07712" providerId="ADAL" clId="{00873937-8841-4394-9081-668AB0E0F950}" dt="2026-08-25T01:52:05.312" v="1" actId="47"/>
        <pc:sldMkLst>
          <pc:docMk/>
          <pc:sldMk cId="0" sldId="602"/>
        </pc:sldMkLst>
      </pc:sldChg>
      <pc:sldChg chg="del">
        <pc:chgData name="Amanda Countryman" userId="0be1c61d-c610-49a2-ae7e-a4e60bd07712" providerId="ADAL" clId="{00873937-8841-4394-9081-668AB0E0F950}" dt="2026-08-25T01:52:05.312" v="1" actId="47"/>
        <pc:sldMkLst>
          <pc:docMk/>
          <pc:sldMk cId="0" sldId="603"/>
        </pc:sldMkLst>
      </pc:sldChg>
      <pc:sldChg chg="del">
        <pc:chgData name="Amanda Countryman" userId="0be1c61d-c610-49a2-ae7e-a4e60bd07712" providerId="ADAL" clId="{00873937-8841-4394-9081-668AB0E0F950}" dt="2026-08-25T01:52:05.312" v="1" actId="47"/>
        <pc:sldMkLst>
          <pc:docMk/>
          <pc:sldMk cId="0" sldId="604"/>
        </pc:sldMkLst>
      </pc:sldChg>
      <pc:sldChg chg="del">
        <pc:chgData name="Amanda Countryman" userId="0be1c61d-c610-49a2-ae7e-a4e60bd07712" providerId="ADAL" clId="{00873937-8841-4394-9081-668AB0E0F950}" dt="2026-08-25T01:52:05.312" v="1" actId="47"/>
        <pc:sldMkLst>
          <pc:docMk/>
          <pc:sldMk cId="0" sldId="605"/>
        </pc:sldMkLst>
      </pc:sldChg>
      <pc:sldChg chg="del">
        <pc:chgData name="Amanda Countryman" userId="0be1c61d-c610-49a2-ae7e-a4e60bd07712" providerId="ADAL" clId="{00873937-8841-4394-9081-668AB0E0F950}" dt="2026-08-25T01:52:05.312" v="1" actId="47"/>
        <pc:sldMkLst>
          <pc:docMk/>
          <pc:sldMk cId="0" sldId="606"/>
        </pc:sldMkLst>
      </pc:sldChg>
      <pc:sldChg chg="del">
        <pc:chgData name="Amanda Countryman" userId="0be1c61d-c610-49a2-ae7e-a4e60bd07712" providerId="ADAL" clId="{00873937-8841-4394-9081-668AB0E0F950}" dt="2026-08-25T01:52:05.312" v="1" actId="47"/>
        <pc:sldMkLst>
          <pc:docMk/>
          <pc:sldMk cId="0" sldId="607"/>
        </pc:sldMkLst>
      </pc:sldChg>
      <pc:sldChg chg="del">
        <pc:chgData name="Amanda Countryman" userId="0be1c61d-c610-49a2-ae7e-a4e60bd07712" providerId="ADAL" clId="{00873937-8841-4394-9081-668AB0E0F950}" dt="2026-08-25T01:52:05.312" v="1" actId="47"/>
        <pc:sldMkLst>
          <pc:docMk/>
          <pc:sldMk cId="0" sldId="608"/>
        </pc:sldMkLst>
      </pc:sldChg>
      <pc:sldChg chg="del">
        <pc:chgData name="Amanda Countryman" userId="0be1c61d-c610-49a2-ae7e-a4e60bd07712" providerId="ADAL" clId="{00873937-8841-4394-9081-668AB0E0F950}" dt="2026-08-25T01:52:05.312" v="1" actId="47"/>
        <pc:sldMkLst>
          <pc:docMk/>
          <pc:sldMk cId="0" sldId="609"/>
        </pc:sldMkLst>
      </pc:sldChg>
      <pc:sldChg chg="del">
        <pc:chgData name="Amanda Countryman" userId="0be1c61d-c610-49a2-ae7e-a4e60bd07712" providerId="ADAL" clId="{00873937-8841-4394-9081-668AB0E0F950}" dt="2026-08-25T01:52:05.312" v="1" actId="47"/>
        <pc:sldMkLst>
          <pc:docMk/>
          <pc:sldMk cId="0" sldId="610"/>
        </pc:sldMkLst>
      </pc:sldChg>
      <pc:sldChg chg="del">
        <pc:chgData name="Amanda Countryman" userId="0be1c61d-c610-49a2-ae7e-a4e60bd07712" providerId="ADAL" clId="{00873937-8841-4394-9081-668AB0E0F950}" dt="2026-08-25T01:52:05.312" v="1" actId="47"/>
        <pc:sldMkLst>
          <pc:docMk/>
          <pc:sldMk cId="0" sldId="611"/>
        </pc:sldMkLst>
      </pc:sldChg>
      <pc:sldChg chg="del">
        <pc:chgData name="Amanda Countryman" userId="0be1c61d-c610-49a2-ae7e-a4e60bd07712" providerId="ADAL" clId="{00873937-8841-4394-9081-668AB0E0F950}" dt="2026-08-25T01:52:05.312" v="1" actId="47"/>
        <pc:sldMkLst>
          <pc:docMk/>
          <pc:sldMk cId="0" sldId="612"/>
        </pc:sldMkLst>
      </pc:sldChg>
      <pc:sldChg chg="del">
        <pc:chgData name="Amanda Countryman" userId="0be1c61d-c610-49a2-ae7e-a4e60bd07712" providerId="ADAL" clId="{00873937-8841-4394-9081-668AB0E0F950}" dt="2026-08-25T01:52:05.312" v="1" actId="47"/>
        <pc:sldMkLst>
          <pc:docMk/>
          <pc:sldMk cId="0" sldId="613"/>
        </pc:sldMkLst>
      </pc:sldChg>
      <pc:sldChg chg="del">
        <pc:chgData name="Amanda Countryman" userId="0be1c61d-c610-49a2-ae7e-a4e60bd07712" providerId="ADAL" clId="{00873937-8841-4394-9081-668AB0E0F950}" dt="2026-08-25T01:52:05.312" v="1" actId="47"/>
        <pc:sldMkLst>
          <pc:docMk/>
          <pc:sldMk cId="0" sldId="614"/>
        </pc:sldMkLst>
      </pc:sldChg>
      <pc:sldChg chg="del">
        <pc:chgData name="Amanda Countryman" userId="0be1c61d-c610-49a2-ae7e-a4e60bd07712" providerId="ADAL" clId="{00873937-8841-4394-9081-668AB0E0F950}" dt="2026-08-25T01:52:05.312" v="1" actId="47"/>
        <pc:sldMkLst>
          <pc:docMk/>
          <pc:sldMk cId="0" sldId="615"/>
        </pc:sldMkLst>
      </pc:sldChg>
      <pc:sldChg chg="del">
        <pc:chgData name="Amanda Countryman" userId="0be1c61d-c610-49a2-ae7e-a4e60bd07712" providerId="ADAL" clId="{00873937-8841-4394-9081-668AB0E0F950}" dt="2026-08-25T01:52:05.312" v="1" actId="47"/>
        <pc:sldMkLst>
          <pc:docMk/>
          <pc:sldMk cId="0" sldId="616"/>
        </pc:sldMkLst>
      </pc:sldChg>
      <pc:sldChg chg="del">
        <pc:chgData name="Amanda Countryman" userId="0be1c61d-c610-49a2-ae7e-a4e60bd07712" providerId="ADAL" clId="{00873937-8841-4394-9081-668AB0E0F950}" dt="2026-08-25T01:52:05.312" v="1" actId="47"/>
        <pc:sldMkLst>
          <pc:docMk/>
          <pc:sldMk cId="0" sldId="617"/>
        </pc:sldMkLst>
      </pc:sldChg>
      <pc:sldChg chg="del">
        <pc:chgData name="Amanda Countryman" userId="0be1c61d-c610-49a2-ae7e-a4e60bd07712" providerId="ADAL" clId="{00873937-8841-4394-9081-668AB0E0F950}" dt="2026-08-25T01:52:05.312" v="1" actId="47"/>
        <pc:sldMkLst>
          <pc:docMk/>
          <pc:sldMk cId="0" sldId="618"/>
        </pc:sldMkLst>
      </pc:sldChg>
      <pc:sldChg chg="del">
        <pc:chgData name="Amanda Countryman" userId="0be1c61d-c610-49a2-ae7e-a4e60bd07712" providerId="ADAL" clId="{00873937-8841-4394-9081-668AB0E0F950}" dt="2026-08-25T01:52:05.312" v="1" actId="47"/>
        <pc:sldMkLst>
          <pc:docMk/>
          <pc:sldMk cId="0" sldId="619"/>
        </pc:sldMkLst>
      </pc:sldChg>
      <pc:sldChg chg="del">
        <pc:chgData name="Amanda Countryman" userId="0be1c61d-c610-49a2-ae7e-a4e60bd07712" providerId="ADAL" clId="{00873937-8841-4394-9081-668AB0E0F950}" dt="2026-08-25T01:52:05.312" v="1" actId="47"/>
        <pc:sldMkLst>
          <pc:docMk/>
          <pc:sldMk cId="0" sldId="620"/>
        </pc:sldMkLst>
      </pc:sldChg>
      <pc:sldChg chg="del">
        <pc:chgData name="Amanda Countryman" userId="0be1c61d-c610-49a2-ae7e-a4e60bd07712" providerId="ADAL" clId="{00873937-8841-4394-9081-668AB0E0F950}" dt="2026-08-25T01:52:05.312" v="1" actId="47"/>
        <pc:sldMkLst>
          <pc:docMk/>
          <pc:sldMk cId="0" sldId="621"/>
        </pc:sldMkLst>
      </pc:sldChg>
      <pc:sldChg chg="del">
        <pc:chgData name="Amanda Countryman" userId="0be1c61d-c610-49a2-ae7e-a4e60bd07712" providerId="ADAL" clId="{00873937-8841-4394-9081-668AB0E0F950}" dt="2026-08-25T01:52:05.312" v="1" actId="47"/>
        <pc:sldMkLst>
          <pc:docMk/>
          <pc:sldMk cId="0" sldId="622"/>
        </pc:sldMkLst>
      </pc:sldChg>
      <pc:sldChg chg="del">
        <pc:chgData name="Amanda Countryman" userId="0be1c61d-c610-49a2-ae7e-a4e60bd07712" providerId="ADAL" clId="{00873937-8841-4394-9081-668AB0E0F950}" dt="2026-08-25T01:52:05.312" v="1" actId="47"/>
        <pc:sldMkLst>
          <pc:docMk/>
          <pc:sldMk cId="3456568805" sldId="625"/>
        </pc:sldMkLst>
      </pc:sldChg>
      <pc:sldChg chg="del">
        <pc:chgData name="Amanda Countryman" userId="0be1c61d-c610-49a2-ae7e-a4e60bd07712" providerId="ADAL" clId="{00873937-8841-4394-9081-668AB0E0F950}" dt="2026-08-25T01:52:05.312" v="1" actId="47"/>
        <pc:sldMkLst>
          <pc:docMk/>
          <pc:sldMk cId="2974497477" sldId="626"/>
        </pc:sldMkLst>
      </pc:sldChg>
      <pc:sldChg chg="del">
        <pc:chgData name="Amanda Countryman" userId="0be1c61d-c610-49a2-ae7e-a4e60bd07712" providerId="ADAL" clId="{00873937-8841-4394-9081-668AB0E0F950}" dt="2026-08-25T01:52:05.312" v="1" actId="47"/>
        <pc:sldMkLst>
          <pc:docMk/>
          <pc:sldMk cId="3220196752" sldId="627"/>
        </pc:sldMkLst>
      </pc:sldChg>
      <pc:sldChg chg="del">
        <pc:chgData name="Amanda Countryman" userId="0be1c61d-c610-49a2-ae7e-a4e60bd07712" providerId="ADAL" clId="{00873937-8841-4394-9081-668AB0E0F950}" dt="2026-08-25T01:52:05.312" v="1" actId="47"/>
        <pc:sldMkLst>
          <pc:docMk/>
          <pc:sldMk cId="4290813059" sldId="628"/>
        </pc:sldMkLst>
      </pc:sldChg>
      <pc:sldChg chg="del">
        <pc:chgData name="Amanda Countryman" userId="0be1c61d-c610-49a2-ae7e-a4e60bd07712" providerId="ADAL" clId="{00873937-8841-4394-9081-668AB0E0F950}" dt="2026-08-25T01:52:05.312" v="1" actId="47"/>
        <pc:sldMkLst>
          <pc:docMk/>
          <pc:sldMk cId="3979346413" sldId="629"/>
        </pc:sldMkLst>
      </pc:sldChg>
      <pc:sldChg chg="del">
        <pc:chgData name="Amanda Countryman" userId="0be1c61d-c610-49a2-ae7e-a4e60bd07712" providerId="ADAL" clId="{00873937-8841-4394-9081-668AB0E0F950}" dt="2026-08-25T01:52:05.312" v="1" actId="47"/>
        <pc:sldMkLst>
          <pc:docMk/>
          <pc:sldMk cId="3005082278" sldId="630"/>
        </pc:sldMkLst>
      </pc:sldChg>
      <pc:sldChg chg="del">
        <pc:chgData name="Amanda Countryman" userId="0be1c61d-c610-49a2-ae7e-a4e60bd07712" providerId="ADAL" clId="{00873937-8841-4394-9081-668AB0E0F950}" dt="2026-08-25T01:52:05.312" v="1" actId="47"/>
        <pc:sldMkLst>
          <pc:docMk/>
          <pc:sldMk cId="1331653884" sldId="631"/>
        </pc:sldMkLst>
      </pc:sldChg>
      <pc:sldChg chg="del">
        <pc:chgData name="Amanda Countryman" userId="0be1c61d-c610-49a2-ae7e-a4e60bd07712" providerId="ADAL" clId="{00873937-8841-4394-9081-668AB0E0F950}" dt="2026-08-25T01:52:05.312" v="1" actId="47"/>
        <pc:sldMkLst>
          <pc:docMk/>
          <pc:sldMk cId="3018907001" sldId="632"/>
        </pc:sldMkLst>
      </pc:sldChg>
      <pc:sldChg chg="del">
        <pc:chgData name="Amanda Countryman" userId="0be1c61d-c610-49a2-ae7e-a4e60bd07712" providerId="ADAL" clId="{00873937-8841-4394-9081-668AB0E0F950}" dt="2026-08-25T01:51:54.424" v="0" actId="47"/>
        <pc:sldMkLst>
          <pc:docMk/>
          <pc:sldMk cId="3294043409" sldId="634"/>
        </pc:sldMkLst>
      </pc:sldChg>
      <pc:sldChg chg="del">
        <pc:chgData name="Amanda Countryman" userId="0be1c61d-c610-49a2-ae7e-a4e60bd07712" providerId="ADAL" clId="{00873937-8841-4394-9081-668AB0E0F950}" dt="2026-08-25T01:51:54.424" v="0" actId="47"/>
        <pc:sldMkLst>
          <pc:docMk/>
          <pc:sldMk cId="3591963411" sldId="636"/>
        </pc:sldMkLst>
      </pc:sldChg>
      <pc:sldChg chg="del">
        <pc:chgData name="Amanda Countryman" userId="0be1c61d-c610-49a2-ae7e-a4e60bd07712" providerId="ADAL" clId="{00873937-8841-4394-9081-668AB0E0F950}" dt="2026-08-25T01:51:54.424" v="0" actId="47"/>
        <pc:sldMkLst>
          <pc:docMk/>
          <pc:sldMk cId="4147910204" sldId="637"/>
        </pc:sldMkLst>
      </pc:sldChg>
      <pc:sldChg chg="del">
        <pc:chgData name="Amanda Countryman" userId="0be1c61d-c610-49a2-ae7e-a4e60bd07712" providerId="ADAL" clId="{00873937-8841-4394-9081-668AB0E0F950}" dt="2026-08-25T01:52:05.312" v="1" actId="47"/>
        <pc:sldMkLst>
          <pc:docMk/>
          <pc:sldMk cId="541951211" sldId="640"/>
        </pc:sldMkLst>
      </pc:sldChg>
      <pc:sldChg chg="del">
        <pc:chgData name="Amanda Countryman" userId="0be1c61d-c610-49a2-ae7e-a4e60bd07712" providerId="ADAL" clId="{00873937-8841-4394-9081-668AB0E0F950}" dt="2026-08-25T01:52:05.312" v="1" actId="47"/>
        <pc:sldMkLst>
          <pc:docMk/>
          <pc:sldMk cId="3554610212" sldId="641"/>
        </pc:sldMkLst>
      </pc:sldChg>
      <pc:sldChg chg="del">
        <pc:chgData name="Amanda Countryman" userId="0be1c61d-c610-49a2-ae7e-a4e60bd07712" providerId="ADAL" clId="{00873937-8841-4394-9081-668AB0E0F950}" dt="2026-08-25T01:52:05.312" v="1" actId="47"/>
        <pc:sldMkLst>
          <pc:docMk/>
          <pc:sldMk cId="84309754" sldId="642"/>
        </pc:sldMkLst>
      </pc:sldChg>
      <pc:sldChg chg="del">
        <pc:chgData name="Amanda Countryman" userId="0be1c61d-c610-49a2-ae7e-a4e60bd07712" providerId="ADAL" clId="{00873937-8841-4394-9081-668AB0E0F950}" dt="2026-08-25T01:52:05.312" v="1" actId="47"/>
        <pc:sldMkLst>
          <pc:docMk/>
          <pc:sldMk cId="4132345226" sldId="643"/>
        </pc:sldMkLst>
      </pc:sldChg>
      <pc:sldChg chg="del">
        <pc:chgData name="Amanda Countryman" userId="0be1c61d-c610-49a2-ae7e-a4e60bd07712" providerId="ADAL" clId="{00873937-8841-4394-9081-668AB0E0F950}" dt="2026-08-25T01:52:05.312" v="1" actId="47"/>
        <pc:sldMkLst>
          <pc:docMk/>
          <pc:sldMk cId="4231278966" sldId="644"/>
        </pc:sldMkLst>
      </pc:sldChg>
      <pc:sldChg chg="del">
        <pc:chgData name="Amanda Countryman" userId="0be1c61d-c610-49a2-ae7e-a4e60bd07712" providerId="ADAL" clId="{00873937-8841-4394-9081-668AB0E0F950}" dt="2026-08-25T01:52:05.312" v="1" actId="47"/>
        <pc:sldMkLst>
          <pc:docMk/>
          <pc:sldMk cId="1725424007" sldId="645"/>
        </pc:sldMkLst>
      </pc:sldChg>
      <pc:sldChg chg="del">
        <pc:chgData name="Amanda Countryman" userId="0be1c61d-c610-49a2-ae7e-a4e60bd07712" providerId="ADAL" clId="{00873937-8841-4394-9081-668AB0E0F950}" dt="2026-08-25T01:52:05.312" v="1" actId="47"/>
        <pc:sldMkLst>
          <pc:docMk/>
          <pc:sldMk cId="2345553980" sldId="646"/>
        </pc:sldMkLst>
      </pc:sldChg>
      <pc:sldChg chg="del">
        <pc:chgData name="Amanda Countryman" userId="0be1c61d-c610-49a2-ae7e-a4e60bd07712" providerId="ADAL" clId="{00873937-8841-4394-9081-668AB0E0F950}" dt="2026-08-25T01:52:05.312" v="1" actId="47"/>
        <pc:sldMkLst>
          <pc:docMk/>
          <pc:sldMk cId="2803429261" sldId="647"/>
        </pc:sldMkLst>
      </pc:sldChg>
      <pc:sldChg chg="del">
        <pc:chgData name="Amanda Countryman" userId="0be1c61d-c610-49a2-ae7e-a4e60bd07712" providerId="ADAL" clId="{00873937-8841-4394-9081-668AB0E0F950}" dt="2026-08-25T01:52:05.312" v="1" actId="47"/>
        <pc:sldMkLst>
          <pc:docMk/>
          <pc:sldMk cId="3017040870" sldId="648"/>
        </pc:sldMkLst>
      </pc:sldChg>
      <pc:sldChg chg="del">
        <pc:chgData name="Amanda Countryman" userId="0be1c61d-c610-49a2-ae7e-a4e60bd07712" providerId="ADAL" clId="{00873937-8841-4394-9081-668AB0E0F950}" dt="2026-08-25T01:52:05.312" v="1" actId="47"/>
        <pc:sldMkLst>
          <pc:docMk/>
          <pc:sldMk cId="831580178" sldId="649"/>
        </pc:sldMkLst>
      </pc:sldChg>
      <pc:sldChg chg="del">
        <pc:chgData name="Amanda Countryman" userId="0be1c61d-c610-49a2-ae7e-a4e60bd07712" providerId="ADAL" clId="{00873937-8841-4394-9081-668AB0E0F950}" dt="2026-08-25T01:52:05.312" v="1" actId="47"/>
        <pc:sldMkLst>
          <pc:docMk/>
          <pc:sldMk cId="822023103" sldId="650"/>
        </pc:sldMkLst>
      </pc:sldChg>
      <pc:sldChg chg="del">
        <pc:chgData name="Amanda Countryman" userId="0be1c61d-c610-49a2-ae7e-a4e60bd07712" providerId="ADAL" clId="{00873937-8841-4394-9081-668AB0E0F950}" dt="2026-08-25T01:52:05.312" v="1" actId="47"/>
        <pc:sldMkLst>
          <pc:docMk/>
          <pc:sldMk cId="2325916051" sldId="651"/>
        </pc:sldMkLst>
      </pc:sldChg>
      <pc:sldChg chg="del">
        <pc:chgData name="Amanda Countryman" userId="0be1c61d-c610-49a2-ae7e-a4e60bd07712" providerId="ADAL" clId="{00873937-8841-4394-9081-668AB0E0F950}" dt="2026-08-25T01:52:05.312" v="1" actId="47"/>
        <pc:sldMkLst>
          <pc:docMk/>
          <pc:sldMk cId="1099178025" sldId="652"/>
        </pc:sldMkLst>
      </pc:sldChg>
      <pc:sldChg chg="del">
        <pc:chgData name="Amanda Countryman" userId="0be1c61d-c610-49a2-ae7e-a4e60bd07712" providerId="ADAL" clId="{00873937-8841-4394-9081-668AB0E0F950}" dt="2026-08-25T01:52:05.312" v="1" actId="47"/>
        <pc:sldMkLst>
          <pc:docMk/>
          <pc:sldMk cId="547711769" sldId="653"/>
        </pc:sldMkLst>
      </pc:sldChg>
      <pc:sldChg chg="del">
        <pc:chgData name="Amanda Countryman" userId="0be1c61d-c610-49a2-ae7e-a4e60bd07712" providerId="ADAL" clId="{00873937-8841-4394-9081-668AB0E0F950}" dt="2026-08-25T01:52:05.312" v="1" actId="47"/>
        <pc:sldMkLst>
          <pc:docMk/>
          <pc:sldMk cId="1879296121" sldId="654"/>
        </pc:sldMkLst>
      </pc:sldChg>
      <pc:sldChg chg="del">
        <pc:chgData name="Amanda Countryman" userId="0be1c61d-c610-49a2-ae7e-a4e60bd07712" providerId="ADAL" clId="{00873937-8841-4394-9081-668AB0E0F950}" dt="2026-08-25T01:52:05.312" v="1" actId="47"/>
        <pc:sldMkLst>
          <pc:docMk/>
          <pc:sldMk cId="846787941" sldId="655"/>
        </pc:sldMkLst>
      </pc:sldChg>
      <pc:sldChg chg="del">
        <pc:chgData name="Amanda Countryman" userId="0be1c61d-c610-49a2-ae7e-a4e60bd07712" providerId="ADAL" clId="{00873937-8841-4394-9081-668AB0E0F950}" dt="2026-08-25T01:52:05.312" v="1" actId="47"/>
        <pc:sldMkLst>
          <pc:docMk/>
          <pc:sldMk cId="2007472656" sldId="656"/>
        </pc:sldMkLst>
      </pc:sldChg>
      <pc:sldChg chg="del">
        <pc:chgData name="Amanda Countryman" userId="0be1c61d-c610-49a2-ae7e-a4e60bd07712" providerId="ADAL" clId="{00873937-8841-4394-9081-668AB0E0F950}" dt="2026-08-25T01:52:05.312" v="1" actId="47"/>
        <pc:sldMkLst>
          <pc:docMk/>
          <pc:sldMk cId="3791664624" sldId="657"/>
        </pc:sldMkLst>
      </pc:sldChg>
      <pc:sldChg chg="del">
        <pc:chgData name="Amanda Countryman" userId="0be1c61d-c610-49a2-ae7e-a4e60bd07712" providerId="ADAL" clId="{00873937-8841-4394-9081-668AB0E0F950}" dt="2026-08-25T01:52:05.312" v="1" actId="47"/>
        <pc:sldMkLst>
          <pc:docMk/>
          <pc:sldMk cId="910570828" sldId="658"/>
        </pc:sldMkLst>
      </pc:sldChg>
      <pc:sldChg chg="del">
        <pc:chgData name="Amanda Countryman" userId="0be1c61d-c610-49a2-ae7e-a4e60bd07712" providerId="ADAL" clId="{00873937-8841-4394-9081-668AB0E0F950}" dt="2026-08-25T01:52:05.312" v="1" actId="47"/>
        <pc:sldMkLst>
          <pc:docMk/>
          <pc:sldMk cId="1203829888" sldId="659"/>
        </pc:sldMkLst>
      </pc:sldChg>
      <pc:sldChg chg="del">
        <pc:chgData name="Amanda Countryman" userId="0be1c61d-c610-49a2-ae7e-a4e60bd07712" providerId="ADAL" clId="{00873937-8841-4394-9081-668AB0E0F950}" dt="2026-08-25T01:52:05.312" v="1" actId="47"/>
        <pc:sldMkLst>
          <pc:docMk/>
          <pc:sldMk cId="3016396798" sldId="660"/>
        </pc:sldMkLst>
      </pc:sldChg>
      <pc:sldChg chg="del">
        <pc:chgData name="Amanda Countryman" userId="0be1c61d-c610-49a2-ae7e-a4e60bd07712" providerId="ADAL" clId="{00873937-8841-4394-9081-668AB0E0F950}" dt="2026-08-25T01:52:05.312" v="1" actId="47"/>
        <pc:sldMkLst>
          <pc:docMk/>
          <pc:sldMk cId="529741311" sldId="661"/>
        </pc:sldMkLst>
      </pc:sldChg>
      <pc:sldChg chg="del">
        <pc:chgData name="Amanda Countryman" userId="0be1c61d-c610-49a2-ae7e-a4e60bd07712" providerId="ADAL" clId="{00873937-8841-4394-9081-668AB0E0F950}" dt="2026-08-25T01:52:05.312" v="1" actId="47"/>
        <pc:sldMkLst>
          <pc:docMk/>
          <pc:sldMk cId="1496512939" sldId="662"/>
        </pc:sldMkLst>
      </pc:sldChg>
      <pc:sldChg chg="del">
        <pc:chgData name="Amanda Countryman" userId="0be1c61d-c610-49a2-ae7e-a4e60bd07712" providerId="ADAL" clId="{00873937-8841-4394-9081-668AB0E0F950}" dt="2026-08-25T01:52:05.312" v="1" actId="47"/>
        <pc:sldMkLst>
          <pc:docMk/>
          <pc:sldMk cId="3311294054" sldId="663"/>
        </pc:sldMkLst>
      </pc:sldChg>
      <pc:sldChg chg="del">
        <pc:chgData name="Amanda Countryman" userId="0be1c61d-c610-49a2-ae7e-a4e60bd07712" providerId="ADAL" clId="{00873937-8841-4394-9081-668AB0E0F950}" dt="2026-08-25T01:52:05.312" v="1" actId="47"/>
        <pc:sldMkLst>
          <pc:docMk/>
          <pc:sldMk cId="1370277252" sldId="664"/>
        </pc:sldMkLst>
      </pc:sldChg>
      <pc:sldChg chg="del">
        <pc:chgData name="Amanda Countryman" userId="0be1c61d-c610-49a2-ae7e-a4e60bd07712" providerId="ADAL" clId="{00873937-8841-4394-9081-668AB0E0F950}" dt="2026-08-25T01:52:05.312" v="1" actId="47"/>
        <pc:sldMkLst>
          <pc:docMk/>
          <pc:sldMk cId="1472161643" sldId="665"/>
        </pc:sldMkLst>
      </pc:sldChg>
      <pc:sldChg chg="del">
        <pc:chgData name="Amanda Countryman" userId="0be1c61d-c610-49a2-ae7e-a4e60bd07712" providerId="ADAL" clId="{00873937-8841-4394-9081-668AB0E0F950}" dt="2026-08-25T01:52:05.312" v="1" actId="47"/>
        <pc:sldMkLst>
          <pc:docMk/>
          <pc:sldMk cId="981778250" sldId="666"/>
        </pc:sldMkLst>
      </pc:sldChg>
      <pc:sldChg chg="del">
        <pc:chgData name="Amanda Countryman" userId="0be1c61d-c610-49a2-ae7e-a4e60bd07712" providerId="ADAL" clId="{00873937-8841-4394-9081-668AB0E0F950}" dt="2026-08-25T01:52:05.312" v="1" actId="47"/>
        <pc:sldMkLst>
          <pc:docMk/>
          <pc:sldMk cId="3393674583" sldId="667"/>
        </pc:sldMkLst>
      </pc:sldChg>
      <pc:sldChg chg="del">
        <pc:chgData name="Amanda Countryman" userId="0be1c61d-c610-49a2-ae7e-a4e60bd07712" providerId="ADAL" clId="{00873937-8841-4394-9081-668AB0E0F950}" dt="2026-08-25T01:52:05.312" v="1" actId="47"/>
        <pc:sldMkLst>
          <pc:docMk/>
          <pc:sldMk cId="3445159686" sldId="668"/>
        </pc:sldMkLst>
      </pc:sldChg>
      <pc:sldChg chg="del">
        <pc:chgData name="Amanda Countryman" userId="0be1c61d-c610-49a2-ae7e-a4e60bd07712" providerId="ADAL" clId="{00873937-8841-4394-9081-668AB0E0F950}" dt="2026-08-25T01:52:05.312" v="1" actId="47"/>
        <pc:sldMkLst>
          <pc:docMk/>
          <pc:sldMk cId="1178867473" sldId="669"/>
        </pc:sldMkLst>
      </pc:sldChg>
      <pc:sldChg chg="del">
        <pc:chgData name="Amanda Countryman" userId="0be1c61d-c610-49a2-ae7e-a4e60bd07712" providerId="ADAL" clId="{00873937-8841-4394-9081-668AB0E0F950}" dt="2026-08-25T01:52:05.312" v="1" actId="47"/>
        <pc:sldMkLst>
          <pc:docMk/>
          <pc:sldMk cId="3637227542" sldId="671"/>
        </pc:sldMkLst>
      </pc:sldChg>
      <pc:sldChg chg="del">
        <pc:chgData name="Amanda Countryman" userId="0be1c61d-c610-49a2-ae7e-a4e60bd07712" providerId="ADAL" clId="{00873937-8841-4394-9081-668AB0E0F950}" dt="2026-08-25T01:52:05.312" v="1" actId="47"/>
        <pc:sldMkLst>
          <pc:docMk/>
          <pc:sldMk cId="2901803682" sldId="672"/>
        </pc:sldMkLst>
      </pc:sldChg>
      <pc:sldChg chg="del">
        <pc:chgData name="Amanda Countryman" userId="0be1c61d-c610-49a2-ae7e-a4e60bd07712" providerId="ADAL" clId="{00873937-8841-4394-9081-668AB0E0F950}" dt="2026-08-25T01:52:05.312" v="1" actId="47"/>
        <pc:sldMkLst>
          <pc:docMk/>
          <pc:sldMk cId="2892761762" sldId="673"/>
        </pc:sldMkLst>
      </pc:sldChg>
      <pc:sldChg chg="del">
        <pc:chgData name="Amanda Countryman" userId="0be1c61d-c610-49a2-ae7e-a4e60bd07712" providerId="ADAL" clId="{00873937-8841-4394-9081-668AB0E0F950}" dt="2026-08-25T01:51:54.424" v="0" actId="47"/>
        <pc:sldMkLst>
          <pc:docMk/>
          <pc:sldMk cId="2905375063" sldId="674"/>
        </pc:sldMkLst>
      </pc:sldChg>
      <pc:sldChg chg="del">
        <pc:chgData name="Amanda Countryman" userId="0be1c61d-c610-49a2-ae7e-a4e60bd07712" providerId="ADAL" clId="{00873937-8841-4394-9081-668AB0E0F950}" dt="2026-08-25T01:51:54.424" v="0" actId="47"/>
        <pc:sldMkLst>
          <pc:docMk/>
          <pc:sldMk cId="1867379302" sldId="675"/>
        </pc:sldMkLst>
      </pc:sldChg>
      <pc:sldChg chg="del">
        <pc:chgData name="Amanda Countryman" userId="0be1c61d-c610-49a2-ae7e-a4e60bd07712" providerId="ADAL" clId="{00873937-8841-4394-9081-668AB0E0F950}" dt="2026-08-25T01:51:54.424" v="0" actId="47"/>
        <pc:sldMkLst>
          <pc:docMk/>
          <pc:sldMk cId="920164417" sldId="676"/>
        </pc:sldMkLst>
      </pc:sldChg>
      <pc:sldChg chg="del">
        <pc:chgData name="Amanda Countryman" userId="0be1c61d-c610-49a2-ae7e-a4e60bd07712" providerId="ADAL" clId="{00873937-8841-4394-9081-668AB0E0F950}" dt="2026-08-25T01:51:54.424" v="0" actId="47"/>
        <pc:sldMkLst>
          <pc:docMk/>
          <pc:sldMk cId="1790891452" sldId="677"/>
        </pc:sldMkLst>
      </pc:sldChg>
      <pc:sldChg chg="del">
        <pc:chgData name="Amanda Countryman" userId="0be1c61d-c610-49a2-ae7e-a4e60bd07712" providerId="ADAL" clId="{00873937-8841-4394-9081-668AB0E0F950}" dt="2026-08-25T01:51:54.424" v="0" actId="47"/>
        <pc:sldMkLst>
          <pc:docMk/>
          <pc:sldMk cId="1964728646" sldId="678"/>
        </pc:sldMkLst>
      </pc:sldChg>
      <pc:sldChg chg="del">
        <pc:chgData name="Amanda Countryman" userId="0be1c61d-c610-49a2-ae7e-a4e60bd07712" providerId="ADAL" clId="{00873937-8841-4394-9081-668AB0E0F950}" dt="2026-08-25T01:51:54.424" v="0" actId="47"/>
        <pc:sldMkLst>
          <pc:docMk/>
          <pc:sldMk cId="3209933386" sldId="680"/>
        </pc:sldMkLst>
      </pc:sldChg>
      <pc:sldChg chg="del">
        <pc:chgData name="Amanda Countryman" userId="0be1c61d-c610-49a2-ae7e-a4e60bd07712" providerId="ADAL" clId="{00873937-8841-4394-9081-668AB0E0F950}" dt="2026-08-25T01:52:05.312" v="1" actId="47"/>
        <pc:sldMkLst>
          <pc:docMk/>
          <pc:sldMk cId="189957461" sldId="681"/>
        </pc:sldMkLst>
      </pc:sldChg>
      <pc:sldMasterChg chg="delSldLayout">
        <pc:chgData name="Amanda Countryman" userId="0be1c61d-c610-49a2-ae7e-a4e60bd07712" providerId="ADAL" clId="{00873937-8841-4394-9081-668AB0E0F950}" dt="2026-08-25T01:52:05.312" v="1" actId="47"/>
        <pc:sldMasterMkLst>
          <pc:docMk/>
          <pc:sldMasterMk cId="0" sldId="2147483659"/>
        </pc:sldMasterMkLst>
        <pc:sldLayoutChg chg="del">
          <pc:chgData name="Amanda Countryman" userId="0be1c61d-c610-49a2-ae7e-a4e60bd07712" providerId="ADAL" clId="{00873937-8841-4394-9081-668AB0E0F950}" dt="2026-08-25T01:52:05.312" v="1" actId="47"/>
          <pc:sldLayoutMkLst>
            <pc:docMk/>
            <pc:sldMasterMk cId="0" sldId="2147483659"/>
            <pc:sldLayoutMk cId="0" sldId="2147483651"/>
          </pc:sldLayoutMkLst>
        </pc:sldLayoutChg>
        <pc:sldLayoutChg chg="del">
          <pc:chgData name="Amanda Countryman" userId="0be1c61d-c610-49a2-ae7e-a4e60bd07712" providerId="ADAL" clId="{00873937-8841-4394-9081-668AB0E0F950}" dt="2026-08-25T01:52:05.312" v="1"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2:05.312" v="1" actId="47"/>
          <pc:sldLayoutMkLst>
            <pc:docMk/>
            <pc:sldMasterMk cId="0" sldId="214748365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f54c93bd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f54c93bd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f54c93bdc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0" name="Google Shape;1110;gf54c93bdc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f54c93bdc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f54c93bdc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f54c93bdc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f54c93bdc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f569e51d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8" name="Google Shape;1128;gf569e51d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f54c93bdc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f54c93bdc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f54c93bdc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f54c93bdc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f54c93bdc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5" name="Google Shape;1145;gf54c93bdc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f569e51d2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f569e51d2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f54c93bdc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f54c93bdc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gf54c93bdc1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3" name="Google Shape;1163;gf54c93bdc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f59e1750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f59e1750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f59e17508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f59e17508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gf59e17508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0" name="Google Shape;1180;gf59e17508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f59e17508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6" name="Google Shape;1216;gf59e17508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f59e17508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6" name="Google Shape;1186;gf59e17508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f59e17508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f59e17508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f1595226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8" name="Google Shape;1198;gf1595226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f59e17508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f59e17508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f59e17508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f59e17508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gf61744c2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8" name="Google Shape;1228;gf61744c2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gf1595226d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3" name="Google Shape;1233;gf1595226d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gf61744c26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 name="Google Shape;1239;gf61744c26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gf61744c26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 name="Google Shape;1239;gf61744c26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424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f61744c26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f61744c26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fmwww.bc.edu/EC-P/wp957.pdf"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106"/>
        <p:cNvGrpSpPr/>
        <p:nvPr/>
      </p:nvGrpSpPr>
      <p:grpSpPr>
        <a:xfrm>
          <a:off x="0" y="0"/>
          <a:ext cx="0" cy="0"/>
          <a:chOff x="0" y="0"/>
          <a:chExt cx="0" cy="0"/>
        </a:xfrm>
      </p:grpSpPr>
      <p:sp>
        <p:nvSpPr>
          <p:cNvPr id="1107" name="Google Shape;1107;p19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4</a:t>
            </a:r>
            <a:br>
              <a:rPr lang="en" dirty="0"/>
            </a:br>
            <a:r>
              <a:rPr lang="en" dirty="0"/>
              <a:t>Conceptual Framework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1113" name="Google Shape;1113;p1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Most papers have a conceptual model or theory behind them whether explicit or not.</a:t>
            </a:r>
            <a:endParaRPr/>
          </a:p>
          <a:p>
            <a:pPr marL="0" lvl="0" indent="0" algn="l" rtl="0">
              <a:spcBef>
                <a:spcPts val="1600"/>
              </a:spcBef>
              <a:spcAft>
                <a:spcPts val="0"/>
              </a:spcAft>
              <a:buClr>
                <a:schemeClr val="dk1"/>
              </a:buClr>
              <a:buSzPts val="1100"/>
              <a:buFont typeface="Arial"/>
              <a:buNone/>
            </a:pPr>
            <a:r>
              <a:rPr lang="en"/>
              <a:t>Ethridge argues that developing a conceptual framework is integral to clearly understanding the problem. </a:t>
            </a:r>
            <a:endParaRPr/>
          </a:p>
          <a:p>
            <a:pPr marL="0" lvl="0" indent="0" algn="l" rtl="0">
              <a:spcBef>
                <a:spcPts val="1600"/>
              </a:spcBef>
              <a:spcAft>
                <a:spcPts val="0"/>
              </a:spcAft>
              <a:buNone/>
            </a:pPr>
            <a:r>
              <a:rPr lang="en"/>
              <a:t>Even if it is an empirical paper you can orient your reader by explaining the conceptual model.</a:t>
            </a:r>
            <a:endParaRPr/>
          </a:p>
          <a:p>
            <a:pPr marL="0" lvl="0" indent="0" algn="l" rtl="0">
              <a:spcBef>
                <a:spcPts val="1600"/>
              </a:spcBef>
              <a:spcAft>
                <a:spcPts val="0"/>
              </a:spcAft>
              <a:buNone/>
            </a:pPr>
            <a:r>
              <a:rPr lang="en"/>
              <a:t>Students often want to get on with the “real research” - take the time to think through the conceptual model</a:t>
            </a:r>
            <a:endParaRPr/>
          </a:p>
          <a:p>
            <a:pPr marL="0" lvl="0" indent="0" algn="l" rtl="0">
              <a:spcBef>
                <a:spcPts val="1600"/>
              </a:spcBef>
              <a:spcAft>
                <a:spcPts val="1600"/>
              </a:spcAft>
              <a:buNone/>
            </a:pPr>
            <a:r>
              <a:rPr lang="en"/>
              <a:t>Well-written conceptual framework makes the problem so obvious it barely seems worthy of a journal article (Varian paper)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1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conceptual framework</a:t>
            </a:r>
            <a:endParaRPr/>
          </a:p>
        </p:txBody>
      </p:sp>
      <p:sp>
        <p:nvSpPr>
          <p:cNvPr id="1119" name="Google Shape;1119;p19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conceptual analysis of the problem through to the relevant hypotheses</a:t>
            </a:r>
            <a:endParaRPr/>
          </a:p>
          <a:p>
            <a:pPr marL="0" lvl="0" indent="0" algn="l" rtl="0">
              <a:spcBef>
                <a:spcPts val="1600"/>
              </a:spcBef>
              <a:spcAft>
                <a:spcPts val="0"/>
              </a:spcAft>
              <a:buNone/>
            </a:pPr>
            <a:r>
              <a:rPr lang="en"/>
              <a:t>The logic of your argument - why or how x impacts y</a:t>
            </a:r>
            <a:endParaRPr/>
          </a:p>
          <a:p>
            <a:pPr marL="0" lvl="0" indent="0" algn="l" rtl="0">
              <a:spcBef>
                <a:spcPts val="1600"/>
              </a:spcBef>
              <a:spcAft>
                <a:spcPts val="0"/>
              </a:spcAft>
              <a:buNone/>
            </a:pPr>
            <a:r>
              <a:rPr lang="en"/>
              <a:t>Economics provides us a set of tools (or models) to think about problems</a:t>
            </a:r>
            <a:endParaRPr/>
          </a:p>
          <a:p>
            <a:pPr marL="0" lvl="0" indent="0" algn="l" rtl="0">
              <a:spcBef>
                <a:spcPts val="1600"/>
              </a:spcBef>
              <a:spcAft>
                <a:spcPts val="1600"/>
              </a:spcAft>
              <a:buNone/>
            </a:pPr>
            <a:r>
              <a:rPr lang="en"/>
              <a:t>The Theory of Economics does not furnish a body of settled conclusions immediately applicable to policy. It is a method rather than a doctrine, an apparatus of the mind, a technique of thinking, which helps its possessor to draw correct conclusions. - Keynes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19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on conceptual framework</a:t>
            </a:r>
            <a:endParaRPr/>
          </a:p>
        </p:txBody>
      </p:sp>
      <p:sp>
        <p:nvSpPr>
          <p:cNvPr id="1125" name="Google Shape;1125;p19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The conceptual framework helps the audience relate to and understand your problem.</a:t>
            </a:r>
            <a:endParaRPr dirty="0"/>
          </a:p>
          <a:p>
            <a:pPr marL="0" lvl="0" indent="0" algn="l" rtl="0">
              <a:spcBef>
                <a:spcPts val="1600"/>
              </a:spcBef>
              <a:spcAft>
                <a:spcPts val="0"/>
              </a:spcAft>
              <a:buNone/>
            </a:pPr>
            <a:r>
              <a:rPr lang="en" dirty="0"/>
              <a:t>Enter art.  Model as a metaphor.  The way you conceptualize the problem influences how you model the problem and, thus, how you communicate with your audience.</a:t>
            </a:r>
            <a:endParaRPr dirty="0"/>
          </a:p>
          <a:p>
            <a:pPr marL="0" lvl="0" indent="0" algn="l" rtl="0">
              <a:spcBef>
                <a:spcPts val="1600"/>
              </a:spcBef>
              <a:spcAft>
                <a:spcPts val="0"/>
              </a:spcAft>
              <a:buClr>
                <a:schemeClr val="dk1"/>
              </a:buClr>
              <a:buSzPts val="1100"/>
              <a:buFont typeface="Arial"/>
              <a:buNone/>
            </a:pPr>
            <a:r>
              <a:rPr lang="en" dirty="0"/>
              <a:t>You need to balance the ability to generalize (importance of the problem) with realistic assumptions.  Pragmatism</a:t>
            </a:r>
            <a:endParaRPr dirty="0"/>
          </a:p>
          <a:p>
            <a:pPr marL="0" lvl="0" indent="0" algn="l" rtl="0">
              <a:spcBef>
                <a:spcPts val="1600"/>
              </a:spcBef>
              <a:spcAft>
                <a:spcPts val="1600"/>
              </a:spcAft>
              <a:buNone/>
            </a:pPr>
            <a:r>
              <a:rPr lang="en" dirty="0"/>
              <a:t>You may develop a conceptual relationship that is currently untestable given the data you have.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9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of the conceptual framework</a:t>
            </a:r>
            <a:endParaRPr/>
          </a:p>
        </p:txBody>
      </p:sp>
      <p:sp>
        <p:nvSpPr>
          <p:cNvPr id="1131" name="Google Shape;1131;p19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clarify one’s thinking about a problem</a:t>
            </a:r>
            <a:endParaRPr/>
          </a:p>
          <a:p>
            <a:pPr marL="0" lvl="0" indent="0" algn="l" rtl="0">
              <a:spcBef>
                <a:spcPts val="1600"/>
              </a:spcBef>
              <a:spcAft>
                <a:spcPts val="0"/>
              </a:spcAft>
              <a:buNone/>
            </a:pPr>
            <a:r>
              <a:rPr lang="en"/>
              <a:t>To frame and articulate the problem to the audience</a:t>
            </a:r>
            <a:endParaRPr/>
          </a:p>
          <a:p>
            <a:pPr marL="0" lvl="0" indent="0" algn="l" rtl="0">
              <a:spcBef>
                <a:spcPts val="1600"/>
              </a:spcBef>
              <a:spcAft>
                <a:spcPts val="0"/>
              </a:spcAft>
              <a:buNone/>
            </a:pPr>
            <a:r>
              <a:rPr lang="en"/>
              <a:t>To provide a logical structure to your argument</a:t>
            </a:r>
            <a:endParaRPr/>
          </a:p>
          <a:p>
            <a:pPr marL="0" lvl="0" indent="0" algn="l" rtl="0">
              <a:spcBef>
                <a:spcPts val="1600"/>
              </a:spcBef>
              <a:spcAft>
                <a:spcPts val="0"/>
              </a:spcAft>
              <a:buNone/>
            </a:pPr>
            <a:r>
              <a:rPr lang="en"/>
              <a:t>To derive testable hypotheses</a:t>
            </a:r>
            <a:endParaRPr/>
          </a:p>
          <a:p>
            <a:pPr marL="457200" lvl="0" indent="-342900" algn="l" rtl="0">
              <a:spcBef>
                <a:spcPts val="1600"/>
              </a:spcBef>
              <a:spcAft>
                <a:spcPts val="0"/>
              </a:spcAft>
              <a:buSzPts val="1800"/>
              <a:buChar char="●"/>
            </a:pPr>
            <a:r>
              <a:rPr lang="en"/>
              <a:t>Quantitative</a:t>
            </a:r>
            <a:endParaRPr/>
          </a:p>
          <a:p>
            <a:pPr marL="457200" lvl="0" indent="-342900" algn="l" rtl="0">
              <a:spcBef>
                <a:spcPts val="0"/>
              </a:spcBef>
              <a:spcAft>
                <a:spcPts val="0"/>
              </a:spcAft>
              <a:buSzPts val="1800"/>
              <a:buChar char="●"/>
            </a:pPr>
            <a:r>
              <a:rPr lang="en"/>
              <a:t>Qualitative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19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100"/>
              <a:t>Without a conceptual model underlying empirical work, your regression is simply telling you about conditional correlation</a:t>
            </a:r>
            <a:endParaRPr sz="3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19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Digression on seminars</a:t>
            </a:r>
            <a:endParaRPr/>
          </a:p>
        </p:txBody>
      </p:sp>
      <p:sp>
        <p:nvSpPr>
          <p:cNvPr id="1142" name="Google Shape;1142;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When attending seminars, try to anticipate the presenter’s conceptual framework (especially if they are not explicit).  </a:t>
            </a:r>
            <a:endParaRPr dirty="0"/>
          </a:p>
          <a:p>
            <a:pPr marL="0" lvl="0" indent="0" algn="l" rtl="0">
              <a:spcBef>
                <a:spcPts val="1600"/>
              </a:spcBef>
              <a:spcAft>
                <a:spcPts val="1600"/>
              </a:spcAft>
              <a:buNone/>
            </a:pPr>
            <a:r>
              <a:rPr lang="en" dirty="0"/>
              <a:t>Does the author confirm the conceptual framework that you worked up?  If not, why?  Was your framework flawed?  Maybe the presenter is missing something.</a:t>
            </a:r>
          </a:p>
          <a:p>
            <a:pPr marL="0" lvl="0" indent="0" algn="l" rtl="0">
              <a:spcBef>
                <a:spcPts val="1600"/>
              </a:spcBef>
              <a:spcAft>
                <a:spcPts val="1600"/>
              </a:spcAft>
              <a:buNone/>
            </a:pPr>
            <a:r>
              <a:rPr lang="en" dirty="0"/>
              <a:t>This can lead to informative questions and comments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1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Formulating the conceptual framework is challenging</a:t>
            </a:r>
            <a:endParaRPr/>
          </a:p>
        </p:txBody>
      </p:sp>
      <p:sp>
        <p:nvSpPr>
          <p:cNvPr id="1148" name="Google Shape;1148;p1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It requires abstract reasoning</a:t>
            </a:r>
            <a:endParaRPr/>
          </a:p>
          <a:p>
            <a:pPr marL="0" lvl="0" indent="0" algn="l" rtl="0">
              <a:spcBef>
                <a:spcPts val="1600"/>
              </a:spcBef>
              <a:spcAft>
                <a:spcPts val="0"/>
              </a:spcAft>
              <a:buNone/>
            </a:pPr>
            <a:r>
              <a:rPr lang="en"/>
              <a:t>Ability to distill problem to its core elements</a:t>
            </a:r>
            <a:endParaRPr/>
          </a:p>
          <a:p>
            <a:pPr marL="0" lvl="0" indent="0" algn="l" rtl="0">
              <a:spcBef>
                <a:spcPts val="1600"/>
              </a:spcBef>
              <a:spcAft>
                <a:spcPts val="1600"/>
              </a:spcAft>
              <a:buNone/>
            </a:pPr>
            <a:r>
              <a:rPr lang="en"/>
              <a:t>Knowledge of economic theory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1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Ethridge operational steps</a:t>
            </a:r>
            <a:endParaRPr/>
          </a:p>
        </p:txBody>
      </p:sp>
      <p:sp>
        <p:nvSpPr>
          <p:cNvPr id="1154" name="Google Shape;1154;p1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Gain an understanding of the relevant literature</a:t>
            </a:r>
            <a:endParaRPr/>
          </a:p>
          <a:p>
            <a:pPr marL="0" lvl="0" indent="0" algn="l" rtl="0">
              <a:spcBef>
                <a:spcPts val="1600"/>
              </a:spcBef>
              <a:spcAft>
                <a:spcPts val="0"/>
              </a:spcAft>
              <a:buNone/>
            </a:pPr>
            <a:r>
              <a:rPr lang="en"/>
              <a:t>Simplify the problem - strip it down to critical conditions; not all details are of “first order importance”</a:t>
            </a:r>
            <a:endParaRPr/>
          </a:p>
          <a:p>
            <a:pPr marL="0" lvl="0" indent="0" algn="l" rtl="0">
              <a:spcBef>
                <a:spcPts val="1600"/>
              </a:spcBef>
              <a:spcAft>
                <a:spcPts val="0"/>
              </a:spcAft>
              <a:buNone/>
            </a:pPr>
            <a:r>
              <a:rPr lang="en"/>
              <a:t>Identify applicable theories</a:t>
            </a:r>
            <a:endParaRPr/>
          </a:p>
          <a:p>
            <a:pPr marL="0" lvl="0" indent="0" algn="l" rtl="0">
              <a:spcBef>
                <a:spcPts val="1600"/>
              </a:spcBef>
              <a:spcAft>
                <a:spcPts val="0"/>
              </a:spcAft>
              <a:buNone/>
            </a:pPr>
            <a:r>
              <a:rPr lang="en"/>
              <a:t>Start with most simple “base” model - maybe social planner in problems with market failure</a:t>
            </a:r>
            <a:endParaRPr/>
          </a:p>
          <a:p>
            <a:pPr marL="0" lvl="0" indent="0" algn="l" rtl="0">
              <a:spcBef>
                <a:spcPts val="1600"/>
              </a:spcBef>
              <a:spcAft>
                <a:spcPts val="0"/>
              </a:spcAft>
              <a:buNone/>
            </a:pPr>
            <a:r>
              <a:rPr lang="en"/>
              <a:t>Expand base model</a:t>
            </a:r>
            <a:endParaRPr/>
          </a:p>
          <a:p>
            <a:pPr marL="0" lvl="0" indent="0" algn="l" rtl="0">
              <a:spcBef>
                <a:spcPts val="1600"/>
              </a:spcBef>
              <a:spcAft>
                <a:spcPts val="0"/>
              </a:spcAft>
              <a:buNone/>
            </a:pPr>
            <a:r>
              <a:rPr lang="en"/>
              <a:t>Derive testable hypotheses</a:t>
            </a: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1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Varian’s Steps to identify conceptual framework</a:t>
            </a:r>
            <a:endParaRPr/>
          </a:p>
        </p:txBody>
      </p:sp>
      <p:sp>
        <p:nvSpPr>
          <p:cNvPr id="1160" name="Google Shape;1160;p1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Who are the people making the choices? </a:t>
            </a:r>
            <a:endParaRPr/>
          </a:p>
          <a:p>
            <a:pPr marL="0" lvl="0" indent="0" algn="l" rtl="0">
              <a:spcBef>
                <a:spcPts val="1600"/>
              </a:spcBef>
              <a:spcAft>
                <a:spcPts val="0"/>
              </a:spcAft>
              <a:buClr>
                <a:schemeClr val="dk1"/>
              </a:buClr>
              <a:buSzPts val="1100"/>
              <a:buFont typeface="Arial"/>
              <a:buNone/>
            </a:pPr>
            <a:r>
              <a:rPr lang="en"/>
              <a:t>How do they interact? </a:t>
            </a:r>
            <a:endParaRPr/>
          </a:p>
          <a:p>
            <a:pPr marL="0" lvl="0" indent="0" algn="l" rtl="0">
              <a:spcBef>
                <a:spcPts val="1600"/>
              </a:spcBef>
              <a:spcAft>
                <a:spcPts val="0"/>
              </a:spcAft>
              <a:buClr>
                <a:schemeClr val="dk1"/>
              </a:buClr>
              <a:buSzPts val="1100"/>
              <a:buFont typeface="Arial"/>
              <a:buNone/>
            </a:pPr>
            <a:r>
              <a:rPr lang="en"/>
              <a:t>What are the constraints they face? </a:t>
            </a:r>
            <a:endParaRPr/>
          </a:p>
          <a:p>
            <a:pPr marL="0" lvl="0" indent="0" algn="l" rtl="0">
              <a:spcBef>
                <a:spcPts val="1600"/>
              </a:spcBef>
              <a:spcAft>
                <a:spcPts val="0"/>
              </a:spcAft>
              <a:buClr>
                <a:schemeClr val="dk1"/>
              </a:buClr>
              <a:buSzPts val="1100"/>
              <a:buFont typeface="Arial"/>
              <a:buNone/>
            </a:pPr>
            <a:r>
              <a:rPr lang="en"/>
              <a:t>What adjusts if the choices aren't mutually consistent? </a:t>
            </a:r>
            <a:endParaRPr/>
          </a:p>
          <a:p>
            <a:pPr marL="0" lvl="0" indent="0" algn="l" rtl="0">
              <a:spcBef>
                <a:spcPts val="1600"/>
              </a:spcBef>
              <a:spcAft>
                <a:spcPts val="0"/>
              </a:spcAft>
              <a:buClr>
                <a:schemeClr val="dk1"/>
              </a:buClr>
              <a:buSzPts val="1100"/>
              <a:buFont typeface="Arial"/>
              <a:buNone/>
            </a:pPr>
            <a:r>
              <a:rPr lang="en"/>
              <a:t>Identify the causal mechanisms (relevant economic levers) </a:t>
            </a:r>
            <a:endParaRPr/>
          </a:p>
          <a:p>
            <a:pPr marL="0" lvl="0" indent="0" algn="l" rtl="0">
              <a:spcBef>
                <a:spcPts val="1600"/>
              </a:spcBef>
              <a:spcAft>
                <a:spcPts val="16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20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out</a:t>
            </a:r>
            <a:endParaRPr/>
          </a:p>
        </p:txBody>
      </p:sp>
      <p:sp>
        <p:nvSpPr>
          <p:cNvPr id="1166" name="Google Shape;1166;p2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Briefly introduce problem to orient the audience</a:t>
            </a:r>
            <a:endParaRPr/>
          </a:p>
          <a:p>
            <a:pPr marL="0" lvl="0" indent="0" algn="l" rtl="0">
              <a:spcBef>
                <a:spcPts val="1600"/>
              </a:spcBef>
              <a:spcAft>
                <a:spcPts val="0"/>
              </a:spcAft>
              <a:buClr>
                <a:schemeClr val="dk1"/>
              </a:buClr>
              <a:buSzPts val="1100"/>
              <a:buFont typeface="Arial"/>
              <a:buNone/>
            </a:pPr>
            <a:r>
              <a:rPr lang="en"/>
              <a:t>Overview of framework to demonstrate how you solve the problem</a:t>
            </a:r>
            <a:endParaRPr/>
          </a:p>
          <a:p>
            <a:pPr marL="457200" lvl="0" indent="-342900" algn="l" rtl="0">
              <a:spcBef>
                <a:spcPts val="1600"/>
              </a:spcBef>
              <a:spcAft>
                <a:spcPts val="0"/>
              </a:spcAft>
              <a:buSzPts val="1800"/>
              <a:buChar char="●"/>
            </a:pPr>
            <a:r>
              <a:rPr lang="en"/>
              <a:t>Who are the agents and what do they care about?</a:t>
            </a:r>
            <a:endParaRPr/>
          </a:p>
          <a:p>
            <a:pPr marL="457200" lvl="0" indent="-342900" algn="l" rtl="0">
              <a:spcBef>
                <a:spcPts val="0"/>
              </a:spcBef>
              <a:spcAft>
                <a:spcPts val="0"/>
              </a:spcAft>
              <a:buSzPts val="1800"/>
              <a:buChar char="●"/>
            </a:pPr>
            <a:r>
              <a:rPr lang="en"/>
              <a:t>What are their choices? constraints?</a:t>
            </a:r>
            <a:endParaRPr/>
          </a:p>
          <a:p>
            <a:pPr marL="457200" lvl="0" indent="-342900" algn="l" rtl="0">
              <a:spcBef>
                <a:spcPts val="0"/>
              </a:spcBef>
              <a:spcAft>
                <a:spcPts val="0"/>
              </a:spcAft>
              <a:buSzPts val="1800"/>
              <a:buChar char="●"/>
            </a:pPr>
            <a:r>
              <a:rPr lang="en"/>
              <a:t>What adjusts to bring choices into consistency?</a:t>
            </a:r>
            <a:endParaRPr/>
          </a:p>
          <a:p>
            <a:pPr marL="457200" lvl="0" indent="-342900" algn="l" rtl="0">
              <a:spcBef>
                <a:spcPts val="0"/>
              </a:spcBef>
              <a:spcAft>
                <a:spcPts val="0"/>
              </a:spcAft>
              <a:buSzPts val="1800"/>
              <a:buChar char="●"/>
            </a:pPr>
            <a:r>
              <a:rPr lang="en"/>
              <a:t>What are the outcomes?</a:t>
            </a:r>
            <a:endParaRPr/>
          </a:p>
          <a:p>
            <a:pPr marL="0" lvl="0" indent="0" algn="l" rtl="0">
              <a:spcBef>
                <a:spcPts val="1600"/>
              </a:spcBef>
              <a:spcAft>
                <a:spcPts val="0"/>
              </a:spcAft>
              <a:buClr>
                <a:schemeClr val="dk1"/>
              </a:buClr>
              <a:buSzPts val="1100"/>
              <a:buFont typeface="Arial"/>
              <a:buNone/>
            </a:pPr>
            <a:r>
              <a:rPr lang="en"/>
              <a:t>Explain how the conceptual framework informs empirical model.</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20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Romer - Mathiness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1ECC-CE28-358C-906D-3FB352FCEAAB}"/>
              </a:ext>
            </a:extLst>
          </p:cNvPr>
          <p:cNvSpPr>
            <a:spLocks noGrp="1"/>
          </p:cNvSpPr>
          <p:nvPr>
            <p:ph type="title"/>
          </p:nvPr>
        </p:nvSpPr>
        <p:spPr/>
        <p:txBody>
          <a:bodyPr/>
          <a:lstStyle/>
          <a:p>
            <a:r>
              <a:rPr lang="en-US" dirty="0"/>
              <a:t>Reading Assignment</a:t>
            </a:r>
          </a:p>
        </p:txBody>
      </p:sp>
      <p:sp>
        <p:nvSpPr>
          <p:cNvPr id="3" name="Text Placeholder 2">
            <a:extLst>
              <a:ext uri="{FF2B5EF4-FFF2-40B4-BE49-F238E27FC236}">
                <a16:creationId xmlns:a16="http://schemas.microsoft.com/office/drawing/2014/main" id="{6EC7D2EE-9D90-D8A3-6DF7-5B1214B0AD5D}"/>
              </a:ext>
            </a:extLst>
          </p:cNvPr>
          <p:cNvSpPr>
            <a:spLocks noGrp="1"/>
          </p:cNvSpPr>
          <p:nvPr>
            <p:ph type="body" idx="1"/>
          </p:nvPr>
        </p:nvSpPr>
        <p:spPr/>
        <p:txBody>
          <a:bodyPr/>
          <a:lstStyle/>
          <a:p>
            <a:r>
              <a:rPr lang="en-US" dirty="0"/>
              <a:t>First, effective intros?</a:t>
            </a:r>
          </a:p>
          <a:p>
            <a:r>
              <a:rPr lang="en-US" dirty="0"/>
              <a:t>Explicit or not?</a:t>
            </a:r>
          </a:p>
          <a:p>
            <a:r>
              <a:rPr lang="en-US" dirty="0"/>
              <a:t>If not, how do you know what the conceptual framework is?</a:t>
            </a:r>
          </a:p>
        </p:txBody>
      </p:sp>
    </p:spTree>
    <p:extLst>
      <p:ext uri="{BB962C8B-B14F-4D97-AF65-F5344CB8AC3E}">
        <p14:creationId xmlns:p14="http://schemas.microsoft.com/office/powerpoint/2010/main" val="4086080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20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 questions</a:t>
            </a:r>
            <a:endParaRPr/>
          </a:p>
        </p:txBody>
      </p:sp>
      <p:sp>
        <p:nvSpPr>
          <p:cNvPr id="1177" name="Google Shape;1177;p20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Romer’s argument?</a:t>
            </a:r>
            <a:endParaRPr/>
          </a:p>
          <a:p>
            <a:pPr marL="0" lvl="0" indent="0" algn="l" rtl="0">
              <a:spcBef>
                <a:spcPts val="1600"/>
              </a:spcBef>
              <a:spcAft>
                <a:spcPts val="0"/>
              </a:spcAft>
              <a:buNone/>
            </a:pPr>
            <a:r>
              <a:rPr lang="en"/>
              <a:t>What are some of the key points?</a:t>
            </a:r>
            <a:endParaRPr/>
          </a:p>
          <a:p>
            <a:pPr marL="0" lvl="0" indent="0" algn="l" rtl="0">
              <a:spcBef>
                <a:spcPts val="1600"/>
              </a:spcBef>
              <a:spcAft>
                <a:spcPts val="0"/>
              </a:spcAft>
              <a:buNone/>
            </a:pPr>
            <a:r>
              <a:rPr lang="en"/>
              <a:t>What is Romer’s goal?</a:t>
            </a:r>
            <a:endParaRPr/>
          </a:p>
          <a:p>
            <a:pPr marL="0" lvl="0" indent="0" algn="l" rtl="0">
              <a:spcBef>
                <a:spcPts val="1600"/>
              </a:spcBef>
              <a:spcAft>
                <a:spcPts val="1600"/>
              </a:spcAft>
              <a:buNone/>
            </a:pPr>
            <a:r>
              <a:rPr lang="en"/>
              <a:t>What are some lessons from this paper (generalizable to the overall research process)?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sp>
        <p:nvSpPr>
          <p:cNvPr id="1182" name="Google Shape;1182;p20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Romer’s argument?</a:t>
            </a:r>
            <a:endParaRPr/>
          </a:p>
        </p:txBody>
      </p:sp>
      <p:sp>
        <p:nvSpPr>
          <p:cNvPr id="1183" name="Google Shape;1183;p20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Mathiness</a:t>
            </a:r>
            <a:r>
              <a:rPr lang="en" dirty="0"/>
              <a:t> is the abuse of credibility afforded to mathematical economic theory.  </a:t>
            </a:r>
          </a:p>
          <a:p>
            <a:pPr marL="0" lvl="0" indent="0" algn="l" rtl="0">
              <a:spcBef>
                <a:spcPts val="0"/>
              </a:spcBef>
              <a:spcAft>
                <a:spcPts val="0"/>
              </a:spcAft>
              <a:buNone/>
            </a:pPr>
            <a:endParaRPr lang="en" dirty="0"/>
          </a:p>
          <a:p>
            <a:pPr marL="0" lvl="0" indent="0" algn="l" rtl="0">
              <a:spcBef>
                <a:spcPts val="0"/>
              </a:spcBef>
              <a:spcAft>
                <a:spcPts val="0"/>
              </a:spcAft>
              <a:buNone/>
            </a:pPr>
            <a:r>
              <a:rPr lang="en" dirty="0" err="1"/>
              <a:t>Mathiness</a:t>
            </a:r>
            <a:r>
              <a:rPr lang="en" dirty="0"/>
              <a:t> allows bad theory to </a:t>
            </a:r>
            <a:r>
              <a:rPr lang="en" dirty="0" err="1"/>
              <a:t>masqu</a:t>
            </a:r>
            <a:r>
              <a:rPr lang="en-US" dirty="0"/>
              <a:t>e</a:t>
            </a:r>
            <a:r>
              <a:rPr lang="en" dirty="0" err="1"/>
              <a:t>rade</a:t>
            </a:r>
            <a:r>
              <a:rPr lang="en" dirty="0"/>
              <a:t> as rigor and survive scrutiny.</a:t>
            </a:r>
          </a:p>
          <a:p>
            <a:pPr marL="0" lvl="0" indent="0" algn="l" rtl="0">
              <a:spcBef>
                <a:spcPts val="0"/>
              </a:spcBef>
              <a:spcAft>
                <a:spcPts val="0"/>
              </a:spcAft>
              <a:buNone/>
            </a:pPr>
            <a:endParaRPr lang="en" dirty="0"/>
          </a:p>
          <a:p>
            <a:pPr marL="0" lvl="0" indent="0" algn="l" rtl="0">
              <a:spcBef>
                <a:spcPts val="0"/>
              </a:spcBef>
              <a:spcAft>
                <a:spcPts val="0"/>
              </a:spcAft>
              <a:buNone/>
            </a:pPr>
            <a:r>
              <a:rPr lang="en" dirty="0" err="1"/>
              <a:t>Mathiness</a:t>
            </a:r>
            <a:r>
              <a:rPr lang="en" dirty="0"/>
              <a:t> theory is bad because it does not help us understand reality.</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People no longer take any theoretical analysis seriously (lemons)</a:t>
            </a:r>
            <a:endParaRPr dirty="0"/>
          </a:p>
          <a:p>
            <a:pPr marL="0" lvl="0" indent="0" algn="l" rtl="0">
              <a:spcBef>
                <a:spcPts val="1600"/>
              </a:spcBef>
              <a:spcAft>
                <a:spcPts val="160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p20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From the paper</a:t>
            </a:r>
            <a:endParaRPr dirty="0"/>
          </a:p>
        </p:txBody>
      </p:sp>
      <p:sp>
        <p:nvSpPr>
          <p:cNvPr id="1219" name="Google Shape;1219;p20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Solow and Becker connected observable and precise concepts to words and equations</a:t>
            </a:r>
            <a:endParaRPr dirty="0"/>
          </a:p>
          <a:p>
            <a:pPr marL="0" lvl="0" indent="0" algn="l" rtl="0">
              <a:spcBef>
                <a:spcPts val="1600"/>
              </a:spcBef>
              <a:spcAft>
                <a:spcPts val="0"/>
              </a:spcAft>
              <a:buNone/>
            </a:pPr>
            <a:r>
              <a:rPr lang="en" dirty="0"/>
              <a:t>McGrattan and Prescott use the term location in a different way than it is used in product differentiation and economic geography literature</a:t>
            </a:r>
            <a:endParaRPr dirty="0"/>
          </a:p>
          <a:p>
            <a:pPr marL="0" lvl="0" indent="0" algn="l" rtl="0">
              <a:spcBef>
                <a:spcPts val="1600"/>
              </a:spcBef>
              <a:spcAft>
                <a:spcPts val="0"/>
              </a:spcAft>
              <a:buNone/>
            </a:pPr>
            <a:r>
              <a:rPr lang="en" dirty="0" err="1"/>
              <a:t>Mathiness</a:t>
            </a:r>
            <a:r>
              <a:rPr lang="en" dirty="0"/>
              <a:t> used to slow process of scientific consensus</a:t>
            </a:r>
            <a:endParaRPr dirty="0"/>
          </a:p>
          <a:p>
            <a:pPr marL="0" lvl="0" indent="0" algn="l" rtl="0">
              <a:spcBef>
                <a:spcPts val="1600"/>
              </a:spcBef>
              <a:spcAft>
                <a:spcPts val="1600"/>
              </a:spcAft>
              <a:buNone/>
            </a:pPr>
            <a:r>
              <a:rPr lang="en" dirty="0"/>
              <a:t>If </a:t>
            </a:r>
            <a:r>
              <a:rPr lang="en" dirty="0" err="1"/>
              <a:t>mathiness</a:t>
            </a:r>
            <a:r>
              <a:rPr lang="en" dirty="0"/>
              <a:t> becomes too prevalent, it can create a market for lemons in all math papers and sow distrust leaving only </a:t>
            </a:r>
            <a:r>
              <a:rPr lang="en" dirty="0" err="1"/>
              <a:t>mathiness</a:t>
            </a:r>
            <a:r>
              <a:rPr lang="en" dirty="0"/>
              <a:t>.  Note the rhetorical strategy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20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are some of the key points?</a:t>
            </a:r>
            <a:endParaRPr/>
          </a:p>
        </p:txBody>
      </p:sp>
      <p:sp>
        <p:nvSpPr>
          <p:cNvPr id="1189" name="Google Shape;1189;p2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Mathiness is common in growth theory</a:t>
            </a:r>
            <a:endParaRPr/>
          </a:p>
          <a:p>
            <a:pPr marL="0" lvl="0" indent="0" algn="l" rtl="0">
              <a:spcBef>
                <a:spcPts val="1600"/>
              </a:spcBef>
              <a:spcAft>
                <a:spcPts val="0"/>
              </a:spcAft>
              <a:buNone/>
            </a:pPr>
            <a:r>
              <a:rPr lang="en"/>
              <a:t>Romer’s endogenous growth theory is more accurate and reliable</a:t>
            </a:r>
            <a:endParaRPr/>
          </a:p>
          <a:p>
            <a:pPr marL="0" lvl="0" indent="0" algn="l" rtl="0">
              <a:spcBef>
                <a:spcPts val="1600"/>
              </a:spcBef>
              <a:spcAft>
                <a:spcPts val="0"/>
              </a:spcAft>
              <a:buNone/>
            </a:pPr>
            <a:r>
              <a:rPr lang="en"/>
              <a:t>Reviewers, editors, and journals are not carefully reviewing manuscripts</a:t>
            </a:r>
            <a:endParaRPr/>
          </a:p>
          <a:p>
            <a:pPr marL="0" lvl="0" indent="0" algn="l" rtl="0">
              <a:spcBef>
                <a:spcPts val="1600"/>
              </a:spcBef>
              <a:spcAft>
                <a:spcPts val="0"/>
              </a:spcAft>
              <a:buNone/>
            </a:pPr>
            <a:r>
              <a:rPr lang="en"/>
              <a:t>The increasing prevalence of mathiness suggests we are at a new lemons equilibrium</a:t>
            </a:r>
            <a:endParaRPr/>
          </a:p>
          <a:p>
            <a:pPr marL="0" lvl="0" indent="0" algn="l" rtl="0">
              <a:spcBef>
                <a:spcPts val="16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20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Romer’s goal?</a:t>
            </a:r>
            <a:endParaRPr/>
          </a:p>
        </p:txBody>
      </p:sp>
      <p:sp>
        <p:nvSpPr>
          <p:cNvPr id="1195" name="Google Shape;1195;p20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To persuade us that the discipline should coalesce around endogenous growth theory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20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Lessons</a:t>
            </a:r>
            <a:endParaRPr/>
          </a:p>
        </p:txBody>
      </p:sp>
      <p:sp>
        <p:nvSpPr>
          <p:cNvPr id="1201" name="Google Shape;1201;p20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Strive to develop a clear conceptual framework</a:t>
            </a:r>
            <a:endParaRPr/>
          </a:p>
          <a:p>
            <a:pPr marL="0" lvl="0" indent="0" algn="l" rtl="0">
              <a:spcBef>
                <a:spcPts val="1600"/>
              </a:spcBef>
              <a:spcAft>
                <a:spcPts val="1600"/>
              </a:spcAft>
              <a:buNone/>
            </a:pPr>
            <a:r>
              <a:rPr lang="en"/>
              <a:t>Be receptive to criticism on how it can be improved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20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Additional questions</a:t>
            </a:r>
            <a:endParaRPr/>
          </a:p>
        </p:txBody>
      </p:sp>
      <p:sp>
        <p:nvSpPr>
          <p:cNvPr id="1207" name="Google Shape;1207;p20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Can you identify your own preconceptions or biases?  How would you know if you were engaging in </a:t>
            </a:r>
            <a:r>
              <a:rPr lang="en" dirty="0" err="1"/>
              <a:t>mathiness</a:t>
            </a:r>
            <a:r>
              <a:rPr lang="en" dirty="0"/>
              <a:t> or similar behavior?</a:t>
            </a:r>
            <a:endParaRPr dirty="0"/>
          </a:p>
          <a:p>
            <a:pPr marL="0" lvl="0" indent="0" algn="l" rtl="0">
              <a:spcBef>
                <a:spcPts val="1600"/>
              </a:spcBef>
              <a:spcAft>
                <a:spcPts val="0"/>
              </a:spcAft>
              <a:buNone/>
            </a:pPr>
            <a:r>
              <a:rPr lang="en" dirty="0"/>
              <a:t>How can the discipline police itself?</a:t>
            </a:r>
            <a:endParaRPr dirty="0"/>
          </a:p>
          <a:p>
            <a:pPr marL="0" lvl="0" indent="0" algn="l" rtl="0">
              <a:spcBef>
                <a:spcPts val="1600"/>
              </a:spcBef>
              <a:spcAft>
                <a:spcPts val="0"/>
              </a:spcAft>
              <a:buNone/>
            </a:pPr>
            <a:r>
              <a:rPr lang="en" dirty="0"/>
              <a:t>How can we police ourselves?</a:t>
            </a:r>
            <a:endParaRPr dirty="0"/>
          </a:p>
          <a:p>
            <a:pPr marL="0" lvl="0" indent="0" algn="l" rtl="0">
              <a:spcBef>
                <a:spcPts val="1600"/>
              </a:spcBef>
              <a:spcAft>
                <a:spcPts val="1600"/>
              </a:spcAft>
              <a:buNone/>
            </a:pPr>
            <a:r>
              <a:rPr lang="en" dirty="0"/>
              <a:t>This is an example of academic debate.  Other examples?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0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Additional Thoughts</a:t>
            </a:r>
            <a:endParaRPr dirty="0"/>
          </a:p>
        </p:txBody>
      </p:sp>
      <p:sp>
        <p:nvSpPr>
          <p:cNvPr id="1213" name="Google Shape;1213;p20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Politics is meant to be provocative as a method of persuasion.</a:t>
            </a:r>
            <a:endParaRPr/>
          </a:p>
          <a:p>
            <a:pPr marL="0" lvl="0" indent="0" algn="l" rtl="0">
              <a:spcBef>
                <a:spcPts val="1600"/>
              </a:spcBef>
              <a:spcAft>
                <a:spcPts val="0"/>
              </a:spcAft>
              <a:buNone/>
            </a:pPr>
            <a:r>
              <a:rPr lang="en"/>
              <a:t>Scientific process should converge toward consensus.  Why?</a:t>
            </a:r>
            <a:endParaRPr/>
          </a:p>
          <a:p>
            <a:pPr marL="0" lvl="0" indent="0" algn="l" rtl="0">
              <a:spcBef>
                <a:spcPts val="1600"/>
              </a:spcBef>
              <a:spcAft>
                <a:spcPts val="0"/>
              </a:spcAft>
              <a:buNone/>
            </a:pPr>
            <a:r>
              <a:rPr lang="en"/>
              <a:t>Growth theory has not moved toward consensus</a:t>
            </a:r>
            <a:endParaRPr/>
          </a:p>
          <a:p>
            <a:pPr marL="0" lvl="0" indent="0" algn="l" rtl="0">
              <a:spcBef>
                <a:spcPts val="1600"/>
              </a:spcBef>
              <a:spcAft>
                <a:spcPts val="1600"/>
              </a:spcAft>
              <a:buNone/>
            </a:pPr>
            <a:r>
              <a:rPr lang="en"/>
              <a:t>“...mathiness lets academic politics masquerade as science. Like mathematical theory, mathiness uses a mixture of words and symbols, but instead of making tight links, it leaves ample room for slippage between statements in natural versus formal language and between statements with theoretical as opposed to empirical content.”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21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Writing Conceptual Framework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19EF-ED0A-0ADE-C413-8918DBAA0E94}"/>
              </a:ext>
            </a:extLst>
          </p:cNvPr>
          <p:cNvSpPr>
            <a:spLocks noGrp="1"/>
          </p:cNvSpPr>
          <p:nvPr>
            <p:ph type="title"/>
          </p:nvPr>
        </p:nvSpPr>
        <p:spPr/>
        <p:txBody>
          <a:bodyPr/>
          <a:lstStyle/>
          <a:p>
            <a:r>
              <a:rPr lang="en-US" dirty="0"/>
              <a:t>Agenda</a:t>
            </a:r>
          </a:p>
        </p:txBody>
      </p:sp>
      <p:sp>
        <p:nvSpPr>
          <p:cNvPr id="3" name="Text Placeholder 2">
            <a:extLst>
              <a:ext uri="{FF2B5EF4-FFF2-40B4-BE49-F238E27FC236}">
                <a16:creationId xmlns:a16="http://schemas.microsoft.com/office/drawing/2014/main" id="{0071A93A-E78E-5104-617B-CD92D275E101}"/>
              </a:ext>
            </a:extLst>
          </p:cNvPr>
          <p:cNvSpPr>
            <a:spLocks noGrp="1"/>
          </p:cNvSpPr>
          <p:nvPr>
            <p:ph type="body" idx="1"/>
          </p:nvPr>
        </p:nvSpPr>
        <p:spPr/>
        <p:txBody>
          <a:bodyPr/>
          <a:lstStyle/>
          <a:p>
            <a:pPr>
              <a:lnSpc>
                <a:spcPct val="114999"/>
              </a:lnSpc>
            </a:pPr>
            <a:r>
              <a:rPr lang="en-US" dirty="0"/>
              <a:t>ID strategy as part of conceptual framework </a:t>
            </a:r>
          </a:p>
          <a:p>
            <a:pPr>
              <a:lnSpc>
                <a:spcPct val="114999"/>
              </a:lnSpc>
            </a:pPr>
            <a:r>
              <a:rPr lang="en-US" dirty="0"/>
              <a:t>Hayley's notes for writing the conceptual framework</a:t>
            </a:r>
          </a:p>
        </p:txBody>
      </p:sp>
    </p:spTree>
    <p:extLst>
      <p:ext uri="{BB962C8B-B14F-4D97-AF65-F5344CB8AC3E}">
        <p14:creationId xmlns:p14="http://schemas.microsoft.com/office/powerpoint/2010/main" val="2406920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1234"/>
        <p:cNvGrpSpPr/>
        <p:nvPr/>
      </p:nvGrpSpPr>
      <p:grpSpPr>
        <a:xfrm>
          <a:off x="0" y="0"/>
          <a:ext cx="0" cy="0"/>
          <a:chOff x="0" y="0"/>
          <a:chExt cx="0" cy="0"/>
        </a:xfrm>
      </p:grpSpPr>
      <p:sp>
        <p:nvSpPr>
          <p:cNvPr id="1235" name="Google Shape;1235;p21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Writing assignment</a:t>
            </a:r>
            <a:endParaRPr/>
          </a:p>
        </p:txBody>
      </p:sp>
      <p:sp>
        <p:nvSpPr>
          <p:cNvPr id="1236" name="Google Shape;1236;p212"/>
          <p:cNvSpPr txBox="1">
            <a:spLocks noGrp="1"/>
          </p:cNvSpPr>
          <p:nvPr>
            <p:ph type="body" idx="1"/>
          </p:nvPr>
        </p:nvSpPr>
        <p:spPr>
          <a:xfrm>
            <a:off x="311700" y="894275"/>
            <a:ext cx="8520600" cy="394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Zivin and Neidell (2014) – this paper has very little in the way of a formal/mathematical conceptual model so it is a little tricky to identify.  They describe it in the opening paragraph(s).  Heat impacts cognitive activity, which may 1) impact labor productivity and 2) lead people to substitute certain leisure activities.</a:t>
            </a:r>
            <a:endParaRPr/>
          </a:p>
          <a:p>
            <a:pPr marL="0" lvl="0" indent="0" algn="l" rtl="0">
              <a:spcBef>
                <a:spcPts val="1600"/>
              </a:spcBef>
              <a:spcAft>
                <a:spcPts val="0"/>
              </a:spcAft>
              <a:buClr>
                <a:schemeClr val="dk1"/>
              </a:buClr>
              <a:buSzPts val="1100"/>
              <a:buFont typeface="Arial"/>
              <a:buNone/>
            </a:pPr>
            <a:r>
              <a:rPr lang="en"/>
              <a:t>Baker (2003) – this paper is very focused on the conceptual framework.  The whole objective is to use economic theory to formalize the ideas postulated by anthropologists.  Section 2 recaps existing work and describes the failure of previous attempts to describe a complex phenomenon without a model.</a:t>
            </a:r>
            <a:endParaRPr/>
          </a:p>
          <a:p>
            <a:pPr marL="0" lvl="0" indent="0" algn="l" rtl="0">
              <a:spcBef>
                <a:spcPts val="1600"/>
              </a:spcBef>
              <a:spcAft>
                <a:spcPts val="0"/>
              </a:spcAft>
              <a:buClr>
                <a:schemeClr val="dk1"/>
              </a:buClr>
              <a:buSzPts val="1100"/>
              <a:buFont typeface="Arial"/>
              <a:buNone/>
            </a:pPr>
            <a:r>
              <a:rPr lang="en"/>
              <a:t>Mankiw and Whinston (1986) – provides a new perspective on a relatively fundamental components of microeconomic theory.  </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2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 dirty="0"/>
              <a:t>Identification strategy in conceptual framework</a:t>
            </a:r>
            <a:endParaRPr lang="en-US" dirty="0"/>
          </a:p>
        </p:txBody>
      </p:sp>
      <p:sp>
        <p:nvSpPr>
          <p:cNvPr id="1242" name="Google Shape;1242;p2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spcBef>
                <a:spcPts val="1600"/>
              </a:spcBef>
              <a:buClr>
                <a:schemeClr val="dk1"/>
              </a:buClr>
              <a:buSzPts val="1100"/>
              <a:buNone/>
            </a:pPr>
            <a:r>
              <a:rPr lang="en" dirty="0"/>
              <a:t>Identification can mean several things in current empirical literature</a:t>
            </a:r>
          </a:p>
          <a:p>
            <a:pPr marL="0" indent="0">
              <a:lnSpc>
                <a:spcPct val="114999"/>
              </a:lnSpc>
              <a:spcBef>
                <a:spcPts val="1600"/>
              </a:spcBef>
              <a:buNone/>
            </a:pPr>
            <a:r>
              <a:rPr lang="en" dirty="0"/>
              <a:t>model parameters or features being uniquely determined from the observable population that generates the data - </a:t>
            </a:r>
            <a:r>
              <a:rPr lang="en" dirty="0">
                <a:hlinkClick r:id="rId3"/>
              </a:rPr>
              <a:t>Lewbel</a:t>
            </a:r>
          </a:p>
          <a:p>
            <a:pPr marL="0" indent="0">
              <a:lnSpc>
                <a:spcPct val="114999"/>
              </a:lnSpc>
              <a:spcBef>
                <a:spcPts val="1600"/>
              </a:spcBef>
              <a:buSzPts val="1100"/>
              <a:buNone/>
            </a:pPr>
            <a:r>
              <a:rPr lang="en" dirty="0"/>
              <a:t>It generally refers to the strategy you use to estimate the causal effect of X on Y</a:t>
            </a:r>
          </a:p>
          <a:p>
            <a:pPr marL="0" indent="0">
              <a:lnSpc>
                <a:spcPct val="114999"/>
              </a:lnSpc>
              <a:spcBef>
                <a:spcPts val="1600"/>
              </a:spcBef>
              <a:buSzPts val="1100"/>
              <a:buNone/>
            </a:pPr>
            <a:r>
              <a:rPr lang="en" dirty="0"/>
              <a:t>Threats to identification:</a:t>
            </a:r>
          </a:p>
          <a:p>
            <a:pPr marL="0" indent="0">
              <a:lnSpc>
                <a:spcPct val="114999"/>
              </a:lnSpc>
              <a:spcBef>
                <a:spcPts val="1600"/>
              </a:spcBef>
              <a:buSzPts val="1100"/>
              <a:buNone/>
            </a:pPr>
            <a:r>
              <a:rPr lang="en" dirty="0"/>
              <a:t>- omitted variables bias</a:t>
            </a:r>
          </a:p>
          <a:p>
            <a:pPr marL="0" indent="0">
              <a:lnSpc>
                <a:spcPct val="114999"/>
              </a:lnSpc>
              <a:spcBef>
                <a:spcPts val="1600"/>
              </a:spcBef>
              <a:buSzPts val="1100"/>
              <a:buNone/>
            </a:pPr>
            <a:r>
              <a:rPr lang="en" dirty="0"/>
              <a:t>- </a:t>
            </a:r>
            <a:r>
              <a:rPr lang="en" dirty="0" err="1"/>
              <a:t>simulteneity</a:t>
            </a:r>
            <a:r>
              <a:rPr lang="en" dirty="0"/>
              <a:t> (reverse causality)</a:t>
            </a:r>
          </a:p>
          <a:p>
            <a:pPr marL="0" indent="0">
              <a:lnSpc>
                <a:spcPct val="114999"/>
              </a:lnSpc>
              <a:spcBef>
                <a:spcPts val="1600"/>
              </a:spcBef>
              <a:buSzPts val="1100"/>
              <a:buNone/>
            </a:pPr>
            <a:r>
              <a:rPr lang="en" dirty="0"/>
              <a:t>- selection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2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r>
              <a:rPr lang="en" dirty="0"/>
              <a:t>Identification strategy in conceptual framework</a:t>
            </a:r>
            <a:endParaRPr lang="en-US" dirty="0"/>
          </a:p>
        </p:txBody>
      </p:sp>
      <p:sp>
        <p:nvSpPr>
          <p:cNvPr id="1242" name="Google Shape;1242;p2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nSpc>
                <a:spcPct val="114999"/>
              </a:lnSpc>
              <a:spcBef>
                <a:spcPts val="1600"/>
              </a:spcBef>
              <a:buNone/>
            </a:pPr>
            <a:r>
              <a:rPr lang="en" dirty="0"/>
              <a:t>Your challenge is to convince/persuade your reader that your strategy will uncover </a:t>
            </a:r>
            <a:r>
              <a:rPr lang="en"/>
              <a:t>the best estimate of a model parameter</a:t>
            </a:r>
            <a:endParaRPr lang="en-US" dirty="0"/>
          </a:p>
          <a:p>
            <a:pPr marL="0" indent="0">
              <a:spcBef>
                <a:spcPts val="1600"/>
              </a:spcBef>
              <a:spcAft>
                <a:spcPts val="1600"/>
              </a:spcAft>
              <a:buNone/>
            </a:pPr>
            <a:r>
              <a:rPr lang="en" dirty="0"/>
              <a:t>Schlenker and Walker: Want to look at the effect of short term air pollution on human health.  One of the important sources is airport pollution (idling jets).  Use individuals location relative to an airport coupled with wind direction and speed to account for exposure.  However, airport traffic may be influenced by weather, which also impacts air pollution.  Use network congestion driven by eastern airports that propagate through the network.</a:t>
            </a:r>
            <a:endParaRPr dirty="0"/>
          </a:p>
        </p:txBody>
      </p:sp>
    </p:spTree>
    <p:extLst>
      <p:ext uri="{BB962C8B-B14F-4D97-AF65-F5344CB8AC3E}">
        <p14:creationId xmlns:p14="http://schemas.microsoft.com/office/powerpoint/2010/main" val="1461415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47" name="Google Shape;1247;p2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Hayley’s notes</a:t>
            </a:r>
            <a:endParaRPr/>
          </a:p>
        </p:txBody>
      </p:sp>
      <p:sp>
        <p:nvSpPr>
          <p:cNvPr id="1248" name="Google Shape;1248;p2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48871</TotalTime>
  <Words>1297</Words>
  <Application>Microsoft Office PowerPoint</Application>
  <PresentationFormat>On-screen Show (16:9)</PresentationFormat>
  <Paragraphs>118</Paragraphs>
  <Slides>28</Slides>
  <Notes>26</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28</vt:i4>
      </vt:variant>
    </vt:vector>
  </HeadingPairs>
  <TitlesOfParts>
    <vt:vector size="30" baseType="lpstr">
      <vt:lpstr>Arial</vt:lpstr>
      <vt:lpstr>Simple Light</vt:lpstr>
      <vt:lpstr>AREC 570 Slides</vt:lpstr>
      <vt:lpstr>Unit 4 Conceptual Framework </vt:lpstr>
      <vt:lpstr>Overview</vt:lpstr>
      <vt:lpstr>What is the conceptual framework</vt:lpstr>
      <vt:lpstr>More on conceptual framework</vt:lpstr>
      <vt:lpstr>Purpose of the conceptual framework</vt:lpstr>
      <vt:lpstr>Without a conceptual model underlying empirical work, your regression is simply telling you about conditional correlation</vt:lpstr>
      <vt:lpstr>Digression on seminars</vt:lpstr>
      <vt:lpstr>Formulating the conceptual framework is challenging</vt:lpstr>
      <vt:lpstr>Ethridge operational steps</vt:lpstr>
      <vt:lpstr>Varian’s Steps to identify conceptual framework</vt:lpstr>
      <vt:lpstr>Try it out</vt:lpstr>
      <vt:lpstr>Romer - Mathiness</vt:lpstr>
      <vt:lpstr>Reading Assignment</vt:lpstr>
      <vt:lpstr>Discussion questions</vt:lpstr>
      <vt:lpstr>What is Romer’s argument?</vt:lpstr>
      <vt:lpstr>From the paper</vt:lpstr>
      <vt:lpstr>What are some of the key points?</vt:lpstr>
      <vt:lpstr>What is Romer’s goal?</vt:lpstr>
      <vt:lpstr>Lessons</vt:lpstr>
      <vt:lpstr>Additional questions</vt:lpstr>
      <vt:lpstr>Additional Thoughts</vt:lpstr>
      <vt:lpstr>Writing Conceptual Framework</vt:lpstr>
      <vt:lpstr>Agenda</vt:lpstr>
      <vt:lpstr>Writing assignment</vt:lpstr>
      <vt:lpstr>Identification strategy in conceptual framework</vt:lpstr>
      <vt:lpstr>Identification strategy in conceptual framework</vt:lpstr>
      <vt:lpstr>Hayley’s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2026-08-25T01:52:13Z</dcterms:modified>
</cp:coreProperties>
</file>