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7"/>
  </p:notesMasterIdLst>
  <p:sldIdLst>
    <p:sldId id="256" r:id="rId2"/>
    <p:sldId id="348" r:id="rId3"/>
    <p:sldId id="376" r:id="rId4"/>
    <p:sldId id="377" r:id="rId5"/>
    <p:sldId id="378" r:id="rId6"/>
    <p:sldId id="379" r:id="rId7"/>
    <p:sldId id="380" r:id="rId8"/>
    <p:sldId id="381" r:id="rId9"/>
    <p:sldId id="382" r:id="rId10"/>
    <p:sldId id="383" r:id="rId11"/>
    <p:sldId id="384" r:id="rId12"/>
    <p:sldId id="385" r:id="rId13"/>
    <p:sldId id="389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F8D1A1-DD3D-4E21-AE0D-D112E79BF1B5}" v="8" dt="2026-09-14T23:39:51.294"/>
  </p1510:revLst>
</p1510:revInfo>
</file>

<file path=ppt/tableStyles.xml><?xml version="1.0" encoding="utf-8"?>
<a:tblStyleLst xmlns:a="http://schemas.openxmlformats.org/drawingml/2006/main" def="{C3914263-E9C5-46C8-9AAA-96102F47AFED}">
  <a:tblStyle styleId="{C3914263-E9C5-46C8-9AAA-96102F47AFE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056"/>
    <p:restoredTop sz="81741"/>
  </p:normalViewPr>
  <p:slideViewPr>
    <p:cSldViewPr snapToGrid="0">
      <p:cViewPr varScale="1">
        <p:scale>
          <a:sx n="119" d="100"/>
          <a:sy n="119" d="100"/>
        </p:scale>
        <p:origin x="1812" y="6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nda Countryman" userId="0be1c61d-c610-49a2-ae7e-a4e60bd07712" providerId="ADAL" clId="{F5F8D1A1-DD3D-4E21-AE0D-D112E79BF1B5}"/>
    <pc:docChg chg="undo redo custSel addSld delSld modSld">
      <pc:chgData name="Amanda Countryman" userId="0be1c61d-c610-49a2-ae7e-a4e60bd07712" providerId="ADAL" clId="{F5F8D1A1-DD3D-4E21-AE0D-D112E79BF1B5}" dt="2026-09-14T23:47:10.980" v="179" actId="1076"/>
      <pc:docMkLst>
        <pc:docMk/>
      </pc:docMkLst>
      <pc:sldChg chg="modSp add del mod">
        <pc:chgData name="Amanda Countryman" userId="0be1c61d-c610-49a2-ae7e-a4e60bd07712" providerId="ADAL" clId="{F5F8D1A1-DD3D-4E21-AE0D-D112E79BF1B5}" dt="2026-09-14T23:40:57.420" v="142" actId="207"/>
        <pc:sldMkLst>
          <pc:docMk/>
          <pc:sldMk cId="0" sldId="257"/>
        </pc:sldMkLst>
        <pc:spChg chg="mod">
          <ac:chgData name="Amanda Countryman" userId="0be1c61d-c610-49a2-ae7e-a4e60bd07712" providerId="ADAL" clId="{F5F8D1A1-DD3D-4E21-AE0D-D112E79BF1B5}" dt="2026-09-14T23:40:49.957" v="140" actId="207"/>
          <ac:spMkLst>
            <pc:docMk/>
            <pc:sldMk cId="0" sldId="257"/>
            <ac:spMk id="2" creationId="{00000000-0000-0000-0000-000000000000}"/>
          </ac:spMkLst>
        </pc:spChg>
        <pc:spChg chg="mod">
          <ac:chgData name="Amanda Countryman" userId="0be1c61d-c610-49a2-ae7e-a4e60bd07712" providerId="ADAL" clId="{F5F8D1A1-DD3D-4E21-AE0D-D112E79BF1B5}" dt="2026-09-14T23:40:57.420" v="142" actId="207"/>
          <ac:spMkLst>
            <pc:docMk/>
            <pc:sldMk cId="0" sldId="257"/>
            <ac:spMk id="3" creationId="{00000000-0000-0000-0000-000000000000}"/>
          </ac:spMkLst>
        </pc:spChg>
        <pc:spChg chg="mod">
          <ac:chgData name="Amanda Countryman" userId="0be1c61d-c610-49a2-ae7e-a4e60bd07712" providerId="ADAL" clId="{F5F8D1A1-DD3D-4E21-AE0D-D112E79BF1B5}" dt="2026-09-14T23:40:53.661" v="141" actId="207"/>
          <ac:spMkLst>
            <pc:docMk/>
            <pc:sldMk cId="0" sldId="257"/>
            <ac:spMk id="4" creationId="{00000000-0000-0000-0000-000000000000}"/>
          </ac:spMkLst>
        </pc:spChg>
        <pc:spChg chg="mod">
          <ac:chgData name="Amanda Countryman" userId="0be1c61d-c610-49a2-ae7e-a4e60bd07712" providerId="ADAL" clId="{F5F8D1A1-DD3D-4E21-AE0D-D112E79BF1B5}" dt="2026-09-14T23:40:53.661" v="141" actId="207"/>
          <ac:spMkLst>
            <pc:docMk/>
            <pc:sldMk cId="0" sldId="257"/>
            <ac:spMk id="5" creationId="{00000000-0000-0000-0000-000000000000}"/>
          </ac:spMkLst>
        </pc:spChg>
        <pc:spChg chg="mod">
          <ac:chgData name="Amanda Countryman" userId="0be1c61d-c610-49a2-ae7e-a4e60bd07712" providerId="ADAL" clId="{F5F8D1A1-DD3D-4E21-AE0D-D112E79BF1B5}" dt="2026-09-14T23:40:53.661" v="141" actId="207"/>
          <ac:spMkLst>
            <pc:docMk/>
            <pc:sldMk cId="0" sldId="257"/>
            <ac:spMk id="6" creationId="{00000000-0000-0000-0000-000000000000}"/>
          </ac:spMkLst>
        </pc:spChg>
        <pc:spChg chg="mod">
          <ac:chgData name="Amanda Countryman" userId="0be1c61d-c610-49a2-ae7e-a4e60bd07712" providerId="ADAL" clId="{F5F8D1A1-DD3D-4E21-AE0D-D112E79BF1B5}" dt="2026-09-14T23:40:53.661" v="141" actId="207"/>
          <ac:spMkLst>
            <pc:docMk/>
            <pc:sldMk cId="0" sldId="257"/>
            <ac:spMk id="7" creationId="{00000000-0000-0000-0000-000000000000}"/>
          </ac:spMkLst>
        </pc:spChg>
      </pc:sldChg>
      <pc:sldChg chg="modSp add del mod">
        <pc:chgData name="Amanda Countryman" userId="0be1c61d-c610-49a2-ae7e-a4e60bd07712" providerId="ADAL" clId="{F5F8D1A1-DD3D-4E21-AE0D-D112E79BF1B5}" dt="2026-09-14T23:43:52.379" v="160" actId="1076"/>
        <pc:sldMkLst>
          <pc:docMk/>
          <pc:sldMk cId="0" sldId="258"/>
        </pc:sldMkLst>
        <pc:spChg chg="mod">
          <ac:chgData name="Amanda Countryman" userId="0be1c61d-c610-49a2-ae7e-a4e60bd07712" providerId="ADAL" clId="{F5F8D1A1-DD3D-4E21-AE0D-D112E79BF1B5}" dt="2026-09-14T23:41:38.508" v="143" actId="207"/>
          <ac:spMkLst>
            <pc:docMk/>
            <pc:sldMk cId="0" sldId="258"/>
            <ac:spMk id="3" creationId="{00000000-0000-0000-0000-000000000000}"/>
          </ac:spMkLst>
        </pc:spChg>
        <pc:spChg chg="mod">
          <ac:chgData name="Amanda Countryman" userId="0be1c61d-c610-49a2-ae7e-a4e60bd07712" providerId="ADAL" clId="{F5F8D1A1-DD3D-4E21-AE0D-D112E79BF1B5}" dt="2026-09-14T23:41:41.229" v="144" actId="207"/>
          <ac:spMkLst>
            <pc:docMk/>
            <pc:sldMk cId="0" sldId="258"/>
            <ac:spMk id="5" creationId="{00000000-0000-0000-0000-000000000000}"/>
          </ac:spMkLst>
        </pc:spChg>
        <pc:spChg chg="mod">
          <ac:chgData name="Amanda Countryman" userId="0be1c61d-c610-49a2-ae7e-a4e60bd07712" providerId="ADAL" clId="{F5F8D1A1-DD3D-4E21-AE0D-D112E79BF1B5}" dt="2026-09-14T23:41:43.774" v="145" actId="207"/>
          <ac:spMkLst>
            <pc:docMk/>
            <pc:sldMk cId="0" sldId="258"/>
            <ac:spMk id="8" creationId="{00000000-0000-0000-0000-000000000000}"/>
          </ac:spMkLst>
        </pc:spChg>
        <pc:spChg chg="mod">
          <ac:chgData name="Amanda Countryman" userId="0be1c61d-c610-49a2-ae7e-a4e60bd07712" providerId="ADAL" clId="{F5F8D1A1-DD3D-4E21-AE0D-D112E79BF1B5}" dt="2026-09-14T23:43:52.379" v="160" actId="1076"/>
          <ac:spMkLst>
            <pc:docMk/>
            <pc:sldMk cId="0" sldId="258"/>
            <ac:spMk id="10" creationId="{00000000-0000-0000-0000-000000000000}"/>
          </ac:spMkLst>
        </pc:spChg>
      </pc:sldChg>
      <pc:sldChg chg="modSp add del mod">
        <pc:chgData name="Amanda Countryman" userId="0be1c61d-c610-49a2-ae7e-a4e60bd07712" providerId="ADAL" clId="{F5F8D1A1-DD3D-4E21-AE0D-D112E79BF1B5}" dt="2026-09-14T23:41:53.268" v="146" actId="207"/>
        <pc:sldMkLst>
          <pc:docMk/>
          <pc:sldMk cId="0" sldId="259"/>
        </pc:sldMkLst>
        <pc:spChg chg="mod">
          <ac:chgData name="Amanda Countryman" userId="0be1c61d-c610-49a2-ae7e-a4e60bd07712" providerId="ADAL" clId="{F5F8D1A1-DD3D-4E21-AE0D-D112E79BF1B5}" dt="2026-09-14T23:41:53.268" v="146" actId="207"/>
          <ac:spMkLst>
            <pc:docMk/>
            <pc:sldMk cId="0" sldId="259"/>
            <ac:spMk id="3" creationId="{00000000-0000-0000-0000-000000000000}"/>
          </ac:spMkLst>
        </pc:spChg>
      </pc:sldChg>
      <pc:sldChg chg="modSp add del mod">
        <pc:chgData name="Amanda Countryman" userId="0be1c61d-c610-49a2-ae7e-a4e60bd07712" providerId="ADAL" clId="{F5F8D1A1-DD3D-4E21-AE0D-D112E79BF1B5}" dt="2026-09-14T23:44:06.548" v="163" actId="207"/>
        <pc:sldMkLst>
          <pc:docMk/>
          <pc:sldMk cId="0" sldId="260"/>
        </pc:sldMkLst>
        <pc:spChg chg="mod">
          <ac:chgData name="Amanda Countryman" userId="0be1c61d-c610-49a2-ae7e-a4e60bd07712" providerId="ADAL" clId="{F5F8D1A1-DD3D-4E21-AE0D-D112E79BF1B5}" dt="2026-09-14T23:44:03.331" v="162" actId="207"/>
          <ac:spMkLst>
            <pc:docMk/>
            <pc:sldMk cId="0" sldId="260"/>
            <ac:spMk id="5" creationId="{00000000-0000-0000-0000-000000000000}"/>
          </ac:spMkLst>
        </pc:spChg>
        <pc:spChg chg="mod">
          <ac:chgData name="Amanda Countryman" userId="0be1c61d-c610-49a2-ae7e-a4e60bd07712" providerId="ADAL" clId="{F5F8D1A1-DD3D-4E21-AE0D-D112E79BF1B5}" dt="2026-09-14T23:44:06.548" v="163" actId="207"/>
          <ac:spMkLst>
            <pc:docMk/>
            <pc:sldMk cId="0" sldId="260"/>
            <ac:spMk id="8" creationId="{00000000-0000-0000-0000-000000000000}"/>
          </ac:spMkLst>
        </pc:spChg>
      </pc:sldChg>
      <pc:sldChg chg="modSp add del mod">
        <pc:chgData name="Amanda Countryman" userId="0be1c61d-c610-49a2-ae7e-a4e60bd07712" providerId="ADAL" clId="{F5F8D1A1-DD3D-4E21-AE0D-D112E79BF1B5}" dt="2026-09-14T23:44:22.130" v="165" actId="207"/>
        <pc:sldMkLst>
          <pc:docMk/>
          <pc:sldMk cId="0" sldId="261"/>
        </pc:sldMkLst>
        <pc:spChg chg="mod">
          <ac:chgData name="Amanda Countryman" userId="0be1c61d-c610-49a2-ae7e-a4e60bd07712" providerId="ADAL" clId="{F5F8D1A1-DD3D-4E21-AE0D-D112E79BF1B5}" dt="2026-09-14T23:44:19.320" v="164" actId="207"/>
          <ac:spMkLst>
            <pc:docMk/>
            <pc:sldMk cId="0" sldId="261"/>
            <ac:spMk id="5" creationId="{00000000-0000-0000-0000-000000000000}"/>
          </ac:spMkLst>
        </pc:spChg>
        <pc:spChg chg="mod">
          <ac:chgData name="Amanda Countryman" userId="0be1c61d-c610-49a2-ae7e-a4e60bd07712" providerId="ADAL" clId="{F5F8D1A1-DD3D-4E21-AE0D-D112E79BF1B5}" dt="2026-09-14T23:44:22.130" v="165" actId="207"/>
          <ac:spMkLst>
            <pc:docMk/>
            <pc:sldMk cId="0" sldId="261"/>
            <ac:spMk id="8" creationId="{00000000-0000-0000-0000-000000000000}"/>
          </ac:spMkLst>
        </pc:spChg>
      </pc:sldChg>
      <pc:sldChg chg="modSp add del mod">
        <pc:chgData name="Amanda Countryman" userId="0be1c61d-c610-49a2-ae7e-a4e60bd07712" providerId="ADAL" clId="{F5F8D1A1-DD3D-4E21-AE0D-D112E79BF1B5}" dt="2026-09-14T23:45:15.236" v="170" actId="20577"/>
        <pc:sldMkLst>
          <pc:docMk/>
          <pc:sldMk cId="0" sldId="262"/>
        </pc:sldMkLst>
        <pc:spChg chg="mod">
          <ac:chgData name="Amanda Countryman" userId="0be1c61d-c610-49a2-ae7e-a4e60bd07712" providerId="ADAL" clId="{F5F8D1A1-DD3D-4E21-AE0D-D112E79BF1B5}" dt="2026-09-14T23:44:32.251" v="166" actId="207"/>
          <ac:spMkLst>
            <pc:docMk/>
            <pc:sldMk cId="0" sldId="262"/>
            <ac:spMk id="3" creationId="{00000000-0000-0000-0000-000000000000}"/>
          </ac:spMkLst>
        </pc:spChg>
        <pc:spChg chg="mod">
          <ac:chgData name="Amanda Countryman" userId="0be1c61d-c610-49a2-ae7e-a4e60bd07712" providerId="ADAL" clId="{F5F8D1A1-DD3D-4E21-AE0D-D112E79BF1B5}" dt="2026-09-14T23:45:15.236" v="170" actId="20577"/>
          <ac:spMkLst>
            <pc:docMk/>
            <pc:sldMk cId="0" sldId="262"/>
            <ac:spMk id="4" creationId="{00000000-0000-0000-0000-000000000000}"/>
          </ac:spMkLst>
        </pc:spChg>
      </pc:sldChg>
      <pc:sldChg chg="modSp add del mod">
        <pc:chgData name="Amanda Countryman" userId="0be1c61d-c610-49a2-ae7e-a4e60bd07712" providerId="ADAL" clId="{F5F8D1A1-DD3D-4E21-AE0D-D112E79BF1B5}" dt="2026-09-14T23:45:28.852" v="171" actId="207"/>
        <pc:sldMkLst>
          <pc:docMk/>
          <pc:sldMk cId="0" sldId="263"/>
        </pc:sldMkLst>
        <pc:spChg chg="mod">
          <ac:chgData name="Amanda Countryman" userId="0be1c61d-c610-49a2-ae7e-a4e60bd07712" providerId="ADAL" clId="{F5F8D1A1-DD3D-4E21-AE0D-D112E79BF1B5}" dt="2026-09-14T23:45:28.852" v="171" actId="207"/>
          <ac:spMkLst>
            <pc:docMk/>
            <pc:sldMk cId="0" sldId="263"/>
            <ac:spMk id="3" creationId="{00000000-0000-0000-0000-000000000000}"/>
          </ac:spMkLst>
        </pc:spChg>
      </pc:sldChg>
      <pc:sldChg chg="modSp add del mod">
        <pc:chgData name="Amanda Countryman" userId="0be1c61d-c610-49a2-ae7e-a4e60bd07712" providerId="ADAL" clId="{F5F8D1A1-DD3D-4E21-AE0D-D112E79BF1B5}" dt="2026-09-14T23:45:52.708" v="174" actId="207"/>
        <pc:sldMkLst>
          <pc:docMk/>
          <pc:sldMk cId="0" sldId="264"/>
        </pc:sldMkLst>
        <pc:spChg chg="mod">
          <ac:chgData name="Amanda Countryman" userId="0be1c61d-c610-49a2-ae7e-a4e60bd07712" providerId="ADAL" clId="{F5F8D1A1-DD3D-4E21-AE0D-D112E79BF1B5}" dt="2026-09-14T23:45:47.180" v="172" actId="207"/>
          <ac:spMkLst>
            <pc:docMk/>
            <pc:sldMk cId="0" sldId="264"/>
            <ac:spMk id="3" creationId="{00000000-0000-0000-0000-000000000000}"/>
          </ac:spMkLst>
        </pc:spChg>
        <pc:spChg chg="mod">
          <ac:chgData name="Amanda Countryman" userId="0be1c61d-c610-49a2-ae7e-a4e60bd07712" providerId="ADAL" clId="{F5F8D1A1-DD3D-4E21-AE0D-D112E79BF1B5}" dt="2026-09-14T23:45:50.004" v="173" actId="207"/>
          <ac:spMkLst>
            <pc:docMk/>
            <pc:sldMk cId="0" sldId="264"/>
            <ac:spMk id="5" creationId="{00000000-0000-0000-0000-000000000000}"/>
          </ac:spMkLst>
        </pc:spChg>
        <pc:spChg chg="mod">
          <ac:chgData name="Amanda Countryman" userId="0be1c61d-c610-49a2-ae7e-a4e60bd07712" providerId="ADAL" clId="{F5F8D1A1-DD3D-4E21-AE0D-D112E79BF1B5}" dt="2026-09-14T23:45:52.708" v="174" actId="207"/>
          <ac:spMkLst>
            <pc:docMk/>
            <pc:sldMk cId="0" sldId="264"/>
            <ac:spMk id="8" creationId="{00000000-0000-0000-0000-000000000000}"/>
          </ac:spMkLst>
        </pc:spChg>
      </pc:sldChg>
      <pc:sldChg chg="modSp add del mod">
        <pc:chgData name="Amanda Countryman" userId="0be1c61d-c610-49a2-ae7e-a4e60bd07712" providerId="ADAL" clId="{F5F8D1A1-DD3D-4E21-AE0D-D112E79BF1B5}" dt="2026-09-14T23:46:24.964" v="175" actId="207"/>
        <pc:sldMkLst>
          <pc:docMk/>
          <pc:sldMk cId="0" sldId="265"/>
        </pc:sldMkLst>
        <pc:spChg chg="mod">
          <ac:chgData name="Amanda Countryman" userId="0be1c61d-c610-49a2-ae7e-a4e60bd07712" providerId="ADAL" clId="{F5F8D1A1-DD3D-4E21-AE0D-D112E79BF1B5}" dt="2026-09-14T23:46:24.964" v="175" actId="207"/>
          <ac:spMkLst>
            <pc:docMk/>
            <pc:sldMk cId="0" sldId="265"/>
            <ac:spMk id="3" creationId="{00000000-0000-0000-0000-000000000000}"/>
          </ac:spMkLst>
        </pc:spChg>
      </pc:sldChg>
      <pc:sldChg chg="modSp add del mod">
        <pc:chgData name="Amanda Countryman" userId="0be1c61d-c610-49a2-ae7e-a4e60bd07712" providerId="ADAL" clId="{F5F8D1A1-DD3D-4E21-AE0D-D112E79BF1B5}" dt="2026-09-14T23:46:38.828" v="177" actId="207"/>
        <pc:sldMkLst>
          <pc:docMk/>
          <pc:sldMk cId="0" sldId="266"/>
        </pc:sldMkLst>
        <pc:spChg chg="mod">
          <ac:chgData name="Amanda Countryman" userId="0be1c61d-c610-49a2-ae7e-a4e60bd07712" providerId="ADAL" clId="{F5F8D1A1-DD3D-4E21-AE0D-D112E79BF1B5}" dt="2026-09-14T23:46:36.165" v="176" actId="207"/>
          <ac:spMkLst>
            <pc:docMk/>
            <pc:sldMk cId="0" sldId="266"/>
            <ac:spMk id="5" creationId="{00000000-0000-0000-0000-000000000000}"/>
          </ac:spMkLst>
        </pc:spChg>
        <pc:spChg chg="mod">
          <ac:chgData name="Amanda Countryman" userId="0be1c61d-c610-49a2-ae7e-a4e60bd07712" providerId="ADAL" clId="{F5F8D1A1-DD3D-4E21-AE0D-D112E79BF1B5}" dt="2026-09-14T23:46:38.828" v="177" actId="207"/>
          <ac:spMkLst>
            <pc:docMk/>
            <pc:sldMk cId="0" sldId="266"/>
            <ac:spMk id="8" creationId="{00000000-0000-0000-0000-000000000000}"/>
          </ac:spMkLst>
        </pc:spChg>
      </pc:sldChg>
      <pc:sldChg chg="modSp add del mod">
        <pc:chgData name="Amanda Countryman" userId="0be1c61d-c610-49a2-ae7e-a4e60bd07712" providerId="ADAL" clId="{F5F8D1A1-DD3D-4E21-AE0D-D112E79BF1B5}" dt="2026-09-14T23:46:53.996" v="178" actId="207"/>
        <pc:sldMkLst>
          <pc:docMk/>
          <pc:sldMk cId="0" sldId="267"/>
        </pc:sldMkLst>
        <pc:spChg chg="mod">
          <ac:chgData name="Amanda Countryman" userId="0be1c61d-c610-49a2-ae7e-a4e60bd07712" providerId="ADAL" clId="{F5F8D1A1-DD3D-4E21-AE0D-D112E79BF1B5}" dt="2026-09-14T23:46:53.996" v="178" actId="207"/>
          <ac:spMkLst>
            <pc:docMk/>
            <pc:sldMk cId="0" sldId="267"/>
            <ac:spMk id="3" creationId="{00000000-0000-0000-0000-000000000000}"/>
          </ac:spMkLst>
        </pc:spChg>
      </pc:sldChg>
      <pc:sldChg chg="modSp add del mod">
        <pc:chgData name="Amanda Countryman" userId="0be1c61d-c610-49a2-ae7e-a4e60bd07712" providerId="ADAL" clId="{F5F8D1A1-DD3D-4E21-AE0D-D112E79BF1B5}" dt="2026-09-14T23:47:10.980" v="179" actId="1076"/>
        <pc:sldMkLst>
          <pc:docMk/>
          <pc:sldMk cId="0" sldId="268"/>
        </pc:sldMkLst>
        <pc:spChg chg="mod">
          <ac:chgData name="Amanda Countryman" userId="0be1c61d-c610-49a2-ae7e-a4e60bd07712" providerId="ADAL" clId="{F5F8D1A1-DD3D-4E21-AE0D-D112E79BF1B5}" dt="2026-09-14T23:47:10.980" v="179" actId="1076"/>
          <ac:spMkLst>
            <pc:docMk/>
            <pc:sldMk cId="0" sldId="268"/>
            <ac:spMk id="2" creationId="{00000000-0000-0000-0000-000000000000}"/>
          </ac:spMkLst>
        </pc:spChg>
        <pc:spChg chg="mod">
          <ac:chgData name="Amanda Countryman" userId="0be1c61d-c610-49a2-ae7e-a4e60bd07712" providerId="ADAL" clId="{F5F8D1A1-DD3D-4E21-AE0D-D112E79BF1B5}" dt="2026-09-14T23:47:10.980" v="179" actId="1076"/>
          <ac:spMkLst>
            <pc:docMk/>
            <pc:sldMk cId="0" sldId="268"/>
            <ac:spMk id="5" creationId="{00000000-0000-0000-0000-000000000000}"/>
          </ac:spMkLst>
        </pc:spChg>
        <pc:spChg chg="mod">
          <ac:chgData name="Amanda Countryman" userId="0be1c61d-c610-49a2-ae7e-a4e60bd07712" providerId="ADAL" clId="{F5F8D1A1-DD3D-4E21-AE0D-D112E79BF1B5}" dt="2026-09-14T23:47:10.980" v="179" actId="1076"/>
          <ac:spMkLst>
            <pc:docMk/>
            <pc:sldMk cId="0" sldId="268"/>
            <ac:spMk id="6" creationId="{00000000-0000-0000-0000-000000000000}"/>
          </ac:spMkLst>
        </pc:spChg>
        <pc:spChg chg="mod">
          <ac:chgData name="Amanda Countryman" userId="0be1c61d-c610-49a2-ae7e-a4e60bd07712" providerId="ADAL" clId="{F5F8D1A1-DD3D-4E21-AE0D-D112E79BF1B5}" dt="2026-09-14T23:47:10.980" v="179" actId="1076"/>
          <ac:spMkLst>
            <pc:docMk/>
            <pc:sldMk cId="0" sldId="268"/>
            <ac:spMk id="7" creationId="{00000000-0000-0000-0000-000000000000}"/>
          </ac:spMkLst>
        </pc:spChg>
        <pc:spChg chg="mod">
          <ac:chgData name="Amanda Countryman" userId="0be1c61d-c610-49a2-ae7e-a4e60bd07712" providerId="ADAL" clId="{F5F8D1A1-DD3D-4E21-AE0D-D112E79BF1B5}" dt="2026-09-14T23:47:10.980" v="179" actId="1076"/>
          <ac:spMkLst>
            <pc:docMk/>
            <pc:sldMk cId="0" sldId="268"/>
            <ac:spMk id="8" creationId="{00000000-0000-0000-0000-000000000000}"/>
          </ac:spMkLst>
        </pc:spChg>
        <pc:spChg chg="mod">
          <ac:chgData name="Amanda Countryman" userId="0be1c61d-c610-49a2-ae7e-a4e60bd07712" providerId="ADAL" clId="{F5F8D1A1-DD3D-4E21-AE0D-D112E79BF1B5}" dt="2026-09-14T23:47:10.980" v="179" actId="1076"/>
          <ac:spMkLst>
            <pc:docMk/>
            <pc:sldMk cId="0" sldId="268"/>
            <ac:spMk id="10" creationId="{00000000-0000-0000-0000-000000000000}"/>
          </ac:spMkLst>
        </pc:spChg>
        <pc:spChg chg="mod">
          <ac:chgData name="Amanda Countryman" userId="0be1c61d-c610-49a2-ae7e-a4e60bd07712" providerId="ADAL" clId="{F5F8D1A1-DD3D-4E21-AE0D-D112E79BF1B5}" dt="2026-09-14T23:47:10.980" v="179" actId="1076"/>
          <ac:spMkLst>
            <pc:docMk/>
            <pc:sldMk cId="0" sldId="268"/>
            <ac:spMk id="11" creationId="{00000000-0000-0000-0000-000000000000}"/>
          </ac:spMkLst>
        </pc:spChg>
        <pc:spChg chg="mod">
          <ac:chgData name="Amanda Countryman" userId="0be1c61d-c610-49a2-ae7e-a4e60bd07712" providerId="ADAL" clId="{F5F8D1A1-DD3D-4E21-AE0D-D112E79BF1B5}" dt="2026-09-14T23:47:10.980" v="179" actId="1076"/>
          <ac:spMkLst>
            <pc:docMk/>
            <pc:sldMk cId="0" sldId="268"/>
            <ac:spMk id="12" creationId="{00000000-0000-0000-0000-000000000000}"/>
          </ac:spMkLst>
        </pc:spChg>
        <pc:spChg chg="mod">
          <ac:chgData name="Amanda Countryman" userId="0be1c61d-c610-49a2-ae7e-a4e60bd07712" providerId="ADAL" clId="{F5F8D1A1-DD3D-4E21-AE0D-D112E79BF1B5}" dt="2026-09-14T23:47:10.980" v="179" actId="1076"/>
          <ac:spMkLst>
            <pc:docMk/>
            <pc:sldMk cId="0" sldId="268"/>
            <ac:spMk id="13" creationId="{00000000-0000-0000-0000-000000000000}"/>
          </ac:spMkLst>
        </pc:spChg>
        <pc:spChg chg="mod">
          <ac:chgData name="Amanda Countryman" userId="0be1c61d-c610-49a2-ae7e-a4e60bd07712" providerId="ADAL" clId="{F5F8D1A1-DD3D-4E21-AE0D-D112E79BF1B5}" dt="2026-09-14T23:47:10.980" v="179" actId="1076"/>
          <ac:spMkLst>
            <pc:docMk/>
            <pc:sldMk cId="0" sldId="268"/>
            <ac:spMk id="20" creationId="{00000000-0000-0000-0000-000000000000}"/>
          </ac:spMkLst>
        </pc:spChg>
      </pc:sldChg>
      <pc:sldChg chg="del">
        <pc:chgData name="Amanda Countryman" userId="0be1c61d-c610-49a2-ae7e-a4e60bd07712" providerId="ADAL" clId="{F5F8D1A1-DD3D-4E21-AE0D-D112E79BF1B5}" dt="2026-09-10T00:36:35.163" v="0" actId="47"/>
        <pc:sldMkLst>
          <pc:docMk/>
          <pc:sldMk cId="0" sldId="349"/>
        </pc:sldMkLst>
      </pc:sldChg>
      <pc:sldChg chg="del">
        <pc:chgData name="Amanda Countryman" userId="0be1c61d-c610-49a2-ae7e-a4e60bd07712" providerId="ADAL" clId="{F5F8D1A1-DD3D-4E21-AE0D-D112E79BF1B5}" dt="2026-09-10T00:36:35.163" v="0" actId="47"/>
        <pc:sldMkLst>
          <pc:docMk/>
          <pc:sldMk cId="0" sldId="350"/>
        </pc:sldMkLst>
      </pc:sldChg>
      <pc:sldChg chg="del">
        <pc:chgData name="Amanda Countryman" userId="0be1c61d-c610-49a2-ae7e-a4e60bd07712" providerId="ADAL" clId="{F5F8D1A1-DD3D-4E21-AE0D-D112E79BF1B5}" dt="2026-09-10T00:36:35.163" v="0" actId="47"/>
        <pc:sldMkLst>
          <pc:docMk/>
          <pc:sldMk cId="0" sldId="351"/>
        </pc:sldMkLst>
      </pc:sldChg>
      <pc:sldChg chg="del">
        <pc:chgData name="Amanda Countryman" userId="0be1c61d-c610-49a2-ae7e-a4e60bd07712" providerId="ADAL" clId="{F5F8D1A1-DD3D-4E21-AE0D-D112E79BF1B5}" dt="2026-09-10T00:36:35.163" v="0" actId="47"/>
        <pc:sldMkLst>
          <pc:docMk/>
          <pc:sldMk cId="0" sldId="352"/>
        </pc:sldMkLst>
      </pc:sldChg>
      <pc:sldChg chg="del">
        <pc:chgData name="Amanda Countryman" userId="0be1c61d-c610-49a2-ae7e-a4e60bd07712" providerId="ADAL" clId="{F5F8D1A1-DD3D-4E21-AE0D-D112E79BF1B5}" dt="2026-09-10T00:36:35.163" v="0" actId="47"/>
        <pc:sldMkLst>
          <pc:docMk/>
          <pc:sldMk cId="0" sldId="353"/>
        </pc:sldMkLst>
      </pc:sldChg>
      <pc:sldChg chg="del">
        <pc:chgData name="Amanda Countryman" userId="0be1c61d-c610-49a2-ae7e-a4e60bd07712" providerId="ADAL" clId="{F5F8D1A1-DD3D-4E21-AE0D-D112E79BF1B5}" dt="2026-09-10T00:36:35.163" v="0" actId="47"/>
        <pc:sldMkLst>
          <pc:docMk/>
          <pc:sldMk cId="0" sldId="354"/>
        </pc:sldMkLst>
      </pc:sldChg>
      <pc:sldChg chg="del">
        <pc:chgData name="Amanda Countryman" userId="0be1c61d-c610-49a2-ae7e-a4e60bd07712" providerId="ADAL" clId="{F5F8D1A1-DD3D-4E21-AE0D-D112E79BF1B5}" dt="2026-09-10T00:36:35.163" v="0" actId="47"/>
        <pc:sldMkLst>
          <pc:docMk/>
          <pc:sldMk cId="0" sldId="355"/>
        </pc:sldMkLst>
      </pc:sldChg>
      <pc:sldChg chg="del">
        <pc:chgData name="Amanda Countryman" userId="0be1c61d-c610-49a2-ae7e-a4e60bd07712" providerId="ADAL" clId="{F5F8D1A1-DD3D-4E21-AE0D-D112E79BF1B5}" dt="2026-09-10T00:36:35.163" v="0" actId="47"/>
        <pc:sldMkLst>
          <pc:docMk/>
          <pc:sldMk cId="0" sldId="356"/>
        </pc:sldMkLst>
      </pc:sldChg>
      <pc:sldChg chg="del">
        <pc:chgData name="Amanda Countryman" userId="0be1c61d-c610-49a2-ae7e-a4e60bd07712" providerId="ADAL" clId="{F5F8D1A1-DD3D-4E21-AE0D-D112E79BF1B5}" dt="2026-09-10T00:36:35.163" v="0" actId="47"/>
        <pc:sldMkLst>
          <pc:docMk/>
          <pc:sldMk cId="0" sldId="357"/>
        </pc:sldMkLst>
      </pc:sldChg>
      <pc:sldChg chg="del">
        <pc:chgData name="Amanda Countryman" userId="0be1c61d-c610-49a2-ae7e-a4e60bd07712" providerId="ADAL" clId="{F5F8D1A1-DD3D-4E21-AE0D-D112E79BF1B5}" dt="2026-09-10T00:36:35.163" v="0" actId="47"/>
        <pc:sldMkLst>
          <pc:docMk/>
          <pc:sldMk cId="0" sldId="358"/>
        </pc:sldMkLst>
      </pc:sldChg>
      <pc:sldChg chg="del">
        <pc:chgData name="Amanda Countryman" userId="0be1c61d-c610-49a2-ae7e-a4e60bd07712" providerId="ADAL" clId="{F5F8D1A1-DD3D-4E21-AE0D-D112E79BF1B5}" dt="2026-09-10T00:36:35.163" v="0" actId="47"/>
        <pc:sldMkLst>
          <pc:docMk/>
          <pc:sldMk cId="0" sldId="359"/>
        </pc:sldMkLst>
      </pc:sldChg>
      <pc:sldChg chg="del">
        <pc:chgData name="Amanda Countryman" userId="0be1c61d-c610-49a2-ae7e-a4e60bd07712" providerId="ADAL" clId="{F5F8D1A1-DD3D-4E21-AE0D-D112E79BF1B5}" dt="2026-09-10T00:36:35.163" v="0" actId="47"/>
        <pc:sldMkLst>
          <pc:docMk/>
          <pc:sldMk cId="0" sldId="360"/>
        </pc:sldMkLst>
      </pc:sldChg>
      <pc:sldChg chg="del">
        <pc:chgData name="Amanda Countryman" userId="0be1c61d-c610-49a2-ae7e-a4e60bd07712" providerId="ADAL" clId="{F5F8D1A1-DD3D-4E21-AE0D-D112E79BF1B5}" dt="2026-09-10T00:36:35.163" v="0" actId="47"/>
        <pc:sldMkLst>
          <pc:docMk/>
          <pc:sldMk cId="0" sldId="361"/>
        </pc:sldMkLst>
      </pc:sldChg>
      <pc:sldChg chg="del">
        <pc:chgData name="Amanda Countryman" userId="0be1c61d-c610-49a2-ae7e-a4e60bd07712" providerId="ADAL" clId="{F5F8D1A1-DD3D-4E21-AE0D-D112E79BF1B5}" dt="2026-09-10T00:36:35.163" v="0" actId="47"/>
        <pc:sldMkLst>
          <pc:docMk/>
          <pc:sldMk cId="0" sldId="362"/>
        </pc:sldMkLst>
      </pc:sldChg>
      <pc:sldChg chg="del">
        <pc:chgData name="Amanda Countryman" userId="0be1c61d-c610-49a2-ae7e-a4e60bd07712" providerId="ADAL" clId="{F5F8D1A1-DD3D-4E21-AE0D-D112E79BF1B5}" dt="2026-09-10T00:36:35.163" v="0" actId="47"/>
        <pc:sldMkLst>
          <pc:docMk/>
          <pc:sldMk cId="0" sldId="363"/>
        </pc:sldMkLst>
      </pc:sldChg>
      <pc:sldChg chg="del">
        <pc:chgData name="Amanda Countryman" userId="0be1c61d-c610-49a2-ae7e-a4e60bd07712" providerId="ADAL" clId="{F5F8D1A1-DD3D-4E21-AE0D-D112E79BF1B5}" dt="2026-09-10T00:36:35.163" v="0" actId="47"/>
        <pc:sldMkLst>
          <pc:docMk/>
          <pc:sldMk cId="0" sldId="364"/>
        </pc:sldMkLst>
      </pc:sldChg>
      <pc:sldChg chg="del">
        <pc:chgData name="Amanda Countryman" userId="0be1c61d-c610-49a2-ae7e-a4e60bd07712" providerId="ADAL" clId="{F5F8D1A1-DD3D-4E21-AE0D-D112E79BF1B5}" dt="2026-09-10T00:36:35.163" v="0" actId="47"/>
        <pc:sldMkLst>
          <pc:docMk/>
          <pc:sldMk cId="0" sldId="365"/>
        </pc:sldMkLst>
      </pc:sldChg>
      <pc:sldChg chg="del">
        <pc:chgData name="Amanda Countryman" userId="0be1c61d-c610-49a2-ae7e-a4e60bd07712" providerId="ADAL" clId="{F5F8D1A1-DD3D-4E21-AE0D-D112E79BF1B5}" dt="2026-09-10T00:36:35.163" v="0" actId="47"/>
        <pc:sldMkLst>
          <pc:docMk/>
          <pc:sldMk cId="0" sldId="366"/>
        </pc:sldMkLst>
      </pc:sldChg>
      <pc:sldChg chg="del">
        <pc:chgData name="Amanda Countryman" userId="0be1c61d-c610-49a2-ae7e-a4e60bd07712" providerId="ADAL" clId="{F5F8D1A1-DD3D-4E21-AE0D-D112E79BF1B5}" dt="2026-09-10T00:36:35.163" v="0" actId="47"/>
        <pc:sldMkLst>
          <pc:docMk/>
          <pc:sldMk cId="0" sldId="367"/>
        </pc:sldMkLst>
      </pc:sldChg>
      <pc:sldChg chg="del">
        <pc:chgData name="Amanda Countryman" userId="0be1c61d-c610-49a2-ae7e-a4e60bd07712" providerId="ADAL" clId="{F5F8D1A1-DD3D-4E21-AE0D-D112E79BF1B5}" dt="2026-09-10T01:01:12.446" v="32" actId="47"/>
        <pc:sldMkLst>
          <pc:docMk/>
          <pc:sldMk cId="0" sldId="368"/>
        </pc:sldMkLst>
      </pc:sldChg>
      <pc:sldChg chg="del">
        <pc:chgData name="Amanda Countryman" userId="0be1c61d-c610-49a2-ae7e-a4e60bd07712" providerId="ADAL" clId="{F5F8D1A1-DD3D-4E21-AE0D-D112E79BF1B5}" dt="2026-09-10T01:01:12.446" v="32" actId="47"/>
        <pc:sldMkLst>
          <pc:docMk/>
          <pc:sldMk cId="0" sldId="369"/>
        </pc:sldMkLst>
      </pc:sldChg>
      <pc:sldChg chg="del">
        <pc:chgData name="Amanda Countryman" userId="0be1c61d-c610-49a2-ae7e-a4e60bd07712" providerId="ADAL" clId="{F5F8D1A1-DD3D-4E21-AE0D-D112E79BF1B5}" dt="2026-09-10T01:01:12.446" v="32" actId="47"/>
        <pc:sldMkLst>
          <pc:docMk/>
          <pc:sldMk cId="0" sldId="370"/>
        </pc:sldMkLst>
      </pc:sldChg>
      <pc:sldChg chg="del">
        <pc:chgData name="Amanda Countryman" userId="0be1c61d-c610-49a2-ae7e-a4e60bd07712" providerId="ADAL" clId="{F5F8D1A1-DD3D-4E21-AE0D-D112E79BF1B5}" dt="2026-09-10T01:01:12.446" v="32" actId="47"/>
        <pc:sldMkLst>
          <pc:docMk/>
          <pc:sldMk cId="0" sldId="371"/>
        </pc:sldMkLst>
      </pc:sldChg>
      <pc:sldChg chg="del">
        <pc:chgData name="Amanda Countryman" userId="0be1c61d-c610-49a2-ae7e-a4e60bd07712" providerId="ADAL" clId="{F5F8D1A1-DD3D-4E21-AE0D-D112E79BF1B5}" dt="2026-09-10T01:01:12.446" v="32" actId="47"/>
        <pc:sldMkLst>
          <pc:docMk/>
          <pc:sldMk cId="0" sldId="372"/>
        </pc:sldMkLst>
      </pc:sldChg>
      <pc:sldChg chg="modSp del mod">
        <pc:chgData name="Amanda Countryman" userId="0be1c61d-c610-49a2-ae7e-a4e60bd07712" providerId="ADAL" clId="{F5F8D1A1-DD3D-4E21-AE0D-D112E79BF1B5}" dt="2026-09-10T01:01:12.446" v="32" actId="47"/>
        <pc:sldMkLst>
          <pc:docMk/>
          <pc:sldMk cId="0" sldId="373"/>
        </pc:sldMkLst>
      </pc:sldChg>
      <pc:sldChg chg="modSp del mod">
        <pc:chgData name="Amanda Countryman" userId="0be1c61d-c610-49a2-ae7e-a4e60bd07712" providerId="ADAL" clId="{F5F8D1A1-DD3D-4E21-AE0D-D112E79BF1B5}" dt="2026-09-10T01:01:12.446" v="32" actId="47"/>
        <pc:sldMkLst>
          <pc:docMk/>
          <pc:sldMk cId="0" sldId="374"/>
        </pc:sldMkLst>
      </pc:sldChg>
      <pc:sldChg chg="del">
        <pc:chgData name="Amanda Countryman" userId="0be1c61d-c610-49a2-ae7e-a4e60bd07712" providerId="ADAL" clId="{F5F8D1A1-DD3D-4E21-AE0D-D112E79BF1B5}" dt="2026-09-10T01:01:12.446" v="32" actId="47"/>
        <pc:sldMkLst>
          <pc:docMk/>
          <pc:sldMk cId="0" sldId="375"/>
        </pc:sldMkLst>
      </pc:sldChg>
      <pc:sldChg chg="modSp mod">
        <pc:chgData name="Amanda Countryman" userId="0be1c61d-c610-49a2-ae7e-a4e60bd07712" providerId="ADAL" clId="{F5F8D1A1-DD3D-4E21-AE0D-D112E79BF1B5}" dt="2026-09-14T23:43:14.877" v="155"/>
        <pc:sldMkLst>
          <pc:docMk/>
          <pc:sldMk cId="0" sldId="377"/>
        </pc:sldMkLst>
        <pc:spChg chg="mod">
          <ac:chgData name="Amanda Countryman" userId="0be1c61d-c610-49a2-ae7e-a4e60bd07712" providerId="ADAL" clId="{F5F8D1A1-DD3D-4E21-AE0D-D112E79BF1B5}" dt="2026-09-14T23:43:14.877" v="155"/>
          <ac:spMkLst>
            <pc:docMk/>
            <pc:sldMk cId="0" sldId="377"/>
            <ac:spMk id="775" creationId="{00000000-0000-0000-0000-000000000000}"/>
          </ac:spMkLst>
        </pc:spChg>
      </pc:sldChg>
      <pc:sldChg chg="modSp mod">
        <pc:chgData name="Amanda Countryman" userId="0be1c61d-c610-49a2-ae7e-a4e60bd07712" providerId="ADAL" clId="{F5F8D1A1-DD3D-4E21-AE0D-D112E79BF1B5}" dt="2026-09-14T22:38:10.295" v="37" actId="20577"/>
        <pc:sldMkLst>
          <pc:docMk/>
          <pc:sldMk cId="0" sldId="380"/>
        </pc:sldMkLst>
        <pc:spChg chg="mod">
          <ac:chgData name="Amanda Countryman" userId="0be1c61d-c610-49a2-ae7e-a4e60bd07712" providerId="ADAL" clId="{F5F8D1A1-DD3D-4E21-AE0D-D112E79BF1B5}" dt="2026-09-14T22:38:10.295" v="37" actId="20577"/>
          <ac:spMkLst>
            <pc:docMk/>
            <pc:sldMk cId="0" sldId="380"/>
            <ac:spMk id="792" creationId="{00000000-0000-0000-0000-000000000000}"/>
          </ac:spMkLst>
        </pc:spChg>
      </pc:sldChg>
      <pc:sldChg chg="modSp mod">
        <pc:chgData name="Amanda Countryman" userId="0be1c61d-c610-49a2-ae7e-a4e60bd07712" providerId="ADAL" clId="{F5F8D1A1-DD3D-4E21-AE0D-D112E79BF1B5}" dt="2026-09-14T22:39:06.106" v="53" actId="20577"/>
        <pc:sldMkLst>
          <pc:docMk/>
          <pc:sldMk cId="0" sldId="381"/>
        </pc:sldMkLst>
        <pc:spChg chg="mod">
          <ac:chgData name="Amanda Countryman" userId="0be1c61d-c610-49a2-ae7e-a4e60bd07712" providerId="ADAL" clId="{F5F8D1A1-DD3D-4E21-AE0D-D112E79BF1B5}" dt="2026-09-14T22:38:17.107" v="41" actId="20577"/>
          <ac:spMkLst>
            <pc:docMk/>
            <pc:sldMk cId="0" sldId="381"/>
            <ac:spMk id="798" creationId="{00000000-0000-0000-0000-000000000000}"/>
          </ac:spMkLst>
        </pc:spChg>
        <pc:spChg chg="mod">
          <ac:chgData name="Amanda Countryman" userId="0be1c61d-c610-49a2-ae7e-a4e60bd07712" providerId="ADAL" clId="{F5F8D1A1-DD3D-4E21-AE0D-D112E79BF1B5}" dt="2026-09-14T22:39:06.106" v="53" actId="20577"/>
          <ac:spMkLst>
            <pc:docMk/>
            <pc:sldMk cId="0" sldId="381"/>
            <ac:spMk id="799" creationId="{00000000-0000-0000-0000-000000000000}"/>
          </ac:spMkLst>
        </pc:spChg>
      </pc:sldChg>
      <pc:sldChg chg="modSp mod">
        <pc:chgData name="Amanda Countryman" userId="0be1c61d-c610-49a2-ae7e-a4e60bd07712" providerId="ADAL" clId="{F5F8D1A1-DD3D-4E21-AE0D-D112E79BF1B5}" dt="2026-09-14T22:39:40.795" v="78" actId="20577"/>
        <pc:sldMkLst>
          <pc:docMk/>
          <pc:sldMk cId="0" sldId="382"/>
        </pc:sldMkLst>
        <pc:spChg chg="mod">
          <ac:chgData name="Amanda Countryman" userId="0be1c61d-c610-49a2-ae7e-a4e60bd07712" providerId="ADAL" clId="{F5F8D1A1-DD3D-4E21-AE0D-D112E79BF1B5}" dt="2026-09-14T22:39:16.379" v="58" actId="20577"/>
          <ac:spMkLst>
            <pc:docMk/>
            <pc:sldMk cId="0" sldId="382"/>
            <ac:spMk id="804" creationId="{00000000-0000-0000-0000-000000000000}"/>
          </ac:spMkLst>
        </pc:spChg>
        <pc:spChg chg="mod">
          <ac:chgData name="Amanda Countryman" userId="0be1c61d-c610-49a2-ae7e-a4e60bd07712" providerId="ADAL" clId="{F5F8D1A1-DD3D-4E21-AE0D-D112E79BF1B5}" dt="2026-09-14T22:39:40.795" v="78" actId="20577"/>
          <ac:spMkLst>
            <pc:docMk/>
            <pc:sldMk cId="0" sldId="382"/>
            <ac:spMk id="805" creationId="{00000000-0000-0000-0000-000000000000}"/>
          </ac:spMkLst>
        </pc:spChg>
      </pc:sldChg>
      <pc:sldChg chg="modSp mod">
        <pc:chgData name="Amanda Countryman" userId="0be1c61d-c610-49a2-ae7e-a4e60bd07712" providerId="ADAL" clId="{F5F8D1A1-DD3D-4E21-AE0D-D112E79BF1B5}" dt="2026-09-14T23:42:40.734" v="150" actId="20577"/>
        <pc:sldMkLst>
          <pc:docMk/>
          <pc:sldMk cId="0" sldId="385"/>
        </pc:sldMkLst>
        <pc:spChg chg="mod">
          <ac:chgData name="Amanda Countryman" userId="0be1c61d-c610-49a2-ae7e-a4e60bd07712" providerId="ADAL" clId="{F5F8D1A1-DD3D-4E21-AE0D-D112E79BF1B5}" dt="2026-09-14T23:42:40.734" v="150" actId="20577"/>
          <ac:spMkLst>
            <pc:docMk/>
            <pc:sldMk cId="0" sldId="385"/>
            <ac:spMk id="822" creationId="{00000000-0000-0000-0000-000000000000}"/>
          </ac:spMkLst>
        </pc:spChg>
        <pc:spChg chg="mod">
          <ac:chgData name="Amanda Countryman" userId="0be1c61d-c610-49a2-ae7e-a4e60bd07712" providerId="ADAL" clId="{F5F8D1A1-DD3D-4E21-AE0D-D112E79BF1B5}" dt="2026-09-10T00:39:29.628" v="10" actId="20577"/>
          <ac:spMkLst>
            <pc:docMk/>
            <pc:sldMk cId="0" sldId="385"/>
            <ac:spMk id="823" creationId="{00000000-0000-0000-0000-000000000000}"/>
          </ac:spMkLst>
        </pc:spChg>
      </pc:sldChg>
      <pc:sldChg chg="modSp del mod">
        <pc:chgData name="Amanda Countryman" userId="0be1c61d-c610-49a2-ae7e-a4e60bd07712" providerId="ADAL" clId="{F5F8D1A1-DD3D-4E21-AE0D-D112E79BF1B5}" dt="2026-09-14T23:42:48.695" v="151" actId="47"/>
        <pc:sldMkLst>
          <pc:docMk/>
          <pc:sldMk cId="0" sldId="386"/>
        </pc:sldMkLst>
        <pc:spChg chg="mod">
          <ac:chgData name="Amanda Countryman" userId="0be1c61d-c610-49a2-ae7e-a4e60bd07712" providerId="ADAL" clId="{F5F8D1A1-DD3D-4E21-AE0D-D112E79BF1B5}" dt="2026-09-14T22:46:14.310" v="86" actId="20577"/>
          <ac:spMkLst>
            <pc:docMk/>
            <pc:sldMk cId="0" sldId="386"/>
            <ac:spMk id="829" creationId="{00000000-0000-0000-0000-000000000000}"/>
          </ac:spMkLst>
        </pc:spChg>
      </pc:sldChg>
      <pc:sldChg chg="del">
        <pc:chgData name="Amanda Countryman" userId="0be1c61d-c610-49a2-ae7e-a4e60bd07712" providerId="ADAL" clId="{F5F8D1A1-DD3D-4E21-AE0D-D112E79BF1B5}" dt="2026-09-14T23:42:54.443" v="152" actId="47"/>
        <pc:sldMkLst>
          <pc:docMk/>
          <pc:sldMk cId="0" sldId="387"/>
        </pc:sldMkLst>
      </pc:sldChg>
      <pc:sldChg chg="add del">
        <pc:chgData name="Amanda Countryman" userId="0be1c61d-c610-49a2-ae7e-a4e60bd07712" providerId="ADAL" clId="{F5F8D1A1-DD3D-4E21-AE0D-D112E79BF1B5}" dt="2026-09-14T23:40:20.242" v="138" actId="47"/>
        <pc:sldMkLst>
          <pc:docMk/>
          <pc:sldMk cId="0" sldId="388"/>
        </pc:sldMkLst>
      </pc:sldChg>
      <pc:sldChg chg="add del">
        <pc:chgData name="Amanda Countryman" userId="0be1c61d-c610-49a2-ae7e-a4e60bd07712" providerId="ADAL" clId="{F5F8D1A1-DD3D-4E21-AE0D-D112E79BF1B5}" dt="2026-09-14T22:59:53.550" v="89" actId="2696"/>
        <pc:sldMkLst>
          <pc:docMk/>
          <pc:sldMk cId="0" sldId="389"/>
        </pc:sldMkLst>
      </pc:sldChg>
      <pc:sldChg chg="modSp add del mod">
        <pc:chgData name="Amanda Countryman" userId="0be1c61d-c610-49a2-ae7e-a4e60bd07712" providerId="ADAL" clId="{F5F8D1A1-DD3D-4E21-AE0D-D112E79BF1B5}" dt="2026-09-14T23:39:29.662" v="99" actId="47"/>
        <pc:sldMkLst>
          <pc:docMk/>
          <pc:sldMk cId="1896716929" sldId="389"/>
        </pc:sldMkLst>
        <pc:spChg chg="mod">
          <ac:chgData name="Amanda Countryman" userId="0be1c61d-c610-49a2-ae7e-a4e60bd07712" providerId="ADAL" clId="{F5F8D1A1-DD3D-4E21-AE0D-D112E79BF1B5}" dt="2026-09-14T23:39:24.492" v="98" actId="20577"/>
          <ac:spMkLst>
            <pc:docMk/>
            <pc:sldMk cId="1896716929" sldId="389"/>
            <ac:spMk id="835" creationId="{43432E8F-4F4F-D990-EC7A-2D5999B1F391}"/>
          </ac:spMkLst>
        </pc:spChg>
      </pc:sldChg>
      <pc:sldChg chg="modSp add mod">
        <pc:chgData name="Amanda Countryman" userId="0be1c61d-c610-49a2-ae7e-a4e60bd07712" providerId="ADAL" clId="{F5F8D1A1-DD3D-4E21-AE0D-D112E79BF1B5}" dt="2026-09-14T23:40:16.442" v="137" actId="20577"/>
        <pc:sldMkLst>
          <pc:docMk/>
          <pc:sldMk cId="3153895000" sldId="389"/>
        </pc:sldMkLst>
        <pc:spChg chg="mod">
          <ac:chgData name="Amanda Countryman" userId="0be1c61d-c610-49a2-ae7e-a4e60bd07712" providerId="ADAL" clId="{F5F8D1A1-DD3D-4E21-AE0D-D112E79BF1B5}" dt="2026-09-14T23:40:16.442" v="137" actId="20577"/>
          <ac:spMkLst>
            <pc:docMk/>
            <pc:sldMk cId="3153895000" sldId="389"/>
            <ac:spMk id="769" creationId="{1017025C-6B70-B6F8-25B0-9A0029543A75}"/>
          </ac:spMkLst>
        </pc:spChg>
      </pc:sldChg>
      <pc:sldChg chg="new del">
        <pc:chgData name="Amanda Countryman" userId="0be1c61d-c610-49a2-ae7e-a4e60bd07712" providerId="ADAL" clId="{F5F8D1A1-DD3D-4E21-AE0D-D112E79BF1B5}" dt="2026-09-14T23:39:13.943" v="96" actId="47"/>
        <pc:sldMkLst>
          <pc:docMk/>
          <pc:sldMk cId="3456687672" sldId="389"/>
        </pc:sldMkLst>
      </pc:sldChg>
      <pc:sldChg chg="add del">
        <pc:chgData name="Amanda Countryman" userId="0be1c61d-c610-49a2-ae7e-a4e60bd07712" providerId="ADAL" clId="{F5F8D1A1-DD3D-4E21-AE0D-D112E79BF1B5}" dt="2026-09-14T22:59:53.550" v="89" actId="2696"/>
        <pc:sldMkLst>
          <pc:docMk/>
          <pc:sldMk cId="0" sldId="390"/>
        </pc:sldMkLst>
      </pc:sldChg>
      <pc:sldChg chg="add del">
        <pc:chgData name="Amanda Countryman" userId="0be1c61d-c610-49a2-ae7e-a4e60bd07712" providerId="ADAL" clId="{F5F8D1A1-DD3D-4E21-AE0D-D112E79BF1B5}" dt="2026-09-14T22:59:53.550" v="89" actId="2696"/>
        <pc:sldMkLst>
          <pc:docMk/>
          <pc:sldMk cId="0" sldId="391"/>
        </pc:sldMkLst>
      </pc:sldChg>
      <pc:sldChg chg="add del">
        <pc:chgData name="Amanda Countryman" userId="0be1c61d-c610-49a2-ae7e-a4e60bd07712" providerId="ADAL" clId="{F5F8D1A1-DD3D-4E21-AE0D-D112E79BF1B5}" dt="2026-09-14T22:59:53.550" v="89" actId="2696"/>
        <pc:sldMkLst>
          <pc:docMk/>
          <pc:sldMk cId="0" sldId="392"/>
        </pc:sldMkLst>
      </pc:sldChg>
      <pc:sldChg chg="add del">
        <pc:chgData name="Amanda Countryman" userId="0be1c61d-c610-49a2-ae7e-a4e60bd07712" providerId="ADAL" clId="{F5F8D1A1-DD3D-4E21-AE0D-D112E79BF1B5}" dt="2026-09-14T22:59:53.550" v="89" actId="2696"/>
        <pc:sldMkLst>
          <pc:docMk/>
          <pc:sldMk cId="0" sldId="393"/>
        </pc:sldMkLst>
      </pc:sldChg>
      <pc:sldChg chg="add del">
        <pc:chgData name="Amanda Countryman" userId="0be1c61d-c610-49a2-ae7e-a4e60bd07712" providerId="ADAL" clId="{F5F8D1A1-DD3D-4E21-AE0D-D112E79BF1B5}" dt="2026-09-14T22:59:53.550" v="89" actId="2696"/>
        <pc:sldMkLst>
          <pc:docMk/>
          <pc:sldMk cId="0" sldId="394"/>
        </pc:sldMkLst>
      </pc:sldChg>
      <pc:sldChg chg="add del">
        <pc:chgData name="Amanda Countryman" userId="0be1c61d-c610-49a2-ae7e-a4e60bd07712" providerId="ADAL" clId="{F5F8D1A1-DD3D-4E21-AE0D-D112E79BF1B5}" dt="2026-09-14T22:59:53.550" v="89" actId="2696"/>
        <pc:sldMkLst>
          <pc:docMk/>
          <pc:sldMk cId="0" sldId="395"/>
        </pc:sldMkLst>
      </pc:sldChg>
      <pc:sldChg chg="add del">
        <pc:chgData name="Amanda Countryman" userId="0be1c61d-c610-49a2-ae7e-a4e60bd07712" providerId="ADAL" clId="{F5F8D1A1-DD3D-4E21-AE0D-D112E79BF1B5}" dt="2026-09-14T22:59:53.550" v="89" actId="2696"/>
        <pc:sldMkLst>
          <pc:docMk/>
          <pc:sldMk cId="0" sldId="396"/>
        </pc:sldMkLst>
      </pc:sldChg>
      <pc:sldChg chg="add del">
        <pc:chgData name="Amanda Countryman" userId="0be1c61d-c610-49a2-ae7e-a4e60bd07712" providerId="ADAL" clId="{F5F8D1A1-DD3D-4E21-AE0D-D112E79BF1B5}" dt="2026-09-14T22:59:53.550" v="89" actId="2696"/>
        <pc:sldMkLst>
          <pc:docMk/>
          <pc:sldMk cId="0" sldId="397"/>
        </pc:sldMkLst>
      </pc:sldChg>
      <pc:sldChg chg="add del">
        <pc:chgData name="Amanda Countryman" userId="0be1c61d-c610-49a2-ae7e-a4e60bd07712" providerId="ADAL" clId="{F5F8D1A1-DD3D-4E21-AE0D-D112E79BF1B5}" dt="2026-09-14T22:59:53.550" v="89" actId="2696"/>
        <pc:sldMkLst>
          <pc:docMk/>
          <pc:sldMk cId="0" sldId="398"/>
        </pc:sldMkLst>
      </pc:sldChg>
      <pc:sldChg chg="add del">
        <pc:chgData name="Amanda Countryman" userId="0be1c61d-c610-49a2-ae7e-a4e60bd07712" providerId="ADAL" clId="{F5F8D1A1-DD3D-4E21-AE0D-D112E79BF1B5}" dt="2026-09-14T22:59:53.550" v="89" actId="2696"/>
        <pc:sldMkLst>
          <pc:docMk/>
          <pc:sldMk cId="0" sldId="399"/>
        </pc:sldMkLst>
      </pc:sldChg>
      <pc:sldChg chg="modSp add del mod">
        <pc:chgData name="Amanda Countryman" userId="0be1c61d-c610-49a2-ae7e-a4e60bd07712" providerId="ADAL" clId="{F5F8D1A1-DD3D-4E21-AE0D-D112E79BF1B5}" dt="2026-09-14T22:59:53.550" v="89" actId="2696"/>
        <pc:sldMkLst>
          <pc:docMk/>
          <pc:sldMk cId="0" sldId="400"/>
        </pc:sldMkLst>
      </pc:sldChg>
      <pc:sldChg chg="add del">
        <pc:chgData name="Amanda Countryman" userId="0be1c61d-c610-49a2-ae7e-a4e60bd07712" providerId="ADAL" clId="{F5F8D1A1-DD3D-4E21-AE0D-D112E79BF1B5}" dt="2026-09-14T22:59:53.550" v="89" actId="2696"/>
        <pc:sldMkLst>
          <pc:docMk/>
          <pc:sldMk cId="0" sldId="401"/>
        </pc:sldMkLst>
      </pc:sldChg>
      <pc:sldChg chg="add del">
        <pc:chgData name="Amanda Countryman" userId="0be1c61d-c610-49a2-ae7e-a4e60bd07712" providerId="ADAL" clId="{F5F8D1A1-DD3D-4E21-AE0D-D112E79BF1B5}" dt="2026-09-14T22:59:53.550" v="89" actId="2696"/>
        <pc:sldMkLst>
          <pc:docMk/>
          <pc:sldMk cId="0" sldId="402"/>
        </pc:sldMkLst>
      </pc:sldChg>
      <pc:sldMasterChg chg="addSldLayout delSldLayout">
        <pc:chgData name="Amanda Countryman" userId="0be1c61d-c610-49a2-ae7e-a4e60bd07712" providerId="ADAL" clId="{F5F8D1A1-DD3D-4E21-AE0D-D112E79BF1B5}" dt="2026-09-14T22:59:53.550" v="89" actId="2696"/>
        <pc:sldMasterMkLst>
          <pc:docMk/>
          <pc:sldMasterMk cId="0" sldId="2147483659"/>
        </pc:sldMasterMkLst>
        <pc:sldLayoutChg chg="add del">
          <pc:chgData name="Amanda Countryman" userId="0be1c61d-c610-49a2-ae7e-a4e60bd07712" providerId="ADAL" clId="{F5F8D1A1-DD3D-4E21-AE0D-D112E79BF1B5}" dt="2026-09-14T22:59:53.550" v="89" actId="2696"/>
          <pc:sldLayoutMkLst>
            <pc:docMk/>
            <pc:sldMasterMk cId="0" sldId="2147483659"/>
            <pc:sldLayoutMk cId="0" sldId="2147483658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e8fa69a014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e8fa69a014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ebdeb8a99d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ebdeb8a99d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f297d798d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f297d798d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gf297d798d2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2" name="Google Shape;772;gf297d798d2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f297d798d2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8" name="Google Shape;778;gf297d798d2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doesn’t mean close yourself off to accidental discovery or new ideas once you implement your plan.  It is easy to get lost down the rabbit hole.  There is often a gray area between focusing on your research plan and adapting to new information.  You learn through experience and do the best you can.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15af6f2394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4" name="Google Shape;784;g15af6f2394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f297d798d2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0" name="Google Shape;790;gf297d798d2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gf297d798d2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6" name="Google Shape;796;gf297d798d2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gf297d798d2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2" name="Google Shape;802;gf297d798d2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f297d798d2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8" name="Google Shape;808;gf297d798d2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15682838f7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4" name="Google Shape;814;g15682838f7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15af6f2394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0" name="Google Shape;820;g15af6f2394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5">
          <a:extLst>
            <a:ext uri="{FF2B5EF4-FFF2-40B4-BE49-F238E27FC236}">
              <a16:creationId xmlns:a16="http://schemas.microsoft.com/office/drawing/2014/main" id="{18CA75DB-CA00-EE78-31CC-E88C23DA4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f297d798d2_0_0:notes">
            <a:extLst>
              <a:ext uri="{FF2B5EF4-FFF2-40B4-BE49-F238E27FC236}">
                <a16:creationId xmlns:a16="http://schemas.microsoft.com/office/drawing/2014/main" id="{A52FA4C1-360C-F488-3FE5-201D3A28DF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f297d798d2_0_0:notes">
            <a:extLst>
              <a:ext uri="{FF2B5EF4-FFF2-40B4-BE49-F238E27FC236}">
                <a16:creationId xmlns:a16="http://schemas.microsoft.com/office/drawing/2014/main" id="{7EEB32BA-5C8B-3AFA-73FA-1236A9D5FB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45836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427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3" r:id="rId4"/>
    <p:sldLayoutId id="2147483655" r:id="rId5"/>
    <p:sldLayoutId id="2147483656" r:id="rId6"/>
    <p:sldLayoutId id="2147483657" r:id="rId7"/>
    <p:sldLayoutId id="2147483660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AREC 570 Slides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Unit 2 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Defining a research problem/question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13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Ethridge Chapter 5: 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Planning the Research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1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775" name="Google Shape;775;p1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Ethridge - practical guidance for proposal construction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dirty="0"/>
              <a:t>Bellemare - How to Write Applied Papers in Economics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1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project proposal (the plan) is critical to the success of the project</a:t>
            </a:r>
            <a:endParaRPr/>
          </a:p>
        </p:txBody>
      </p:sp>
      <p:sp>
        <p:nvSpPr>
          <p:cNvPr id="781" name="Google Shape;781;p135"/>
          <p:cNvSpPr txBox="1">
            <a:spLocks noGrp="1"/>
          </p:cNvSpPr>
          <p:nvPr>
            <p:ph type="body" idx="1"/>
          </p:nvPr>
        </p:nvSpPr>
        <p:spPr>
          <a:xfrm>
            <a:off x="311700" y="1638625"/>
            <a:ext cx="8520600" cy="339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proposal is evidence of a plan to complete the research project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Proposal serves dual purpose</a:t>
            </a:r>
            <a:endParaRPr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explain research to others (maybe funding decision)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keep the researcher focused and to think carefully about project and anticipate problems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Proposal is not intended to limit accidental discovery/creativity, but channel your effort toward objectives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Developing the proposal is a process that evolves over time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1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assignment: part 1</a:t>
            </a:r>
            <a:endParaRPr/>
          </a:p>
        </p:txBody>
      </p:sp>
      <p:sp>
        <p:nvSpPr>
          <p:cNvPr id="787" name="Google Shape;787;p1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research question provides direction and limits scope.  Remember to answer the research question in the paper.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The outline structures the inquiry and is evidence that you have thought through the project and developed a plan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1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Elements of the paper</a:t>
            </a:r>
            <a:endParaRPr dirty="0"/>
          </a:p>
        </p:txBody>
      </p:sp>
      <p:sp>
        <p:nvSpPr>
          <p:cNvPr id="793" name="Google Shape;793;p1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Title should be descriptive and clear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Problem identification and explanation: this section should clarify to the reader what the problem is and justify the need for the research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Objectives: identify the goals or ends of the research stated clearly but concisely; general objective then specific sub-objectives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Review of literature: this section should demonstrate to the reader what is already known and also serve to show how are you are going to expand on the body of knowledge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1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Elements of the paper cont...</a:t>
            </a:r>
            <a:endParaRPr dirty="0"/>
          </a:p>
        </p:txBody>
      </p:sp>
      <p:sp>
        <p:nvSpPr>
          <p:cNvPr id="799" name="Google Shape;799;p13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Conceptual framework: this is the section that you demonstrate to the reader how are you are thinking about the problem this may include a theoretical model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dirty="0"/>
              <a:t>Methods and procedures: this section will detail to the reader how you do the research. This should be detailed enough so that the research results can be reproduced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dirty="0"/>
              <a:t>References: start using a citation manager (Endnote, Zotero, Bibdesk)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1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Think about evaluation as you draft the paper</a:t>
            </a:r>
            <a:endParaRPr dirty="0"/>
          </a:p>
        </p:txBody>
      </p:sp>
      <p:sp>
        <p:nvSpPr>
          <p:cNvPr id="805" name="Google Shape;805;p13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Who will evaluate the paper?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dirty="0"/>
              <a:t>What are the criteria used to evaluate the paper?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dirty="0"/>
              <a:t>Anticipate and address concerns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dirty="0"/>
              <a:t>Clear organization and writing - a necessary condition to a good paper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140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would you address the evaluation questions</a:t>
            </a:r>
            <a:endParaRPr/>
          </a:p>
        </p:txBody>
      </p:sp>
      <p:sp>
        <p:nvSpPr>
          <p:cNvPr id="811" name="Google Shape;811;p140"/>
          <p:cNvSpPr txBox="1">
            <a:spLocks noGrp="1"/>
          </p:cNvSpPr>
          <p:nvPr>
            <p:ph type="body" idx="1"/>
          </p:nvPr>
        </p:nvSpPr>
        <p:spPr>
          <a:xfrm>
            <a:off x="311700" y="923875"/>
            <a:ext cx="8520600" cy="41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Is the investigator interested in the problem?</a:t>
            </a:r>
            <a:endParaRPr sz="1400"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Is there a genuine lack of knowledge related to the problem?</a:t>
            </a:r>
            <a:endParaRPr sz="1400"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Is the research recognized as needed by people other than investigators or beyond disciplinary interest?</a:t>
            </a:r>
            <a:endParaRPr sz="1400"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Are the objectives appropriate, attainable, observable or measurable, sufficiently specific?</a:t>
            </a:r>
            <a:endParaRPr sz="1400"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Does the investigator have sufficient resources (training, facilities, materials)?</a:t>
            </a:r>
            <a:endParaRPr sz="1400"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Does the proposal recognize appropriate constraints both internal (institutional) and external (social/political)?</a:t>
            </a:r>
            <a:endParaRPr sz="1400"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Does the proposal indicate that the research is likely to be productive?</a:t>
            </a:r>
            <a:endParaRPr sz="1400"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Is the expected value of the research greater than the cost to obtain the results?</a:t>
            </a:r>
            <a:endParaRPr sz="1400"/>
          </a:p>
          <a:p>
            <a:pPr marL="457200" lvl="0" indent="-317500" algn="l" rtl="0">
              <a:spcBef>
                <a:spcPts val="1000"/>
              </a:spcBef>
              <a:spcAft>
                <a:spcPts val="1000"/>
              </a:spcAft>
              <a:buSzPts val="1400"/>
              <a:buAutoNum type="arabicPeriod"/>
            </a:pPr>
            <a:r>
              <a:rPr lang="en" sz="1400"/>
              <a:t>Has the study been designed in a way that the results are widely applicable?</a:t>
            </a:r>
            <a:endParaRPr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141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would you address the evaluation questions</a:t>
            </a:r>
            <a:endParaRPr/>
          </a:p>
        </p:txBody>
      </p:sp>
      <p:sp>
        <p:nvSpPr>
          <p:cNvPr id="817" name="Google Shape;817;p141"/>
          <p:cNvSpPr txBox="1">
            <a:spLocks noGrp="1"/>
          </p:cNvSpPr>
          <p:nvPr>
            <p:ph type="body" idx="1"/>
          </p:nvPr>
        </p:nvSpPr>
        <p:spPr>
          <a:xfrm>
            <a:off x="311700" y="695275"/>
            <a:ext cx="8520600" cy="433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Is the investigator interested in the problem -  Problem identification</a:t>
            </a:r>
            <a:endParaRPr sz="1400"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Is there a genuine lack of knowledge related to the problem -  prob. identification/Literature review</a:t>
            </a:r>
            <a:endParaRPr sz="1400"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Is the research recognized as needed by people other than investigators or beyond disciplinary interest -  problem identification</a:t>
            </a:r>
            <a:endParaRPr sz="1400"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Are the objectives appropriate, attainable, observable or measurable, sufficiently specific?  Problem identification, conceptual framework, methods</a:t>
            </a:r>
            <a:endParaRPr sz="1400"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Does the investigator have sufficient resources – methods</a:t>
            </a:r>
            <a:endParaRPr sz="1400"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Does the proposal recognize appropriate constraints both internal and external – prob. id/methods/budget</a:t>
            </a:r>
            <a:endParaRPr sz="1400"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Does the proposal indicate that the research is likely to be productive – literature review to demonstrate past work</a:t>
            </a:r>
            <a:endParaRPr sz="1400"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Is the expected value of the research greater than the cost to obtain the results - methods</a:t>
            </a:r>
            <a:endParaRPr sz="1400"/>
          </a:p>
          <a:p>
            <a:pPr marL="457200" lvl="0" indent="-317500" algn="l" rtl="0">
              <a:spcBef>
                <a:spcPts val="1000"/>
              </a:spcBef>
              <a:spcAft>
                <a:spcPts val="1000"/>
              </a:spcAft>
              <a:buSzPts val="1400"/>
              <a:buAutoNum type="arabicPeriod"/>
            </a:pPr>
            <a:r>
              <a:rPr lang="en" sz="1400"/>
              <a:t>Has the study been designed in a way that the results are widely applicable – conceptual framework</a:t>
            </a:r>
            <a:endParaRPr sz="1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1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Research paper </a:t>
            </a:r>
            <a:r>
              <a:rPr lang="en" dirty="0">
                <a:solidFill>
                  <a:schemeClr val="tx1"/>
                </a:solidFill>
              </a:rPr>
              <a:t>rubric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23" name="Google Shape;823;p14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/>
              <a:t>Provides explicit guidance on expectations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8">
          <a:extLst>
            <a:ext uri="{FF2B5EF4-FFF2-40B4-BE49-F238E27FC236}">
              <a16:creationId xmlns:a16="http://schemas.microsoft.com/office/drawing/2014/main" id="{D9875BF0-8873-9C2B-CE1A-5A730FD62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133">
            <a:extLst>
              <a:ext uri="{FF2B5EF4-FFF2-40B4-BE49-F238E27FC236}">
                <a16:creationId xmlns:a16="http://schemas.microsoft.com/office/drawing/2014/main" id="{1017025C-6B70-B6F8-25B0-9A0029543A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defRPr sz="4000" b="1">
                <a:solidFill>
                  <a:srgbClr val="FFFFFF"/>
                </a:solidFill>
                <a:latin typeface="Aptos Display"/>
              </a:defRPr>
            </a:pPr>
            <a:r>
              <a:rPr lang="en-US" sz="2800" dirty="0">
                <a:solidFill>
                  <a:schemeClr val="tx1"/>
                </a:solidFill>
              </a:rPr>
              <a:t>How to Write Applied Papers in Economics</a:t>
            </a:r>
            <a:br>
              <a:rPr lang="en-US" sz="2800" dirty="0">
                <a:solidFill>
                  <a:schemeClr val="tx1"/>
                </a:solidFill>
              </a:rPr>
            </a:br>
            <a:r>
              <a:rPr lang="en-US" sz="2800" dirty="0">
                <a:solidFill>
                  <a:schemeClr val="tx1"/>
                </a:solidFill>
              </a:rPr>
              <a:t>Marc F. Bellemare 2020</a:t>
            </a:r>
            <a:br>
              <a:rPr lang="en-US" sz="2800" dirty="0">
                <a:solidFill>
                  <a:schemeClr val="tx1"/>
                </a:solidFill>
              </a:rPr>
            </a:br>
            <a:r>
              <a:rPr lang="en-US" sz="2800" dirty="0">
                <a:solidFill>
                  <a:schemeClr val="tx1"/>
                </a:solidFill>
              </a:rPr>
              <a:t>A practical guide to research design, writing, presentation, and publication</a:t>
            </a:r>
            <a:endParaRPr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38950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45770" y="288036"/>
            <a:ext cx="2541080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sz="2100" dirty="0">
                <a:solidFill>
                  <a:schemeClr val="tx1"/>
                </a:solidFill>
              </a:rPr>
              <a:t>The central message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5" y="788670"/>
            <a:ext cx="4421403" cy="2423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673"/>
                </a:solidFill>
                <a:latin typeface="Aptos"/>
              </a:defRPr>
            </a:pPr>
            <a:r>
              <a:rPr sz="975"/>
              <a:t>A good applied paper makes the research process easy for the reader to follow.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62990"/>
            <a:ext cx="8023860" cy="1933734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ct val="105000"/>
              </a:lnSpc>
              <a:spcAft>
                <a:spcPts val="75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rPr sz="1425" dirty="0"/>
              <a:t>• Start with one clear, important, narrowly defined causal question.</a:t>
            </a:r>
          </a:p>
          <a:p>
            <a:pPr>
              <a:lnSpc>
                <a:spcPct val="105000"/>
              </a:lnSpc>
              <a:spcAft>
                <a:spcPts val="75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rPr sz="1425" dirty="0"/>
              <a:t>• Build a transparent chain: theory → data → empirical strategy → identification → results → implications.</a:t>
            </a:r>
          </a:p>
          <a:p>
            <a:pPr>
              <a:lnSpc>
                <a:spcPct val="105000"/>
              </a:lnSpc>
              <a:spcAft>
                <a:spcPts val="75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rPr sz="1425" dirty="0"/>
              <a:t>• Write for the reader, not for yourself: minimize the work required to understand what you did and why.</a:t>
            </a:r>
          </a:p>
          <a:p>
            <a:pPr>
              <a:lnSpc>
                <a:spcPct val="105000"/>
              </a:lnSpc>
              <a:spcAft>
                <a:spcPts val="75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rPr sz="1425" dirty="0"/>
              <a:t>• Be honest about what the research design can—and cannot—identify.</a:t>
            </a:r>
          </a:p>
          <a:p>
            <a:pPr>
              <a:lnSpc>
                <a:spcPct val="105000"/>
              </a:lnSpc>
              <a:spcAft>
                <a:spcPts val="75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rPr sz="1425" dirty="0"/>
              <a:t>• Treat title, abstract, introduction, tables, and conclusion as high-stakes communication tools.</a:t>
            </a:r>
          </a:p>
          <a:p>
            <a:pPr>
              <a:lnSpc>
                <a:spcPct val="105000"/>
              </a:lnSpc>
              <a:spcAft>
                <a:spcPts val="75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rPr sz="1425" dirty="0"/>
              <a:t>• The goal is not only publication; it is to have the paper read, understood, and cited.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445770" y="4855464"/>
            <a:ext cx="8229600" cy="13716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7" name="TextBox 6"/>
          <p:cNvSpPr txBox="1"/>
          <p:nvPr/>
        </p:nvSpPr>
        <p:spPr>
          <a:xfrm>
            <a:off x="466345" y="4882896"/>
            <a:ext cx="2730235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  <a:latin typeface="Aptos"/>
              </a:defRPr>
            </a:pPr>
            <a:r>
              <a:rPr sz="600"/>
              <a:t>Source: Marc F. Bellemare (2020), How to Write Applied Papers in Economics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3" name="TextBox 2"/>
          <p:cNvSpPr txBox="1"/>
          <p:nvPr/>
        </p:nvSpPr>
        <p:spPr>
          <a:xfrm>
            <a:off x="445770" y="288036"/>
            <a:ext cx="6211957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sz="2100" dirty="0">
                <a:solidFill>
                  <a:schemeClr val="tx1"/>
                </a:solidFill>
              </a:rPr>
              <a:t>A conventional structure is a feature, not a constraint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0060" y="1062990"/>
            <a:ext cx="3943350" cy="3394710"/>
          </a:xfrm>
          <a:prstGeom prst="roundRect">
            <a:avLst/>
          </a:prstGeom>
          <a:solidFill>
            <a:srgbClr val="F1F5F9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5" name="TextBox 4"/>
          <p:cNvSpPr txBox="1"/>
          <p:nvPr/>
        </p:nvSpPr>
        <p:spPr>
          <a:xfrm>
            <a:off x="685801" y="1268730"/>
            <a:ext cx="1842171" cy="311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568A0"/>
                </a:solidFill>
                <a:latin typeface="Aptos Display"/>
              </a:defRPr>
            </a:pPr>
            <a:r>
              <a:rPr sz="1425">
                <a:solidFill>
                  <a:schemeClr val="tx1"/>
                </a:solidFill>
              </a:rPr>
              <a:t>Typical applied paper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11630"/>
            <a:ext cx="3497580" cy="1359988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ct val="105000"/>
              </a:lnSpc>
              <a:spcAft>
                <a:spcPts val="750"/>
              </a:spcAft>
              <a:defRPr sz="1500">
                <a:solidFill>
                  <a:srgbClr val="232830"/>
                </a:solidFill>
                <a:latin typeface="Aptos"/>
              </a:defRPr>
            </a:pPr>
            <a:r>
              <a:rPr sz="1125"/>
              <a:t>• Title</a:t>
            </a:r>
          </a:p>
          <a:p>
            <a:pPr>
              <a:lnSpc>
                <a:spcPct val="105000"/>
              </a:lnSpc>
              <a:spcAft>
                <a:spcPts val="750"/>
              </a:spcAft>
              <a:defRPr sz="1500">
                <a:solidFill>
                  <a:srgbClr val="232830"/>
                </a:solidFill>
                <a:latin typeface="Aptos"/>
              </a:defRPr>
            </a:pPr>
            <a:r>
              <a:rPr sz="1125"/>
              <a:t>• Abstract</a:t>
            </a:r>
          </a:p>
          <a:p>
            <a:pPr>
              <a:lnSpc>
                <a:spcPct val="105000"/>
              </a:lnSpc>
              <a:spcAft>
                <a:spcPts val="750"/>
              </a:spcAft>
              <a:defRPr sz="1500">
                <a:solidFill>
                  <a:srgbClr val="232830"/>
                </a:solidFill>
                <a:latin typeface="Aptos"/>
              </a:defRPr>
            </a:pPr>
            <a:r>
              <a:rPr sz="1125"/>
              <a:t>• Introduction</a:t>
            </a:r>
          </a:p>
          <a:p>
            <a:pPr>
              <a:lnSpc>
                <a:spcPct val="105000"/>
              </a:lnSpc>
              <a:spcAft>
                <a:spcPts val="750"/>
              </a:spcAft>
              <a:defRPr sz="1500">
                <a:solidFill>
                  <a:srgbClr val="232830"/>
                </a:solidFill>
                <a:latin typeface="Aptos"/>
              </a:defRPr>
            </a:pPr>
            <a:r>
              <a:rPr sz="1125"/>
              <a:t>• Theoretical framework</a:t>
            </a:r>
          </a:p>
          <a:p>
            <a:pPr>
              <a:lnSpc>
                <a:spcPct val="105000"/>
              </a:lnSpc>
              <a:spcAft>
                <a:spcPts val="750"/>
              </a:spcAft>
              <a:defRPr sz="1500">
                <a:solidFill>
                  <a:srgbClr val="232830"/>
                </a:solidFill>
                <a:latin typeface="Aptos"/>
              </a:defRPr>
            </a:pPr>
            <a:r>
              <a:rPr sz="1125"/>
              <a:t>• Data &amp; descriptive statistics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062990"/>
            <a:ext cx="3943350" cy="3394710"/>
          </a:xfrm>
          <a:prstGeom prst="roundRect">
            <a:avLst/>
          </a:prstGeom>
          <a:solidFill>
            <a:srgbClr val="F1F5F9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8" name="TextBox 7"/>
          <p:cNvSpPr txBox="1"/>
          <p:nvPr/>
        </p:nvSpPr>
        <p:spPr>
          <a:xfrm>
            <a:off x="4869180" y="1268730"/>
            <a:ext cx="566181" cy="311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568A0"/>
                </a:solidFill>
                <a:latin typeface="Aptos Display"/>
              </a:defRPr>
            </a:pPr>
            <a:r>
              <a:rPr sz="1425" dirty="0">
                <a:solidFill>
                  <a:schemeClr val="tx1"/>
                </a:solidFill>
              </a:rPr>
              <a:t>Then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69180" y="1611630"/>
            <a:ext cx="3497580" cy="1359988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ct val="105000"/>
              </a:lnSpc>
              <a:spcAft>
                <a:spcPts val="750"/>
              </a:spcAft>
              <a:defRPr sz="1500">
                <a:solidFill>
                  <a:srgbClr val="232830"/>
                </a:solidFill>
                <a:latin typeface="Aptos"/>
              </a:defRPr>
            </a:pPr>
            <a:r>
              <a:rPr sz="1125"/>
              <a:t>• Empirical framework</a:t>
            </a:r>
          </a:p>
          <a:p>
            <a:pPr>
              <a:lnSpc>
                <a:spcPct val="105000"/>
              </a:lnSpc>
              <a:spcAft>
                <a:spcPts val="750"/>
              </a:spcAft>
              <a:defRPr sz="1500">
                <a:solidFill>
                  <a:srgbClr val="232830"/>
                </a:solidFill>
                <a:latin typeface="Aptos"/>
              </a:defRPr>
            </a:pPr>
            <a:r>
              <a:rPr sz="1125"/>
              <a:t>• Results &amp; discussion</a:t>
            </a:r>
          </a:p>
          <a:p>
            <a:pPr>
              <a:lnSpc>
                <a:spcPct val="105000"/>
              </a:lnSpc>
              <a:spcAft>
                <a:spcPts val="750"/>
              </a:spcAft>
              <a:defRPr sz="1500">
                <a:solidFill>
                  <a:srgbClr val="232830"/>
                </a:solidFill>
                <a:latin typeface="Aptos"/>
              </a:defRPr>
            </a:pPr>
            <a:r>
              <a:rPr sz="1125"/>
              <a:t>• Summary &amp; concluding remarks</a:t>
            </a:r>
          </a:p>
          <a:p>
            <a:pPr>
              <a:lnSpc>
                <a:spcPct val="105000"/>
              </a:lnSpc>
              <a:spcAft>
                <a:spcPts val="750"/>
              </a:spcAft>
              <a:defRPr sz="1500">
                <a:solidFill>
                  <a:srgbClr val="232830"/>
                </a:solidFill>
                <a:latin typeface="Aptos"/>
              </a:defRPr>
            </a:pPr>
            <a:r>
              <a:rPr sz="1125"/>
              <a:t>• References</a:t>
            </a:r>
          </a:p>
          <a:p>
            <a:pPr>
              <a:lnSpc>
                <a:spcPct val="105000"/>
              </a:lnSpc>
              <a:spcAft>
                <a:spcPts val="750"/>
              </a:spcAft>
              <a:defRPr sz="1500">
                <a:solidFill>
                  <a:srgbClr val="232830"/>
                </a:solidFill>
                <a:latin typeface="Aptos"/>
              </a:defRPr>
            </a:pPr>
            <a:r>
              <a:rPr sz="1125"/>
              <a:t>• Appendix (as needed)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804" y="4498037"/>
            <a:ext cx="862127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5C6673"/>
                </a:solidFill>
                <a:latin typeface="Aptos"/>
              </a:defRPr>
            </a:pPr>
            <a:r>
              <a:rPr sz="1200" b="1" dirty="0">
                <a:solidFill>
                  <a:schemeClr val="tx1"/>
                </a:solidFill>
              </a:rPr>
              <a:t>Learn the conventional structure before deliberately breaking it; structural freedom is largely earned through experience.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5770" y="4855464"/>
            <a:ext cx="8229600" cy="13716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2" name="TextBox 11"/>
          <p:cNvSpPr txBox="1"/>
          <p:nvPr/>
        </p:nvSpPr>
        <p:spPr>
          <a:xfrm>
            <a:off x="466345" y="4882896"/>
            <a:ext cx="2730235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  <a:latin typeface="Aptos"/>
              </a:defRPr>
            </a:pPr>
            <a:r>
              <a:rPr sz="600"/>
              <a:t>Source: Marc F. Bellemare (2020), How to Write Applied Papers in Economics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3" name="TextBox 2"/>
          <p:cNvSpPr txBox="1"/>
          <p:nvPr/>
        </p:nvSpPr>
        <p:spPr>
          <a:xfrm>
            <a:off x="445770" y="288036"/>
            <a:ext cx="6385081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sz="2100" dirty="0">
                <a:solidFill>
                  <a:schemeClr val="tx1"/>
                </a:solidFill>
              </a:rPr>
              <a:t>1. Start with a focused question and a theory of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62991"/>
            <a:ext cx="8023860" cy="2515817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ct val="105000"/>
              </a:lnSpc>
              <a:spcAft>
                <a:spcPts val="750"/>
              </a:spcAft>
              <a:defRPr sz="1800">
                <a:solidFill>
                  <a:srgbClr val="232830"/>
                </a:solidFill>
                <a:latin typeface="Aptos"/>
              </a:defRPr>
            </a:pPr>
            <a:r>
              <a:rPr sz="1350" dirty="0"/>
              <a:t>• The best applied papers usually focus on one relatively narrow question: “Does X cause Y?”</a:t>
            </a:r>
          </a:p>
          <a:p>
            <a:pPr>
              <a:lnSpc>
                <a:spcPct val="105000"/>
              </a:lnSpc>
              <a:spcAft>
                <a:spcPts val="750"/>
              </a:spcAft>
              <a:defRPr sz="1800">
                <a:solidFill>
                  <a:srgbClr val="232830"/>
                </a:solidFill>
                <a:latin typeface="Aptos"/>
              </a:defRPr>
            </a:pPr>
            <a:r>
              <a:rPr sz="1350" dirty="0"/>
              <a:t>• Decide early which causal relationship or mechanism the paper will center on—and leave less essential material out.</a:t>
            </a:r>
          </a:p>
          <a:p>
            <a:pPr>
              <a:lnSpc>
                <a:spcPct val="105000"/>
              </a:lnSpc>
              <a:spcAft>
                <a:spcPts val="750"/>
              </a:spcAft>
              <a:defRPr sz="1800">
                <a:solidFill>
                  <a:srgbClr val="232830"/>
                </a:solidFill>
                <a:latin typeface="Aptos"/>
              </a:defRPr>
            </a:pPr>
            <a:r>
              <a:rPr sz="1350" dirty="0"/>
              <a:t>• Translate the theory of change into a testable prediction: X causes Y through mechanism M.</a:t>
            </a:r>
          </a:p>
          <a:p>
            <a:pPr>
              <a:lnSpc>
                <a:spcPct val="105000"/>
              </a:lnSpc>
              <a:spcAft>
                <a:spcPts val="750"/>
              </a:spcAft>
              <a:defRPr sz="1800">
                <a:solidFill>
                  <a:srgbClr val="232830"/>
                </a:solidFill>
                <a:latin typeface="Aptos"/>
              </a:defRPr>
            </a:pPr>
            <a:r>
              <a:rPr sz="1350" dirty="0"/>
              <a:t>• A theoretical framework can be borrowed or adapted when appropriate; novelty does not have to occur on every dimension.</a:t>
            </a:r>
          </a:p>
          <a:p>
            <a:pPr>
              <a:lnSpc>
                <a:spcPct val="105000"/>
              </a:lnSpc>
              <a:spcAft>
                <a:spcPts val="750"/>
              </a:spcAft>
              <a:defRPr sz="1800">
                <a:solidFill>
                  <a:srgbClr val="232830"/>
                </a:solidFill>
                <a:latin typeface="Aptos"/>
              </a:defRPr>
            </a:pPr>
            <a:r>
              <a:rPr sz="1350" dirty="0"/>
              <a:t>• If a formal model would be weak or distracting, a clear conceptual framework is better than a bad formal model.</a:t>
            </a:r>
          </a:p>
          <a:p>
            <a:pPr>
              <a:lnSpc>
                <a:spcPct val="105000"/>
              </a:lnSpc>
              <a:spcAft>
                <a:spcPts val="750"/>
              </a:spcAft>
              <a:defRPr sz="1800">
                <a:solidFill>
                  <a:srgbClr val="232830"/>
                </a:solidFill>
                <a:latin typeface="Aptos"/>
              </a:defRPr>
            </a:pPr>
            <a:r>
              <a:rPr sz="1350" dirty="0"/>
              <a:t>• The theory should contain the assumptions needed to generate the prediction—no more, no less.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45770" y="4855464"/>
            <a:ext cx="8229600" cy="13716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6" name="TextBox 5"/>
          <p:cNvSpPr txBox="1"/>
          <p:nvPr/>
        </p:nvSpPr>
        <p:spPr>
          <a:xfrm>
            <a:off x="466345" y="4882896"/>
            <a:ext cx="2730235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  <a:latin typeface="Aptos"/>
              </a:defRPr>
            </a:pPr>
            <a:r>
              <a:rPr sz="600"/>
              <a:t>Source: Marc F. Bellemare (2020), How to Write Applied Papers in Economics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3" name="TextBox 2"/>
          <p:cNvSpPr txBox="1"/>
          <p:nvPr/>
        </p:nvSpPr>
        <p:spPr>
          <a:xfrm>
            <a:off x="445770" y="288036"/>
            <a:ext cx="6449201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sz="2100"/>
              <a:t>2. Make the data section answer the reader’s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0060" y="1062990"/>
            <a:ext cx="3943350" cy="3394710"/>
          </a:xfrm>
          <a:prstGeom prst="roundRect">
            <a:avLst/>
          </a:prstGeom>
          <a:solidFill>
            <a:srgbClr val="F1F5F9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5" name="TextBox 4"/>
          <p:cNvSpPr txBox="1"/>
          <p:nvPr/>
        </p:nvSpPr>
        <p:spPr>
          <a:xfrm>
            <a:off x="685801" y="1268730"/>
            <a:ext cx="2305439" cy="311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568A0"/>
                </a:solidFill>
                <a:latin typeface="Aptos Display"/>
              </a:defRPr>
            </a:pPr>
            <a:r>
              <a:rPr sz="1425" dirty="0">
                <a:solidFill>
                  <a:schemeClr val="tx1"/>
                </a:solidFill>
              </a:rPr>
              <a:t>What readers need to know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11631"/>
            <a:ext cx="3497580" cy="1075615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ct val="105000"/>
              </a:lnSpc>
              <a:spcAft>
                <a:spcPts val="750"/>
              </a:spcAft>
              <a:defRPr sz="1500">
                <a:solidFill>
                  <a:srgbClr val="232830"/>
                </a:solidFill>
                <a:latin typeface="Aptos"/>
              </a:defRPr>
            </a:pPr>
            <a:r>
              <a:rPr sz="1125"/>
              <a:t>• Where, when, and by whom the data were collected</a:t>
            </a:r>
          </a:p>
          <a:p>
            <a:pPr>
              <a:lnSpc>
                <a:spcPct val="105000"/>
              </a:lnSpc>
              <a:spcAft>
                <a:spcPts val="750"/>
              </a:spcAft>
              <a:defRPr sz="1500">
                <a:solidFill>
                  <a:srgbClr val="232830"/>
                </a:solidFill>
                <a:latin typeface="Aptos"/>
              </a:defRPr>
            </a:pPr>
            <a:r>
              <a:rPr sz="1125"/>
              <a:t>• How observations entered the sample</a:t>
            </a:r>
          </a:p>
          <a:p>
            <a:pPr>
              <a:lnSpc>
                <a:spcPct val="105000"/>
              </a:lnSpc>
              <a:spcAft>
                <a:spcPts val="750"/>
              </a:spcAft>
              <a:defRPr sz="1500">
                <a:solidFill>
                  <a:srgbClr val="232830"/>
                </a:solidFill>
                <a:latin typeface="Aptos"/>
              </a:defRPr>
            </a:pPr>
            <a:r>
              <a:rPr sz="1125"/>
              <a:t>• Representativeness and target vs. actual sample size</a:t>
            </a:r>
          </a:p>
          <a:p>
            <a:pPr>
              <a:lnSpc>
                <a:spcPct val="105000"/>
              </a:lnSpc>
              <a:spcAft>
                <a:spcPts val="750"/>
              </a:spcAft>
              <a:defRPr sz="1500">
                <a:solidFill>
                  <a:srgbClr val="232830"/>
                </a:solidFill>
                <a:latin typeface="Aptos"/>
              </a:defRPr>
            </a:pPr>
            <a:r>
              <a:rPr sz="1125"/>
              <a:t>• Nonresponse, attrition, and missing-data treatment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062990"/>
            <a:ext cx="3943350" cy="3394710"/>
          </a:xfrm>
          <a:prstGeom prst="roundRect">
            <a:avLst/>
          </a:prstGeom>
          <a:solidFill>
            <a:srgbClr val="F1F5F9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8" name="TextBox 7"/>
          <p:cNvSpPr txBox="1"/>
          <p:nvPr/>
        </p:nvSpPr>
        <p:spPr>
          <a:xfrm>
            <a:off x="4869181" y="1268730"/>
            <a:ext cx="1250663" cy="311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568A0"/>
                </a:solidFill>
                <a:latin typeface="Aptos Display"/>
              </a:defRPr>
            </a:pPr>
            <a:r>
              <a:rPr sz="1425" dirty="0">
                <a:solidFill>
                  <a:schemeClr val="tx1"/>
                </a:solidFill>
              </a:rPr>
              <a:t>What to show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69180" y="1611631"/>
            <a:ext cx="3497580" cy="1257395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ct val="105000"/>
              </a:lnSpc>
              <a:spcAft>
                <a:spcPts val="750"/>
              </a:spcAft>
              <a:defRPr sz="1500">
                <a:solidFill>
                  <a:srgbClr val="232830"/>
                </a:solidFill>
                <a:latin typeface="Aptos"/>
              </a:defRPr>
            </a:pPr>
            <a:r>
              <a:rPr sz="1125"/>
              <a:t>• Precise definitions of every analysis variable</a:t>
            </a:r>
          </a:p>
          <a:p>
            <a:pPr>
              <a:lnSpc>
                <a:spcPct val="105000"/>
              </a:lnSpc>
              <a:spcAft>
                <a:spcPts val="750"/>
              </a:spcAft>
              <a:defRPr sz="1500">
                <a:solidFill>
                  <a:srgbClr val="232830"/>
                </a:solidFill>
                <a:latin typeface="Aptos"/>
              </a:defRPr>
            </a:pPr>
            <a:r>
              <a:rPr sz="1125"/>
              <a:t>• A compact variable-description table</a:t>
            </a:r>
          </a:p>
          <a:p>
            <a:pPr>
              <a:lnSpc>
                <a:spcPct val="105000"/>
              </a:lnSpc>
              <a:spcAft>
                <a:spcPts val="750"/>
              </a:spcAft>
              <a:defRPr sz="1500">
                <a:solidFill>
                  <a:srgbClr val="232830"/>
                </a:solidFill>
                <a:latin typeface="Aptos"/>
              </a:defRPr>
            </a:pPr>
            <a:r>
              <a:rPr sz="1125"/>
              <a:t>• Descriptive statistics focused on outcome/treatment and unusual features</a:t>
            </a:r>
          </a:p>
          <a:p>
            <a:pPr>
              <a:lnSpc>
                <a:spcPct val="105000"/>
              </a:lnSpc>
              <a:spcAft>
                <a:spcPts val="750"/>
              </a:spcAft>
              <a:defRPr sz="1500">
                <a:solidFill>
                  <a:srgbClr val="232830"/>
                </a:solidFill>
                <a:latin typeface="Aptos"/>
              </a:defRPr>
            </a:pPr>
            <a:r>
              <a:rPr sz="1125"/>
              <a:t>• Balance tests when treatment groups matter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5770" y="4855464"/>
            <a:ext cx="8229600" cy="13716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1" name="TextBox 10"/>
          <p:cNvSpPr txBox="1"/>
          <p:nvPr/>
        </p:nvSpPr>
        <p:spPr>
          <a:xfrm>
            <a:off x="466345" y="4882896"/>
            <a:ext cx="2730235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  <a:latin typeface="Aptos"/>
              </a:defRPr>
            </a:pPr>
            <a:r>
              <a:rPr sz="600"/>
              <a:t>Source: Marc F. Bellemare (2020), How to Write Applied Papers in Economics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3" name="TextBox 2"/>
          <p:cNvSpPr txBox="1"/>
          <p:nvPr/>
        </p:nvSpPr>
        <p:spPr>
          <a:xfrm>
            <a:off x="445771" y="288036"/>
            <a:ext cx="4916731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sz="2100"/>
              <a:t>3. Separate estimation from identification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0060" y="1062990"/>
            <a:ext cx="3943350" cy="3394710"/>
          </a:xfrm>
          <a:prstGeom prst="roundRect">
            <a:avLst/>
          </a:prstGeom>
          <a:solidFill>
            <a:srgbClr val="F1F5F9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5" name="TextBox 4"/>
          <p:cNvSpPr txBox="1"/>
          <p:nvPr/>
        </p:nvSpPr>
        <p:spPr>
          <a:xfrm>
            <a:off x="685800" y="1268730"/>
            <a:ext cx="1691489" cy="311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568A0"/>
                </a:solidFill>
                <a:latin typeface="Aptos Display"/>
              </a:defRPr>
            </a:pPr>
            <a:r>
              <a:rPr sz="1425" dirty="0">
                <a:solidFill>
                  <a:schemeClr val="tx1"/>
                </a:solidFill>
              </a:rPr>
              <a:t>Estimation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11631"/>
            <a:ext cx="3497580" cy="1620957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ct val="105000"/>
              </a:lnSpc>
              <a:spcAft>
                <a:spcPts val="750"/>
              </a:spcAft>
              <a:defRPr sz="1500">
                <a:solidFill>
                  <a:srgbClr val="232830"/>
                </a:solidFill>
                <a:latin typeface="Aptos"/>
              </a:defRPr>
            </a:pPr>
            <a:r>
              <a:rPr sz="1125"/>
              <a:t>• What equation(s) are estimated?</a:t>
            </a:r>
          </a:p>
          <a:p>
            <a:pPr>
              <a:lnSpc>
                <a:spcPct val="105000"/>
              </a:lnSpc>
              <a:spcAft>
                <a:spcPts val="750"/>
              </a:spcAft>
              <a:defRPr sz="1500">
                <a:solidFill>
                  <a:srgbClr val="232830"/>
                </a:solidFill>
                <a:latin typeface="Aptos"/>
              </a:defRPr>
            </a:pPr>
            <a:r>
              <a:rPr sz="1125"/>
              <a:t>• What estimator is used (OLS, logit/probit, ML, GMM, etc.)?</a:t>
            </a:r>
          </a:p>
          <a:p>
            <a:pPr>
              <a:lnSpc>
                <a:spcPct val="105000"/>
              </a:lnSpc>
              <a:spcAft>
                <a:spcPts val="750"/>
              </a:spcAft>
              <a:defRPr sz="1500">
                <a:solidFill>
                  <a:srgbClr val="232830"/>
                </a:solidFill>
                <a:latin typeface="Aptos"/>
              </a:defRPr>
            </a:pPr>
            <a:r>
              <a:rPr sz="1125"/>
              <a:t>• State the outcome, treatment, controls, intercept, and error term.</a:t>
            </a:r>
          </a:p>
          <a:p>
            <a:pPr>
              <a:lnSpc>
                <a:spcPct val="105000"/>
              </a:lnSpc>
              <a:spcAft>
                <a:spcPts val="750"/>
              </a:spcAft>
              <a:defRPr sz="1500">
                <a:solidFill>
                  <a:srgbClr val="232830"/>
                </a:solidFill>
                <a:latin typeface="Aptos"/>
              </a:defRPr>
            </a:pPr>
            <a:r>
              <a:rPr sz="1125"/>
              <a:t>• State hypotheses and explain inference: robust/clustered SEs, weights, etc.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062990"/>
            <a:ext cx="3943350" cy="3394710"/>
          </a:xfrm>
          <a:prstGeom prst="roundRect">
            <a:avLst/>
          </a:prstGeom>
          <a:solidFill>
            <a:srgbClr val="F1F5F9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8" name="TextBox 7"/>
          <p:cNvSpPr txBox="1"/>
          <p:nvPr/>
        </p:nvSpPr>
        <p:spPr>
          <a:xfrm>
            <a:off x="4869181" y="1268730"/>
            <a:ext cx="1882247" cy="311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568A0"/>
                </a:solidFill>
                <a:latin typeface="Aptos Display"/>
              </a:defRPr>
            </a:pPr>
            <a:r>
              <a:rPr sz="1425" dirty="0">
                <a:solidFill>
                  <a:schemeClr val="tx1"/>
                </a:solidFill>
              </a:rPr>
              <a:t>Identification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69180" y="1611631"/>
            <a:ext cx="3497580" cy="1802738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ct val="105000"/>
              </a:lnSpc>
              <a:spcAft>
                <a:spcPts val="750"/>
              </a:spcAft>
              <a:defRPr sz="1500">
                <a:solidFill>
                  <a:srgbClr val="232830"/>
                </a:solidFill>
                <a:latin typeface="Aptos"/>
              </a:defRPr>
            </a:pPr>
            <a:r>
              <a:rPr sz="1125"/>
              <a:t>• Why does variation in X let you make a causal claim about Y?</a:t>
            </a:r>
          </a:p>
          <a:p>
            <a:pPr>
              <a:lnSpc>
                <a:spcPct val="105000"/>
              </a:lnSpc>
              <a:spcAft>
                <a:spcPts val="750"/>
              </a:spcAft>
              <a:defRPr sz="1500">
                <a:solidFill>
                  <a:srgbClr val="232830"/>
                </a:solidFill>
                <a:latin typeface="Aptos"/>
              </a:defRPr>
            </a:pPr>
            <a:r>
              <a:rPr sz="1125"/>
              <a:t>• Explain the assumptions linking observed variation to the causal effect.</a:t>
            </a:r>
          </a:p>
          <a:p>
            <a:pPr>
              <a:lnSpc>
                <a:spcPct val="105000"/>
              </a:lnSpc>
              <a:spcAft>
                <a:spcPts val="750"/>
              </a:spcAft>
              <a:defRPr sz="1500">
                <a:solidFill>
                  <a:srgbClr val="232830"/>
                </a:solidFill>
                <a:latin typeface="Aptos"/>
              </a:defRPr>
            </a:pPr>
            <a:r>
              <a:rPr sz="1125"/>
              <a:t>• Distinguish statistical exogeneity from theoretical exogeneity.</a:t>
            </a:r>
          </a:p>
          <a:p>
            <a:pPr>
              <a:lnSpc>
                <a:spcPct val="105000"/>
              </a:lnSpc>
              <a:spcAft>
                <a:spcPts val="750"/>
              </a:spcAft>
              <a:defRPr sz="1500">
                <a:solidFill>
                  <a:srgbClr val="232830"/>
                </a:solidFill>
                <a:latin typeface="Aptos"/>
              </a:defRPr>
            </a:pPr>
            <a:r>
              <a:rPr sz="1125"/>
              <a:t>• If causal identification fails, say so plainly—and narrow the claims.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5770" y="4855464"/>
            <a:ext cx="8229600" cy="13716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1" name="TextBox 10"/>
          <p:cNvSpPr txBox="1"/>
          <p:nvPr/>
        </p:nvSpPr>
        <p:spPr>
          <a:xfrm>
            <a:off x="466345" y="4882896"/>
            <a:ext cx="2730235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  <a:latin typeface="Aptos"/>
              </a:defRPr>
            </a:pPr>
            <a:r>
              <a:rPr sz="600"/>
              <a:t>Source: Marc F. Bellemare (2020), How to Write Applied Papers in Economics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3" name="TextBox 2"/>
          <p:cNvSpPr txBox="1"/>
          <p:nvPr/>
        </p:nvSpPr>
        <p:spPr>
          <a:xfrm>
            <a:off x="445770" y="288036"/>
            <a:ext cx="4639412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sz="2100" dirty="0">
                <a:solidFill>
                  <a:schemeClr val="tx1"/>
                </a:solidFill>
              </a:rPr>
              <a:t>4. Identification is the credibility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62991"/>
            <a:ext cx="8023860" cy="2521909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ct val="105000"/>
              </a:lnSpc>
              <a:spcAft>
                <a:spcPts val="75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rPr sz="1425" dirty="0"/>
              <a:t>• The paper must explain the feature of the data/design that supports causal interpretation—or why the evidence is only associational.</a:t>
            </a:r>
          </a:p>
          <a:p>
            <a:pPr>
              <a:lnSpc>
                <a:spcPct val="105000"/>
              </a:lnSpc>
              <a:spcAft>
                <a:spcPts val="75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rPr sz="1425" dirty="0"/>
              <a:t>• Common threats include omitted variables, reverse causality, selection, measurement error, and interference/spillovers.</a:t>
            </a:r>
          </a:p>
          <a:p>
            <a:pPr>
              <a:lnSpc>
                <a:spcPct val="105000"/>
              </a:lnSpc>
              <a:spcAft>
                <a:spcPts val="75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rPr sz="1425" dirty="0"/>
              <a:t>• </a:t>
            </a:r>
            <a:r>
              <a:rPr lang="en-US" sz="1425" dirty="0"/>
              <a:t>Stable Unit Treatment Value Assumption (</a:t>
            </a:r>
            <a:r>
              <a:rPr sz="1425" dirty="0"/>
              <a:t>SUTVA</a:t>
            </a:r>
            <a:r>
              <a:rPr lang="en-US" sz="1425" dirty="0"/>
              <a:t>)</a:t>
            </a:r>
            <a:r>
              <a:rPr sz="1425" dirty="0"/>
              <a:t> matters: treatment of one unit should not alter another unit’s outcome or a unit’s future outcome.</a:t>
            </a:r>
          </a:p>
          <a:p>
            <a:pPr>
              <a:lnSpc>
                <a:spcPct val="105000"/>
              </a:lnSpc>
              <a:spcAft>
                <a:spcPts val="75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rPr sz="1425" dirty="0"/>
              <a:t>• Do not call a result “causal” simply because the treatment is theoretically exogenous.</a:t>
            </a:r>
          </a:p>
          <a:p>
            <a:pPr>
              <a:lnSpc>
                <a:spcPct val="105000"/>
              </a:lnSpc>
              <a:spcAft>
                <a:spcPts val="75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rPr sz="1425" dirty="0"/>
              <a:t>• Credibility comes from the research design, not from how strongly the author wants the conclusion to be true.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45770" y="4855464"/>
            <a:ext cx="8229600" cy="13716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6" name="TextBox 5"/>
          <p:cNvSpPr txBox="1"/>
          <p:nvPr/>
        </p:nvSpPr>
        <p:spPr>
          <a:xfrm>
            <a:off x="466345" y="4882896"/>
            <a:ext cx="2730235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  <a:latin typeface="Aptos"/>
              </a:defRPr>
            </a:pPr>
            <a:r>
              <a:rPr sz="600"/>
              <a:t>Source: Marc F. Bellemare (2020), How to Write Applied Papers in Economics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3" name="TextBox 2"/>
          <p:cNvSpPr txBox="1"/>
          <p:nvPr/>
        </p:nvSpPr>
        <p:spPr>
          <a:xfrm>
            <a:off x="445770" y="288036"/>
            <a:ext cx="4655442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sz="2100" dirty="0">
                <a:solidFill>
                  <a:schemeClr val="tx1"/>
                </a:solidFill>
              </a:rPr>
              <a:t>5. Present results as a logical argument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62991"/>
            <a:ext cx="8023860" cy="229768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ct val="105000"/>
              </a:lnSpc>
              <a:spcAft>
                <a:spcPts val="750"/>
              </a:spcAft>
              <a:defRPr sz="1800">
                <a:solidFill>
                  <a:srgbClr val="232830"/>
                </a:solidFill>
                <a:latin typeface="Aptos"/>
              </a:defRPr>
            </a:pPr>
            <a:r>
              <a:rPr sz="1350" dirty="0"/>
              <a:t>• Move from parsimonious specifications to richer specifications; show how the estimate changes as controls are added.</a:t>
            </a:r>
          </a:p>
          <a:p>
            <a:pPr>
              <a:lnSpc>
                <a:spcPct val="105000"/>
              </a:lnSpc>
              <a:spcAft>
                <a:spcPts val="750"/>
              </a:spcAft>
              <a:defRPr sz="1800">
                <a:solidFill>
                  <a:srgbClr val="232830"/>
                </a:solidFill>
                <a:latin typeface="Aptos"/>
              </a:defRPr>
            </a:pPr>
            <a:r>
              <a:rPr sz="1350" dirty="0"/>
              <a:t>• The key question is not just statistical significance: interpret sign, magnitude, precision, and economic meaning.</a:t>
            </a:r>
          </a:p>
          <a:p>
            <a:pPr>
              <a:lnSpc>
                <a:spcPct val="105000"/>
              </a:lnSpc>
              <a:spcAft>
                <a:spcPts val="750"/>
              </a:spcAft>
              <a:defRPr sz="1800">
                <a:solidFill>
                  <a:srgbClr val="232830"/>
                </a:solidFill>
                <a:latin typeface="Aptos"/>
              </a:defRPr>
            </a:pPr>
            <a:r>
              <a:rPr sz="1350" dirty="0"/>
              <a:t>• Robustness checks should address plausible alternative explanations—not simply generate more tables.</a:t>
            </a:r>
          </a:p>
          <a:p>
            <a:pPr>
              <a:lnSpc>
                <a:spcPct val="105000"/>
              </a:lnSpc>
              <a:spcAft>
                <a:spcPts val="750"/>
              </a:spcAft>
              <a:defRPr sz="1800">
                <a:solidFill>
                  <a:srgbClr val="232830"/>
                </a:solidFill>
                <a:latin typeface="Aptos"/>
              </a:defRPr>
            </a:pPr>
            <a:r>
              <a:rPr sz="1350" dirty="0"/>
              <a:t>• Test alternative measures of outcomes and treatments when substantively justified.</a:t>
            </a:r>
          </a:p>
          <a:p>
            <a:pPr>
              <a:lnSpc>
                <a:spcPct val="105000"/>
              </a:lnSpc>
              <a:spcAft>
                <a:spcPts val="750"/>
              </a:spcAft>
              <a:defRPr sz="1800">
                <a:solidFill>
                  <a:srgbClr val="232830"/>
                </a:solidFill>
                <a:latin typeface="Aptos"/>
              </a:defRPr>
            </a:pPr>
            <a:r>
              <a:rPr sz="1350" dirty="0"/>
              <a:t>• Be transparent about multiple comparisons, inference choices, and limitations.</a:t>
            </a:r>
          </a:p>
          <a:p>
            <a:pPr>
              <a:lnSpc>
                <a:spcPct val="105000"/>
              </a:lnSpc>
              <a:spcAft>
                <a:spcPts val="750"/>
              </a:spcAft>
              <a:defRPr sz="1800">
                <a:solidFill>
                  <a:srgbClr val="232830"/>
                </a:solidFill>
                <a:latin typeface="Aptos"/>
              </a:defRPr>
            </a:pPr>
            <a:r>
              <a:rPr sz="1350" dirty="0"/>
              <a:t>• Researchers should act as scientists, not advocates for a preferred result.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45770" y="4855464"/>
            <a:ext cx="8229600" cy="13716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6" name="TextBox 5"/>
          <p:cNvSpPr txBox="1"/>
          <p:nvPr/>
        </p:nvSpPr>
        <p:spPr>
          <a:xfrm>
            <a:off x="466345" y="4882896"/>
            <a:ext cx="2730235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  <a:latin typeface="Aptos"/>
              </a:defRPr>
            </a:pPr>
            <a:r>
              <a:rPr sz="600"/>
              <a:t>Source: Marc F. Bellemare (2020), How to Write Applied Papers in Economics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3" name="TextBox 2"/>
          <p:cNvSpPr txBox="1"/>
          <p:nvPr/>
        </p:nvSpPr>
        <p:spPr>
          <a:xfrm>
            <a:off x="445771" y="288036"/>
            <a:ext cx="5984331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sz="2100" dirty="0">
                <a:solidFill>
                  <a:schemeClr val="tx1"/>
                </a:solidFill>
              </a:rPr>
              <a:t>6. Tables should be interpretable without the paper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0060" y="1062990"/>
            <a:ext cx="3943350" cy="3394710"/>
          </a:xfrm>
          <a:prstGeom prst="roundRect">
            <a:avLst/>
          </a:prstGeom>
          <a:solidFill>
            <a:srgbClr val="F1F5F9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5" name="TextBox 4"/>
          <p:cNvSpPr txBox="1"/>
          <p:nvPr/>
        </p:nvSpPr>
        <p:spPr>
          <a:xfrm>
            <a:off x="685800" y="1268730"/>
            <a:ext cx="1124026" cy="311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568A0"/>
                </a:solidFill>
                <a:latin typeface="Aptos Display"/>
              </a:defRPr>
            </a:pPr>
            <a:r>
              <a:rPr sz="1425" dirty="0">
                <a:solidFill>
                  <a:schemeClr val="tx1"/>
                </a:solidFill>
              </a:rPr>
              <a:t>Good tables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11631"/>
            <a:ext cx="3497580" cy="1439177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ct val="105000"/>
              </a:lnSpc>
              <a:spcAft>
                <a:spcPts val="750"/>
              </a:spcAft>
              <a:defRPr sz="1500">
                <a:solidFill>
                  <a:srgbClr val="232830"/>
                </a:solidFill>
                <a:latin typeface="Aptos"/>
              </a:defRPr>
            </a:pPr>
            <a:r>
              <a:rPr sz="1125"/>
              <a:t>• Clear titles that say what is estimated and for whom</a:t>
            </a:r>
          </a:p>
          <a:p>
            <a:pPr>
              <a:lnSpc>
                <a:spcPct val="105000"/>
              </a:lnSpc>
              <a:spcAft>
                <a:spcPts val="750"/>
              </a:spcAft>
              <a:defRPr sz="1500">
                <a:solidFill>
                  <a:srgbClr val="232830"/>
                </a:solidFill>
                <a:latin typeface="Aptos"/>
              </a:defRPr>
            </a:pPr>
            <a:r>
              <a:rPr sz="1125"/>
              <a:t>• Consistent decimal places and plain-English variable names</a:t>
            </a:r>
          </a:p>
          <a:p>
            <a:pPr>
              <a:lnSpc>
                <a:spcPct val="105000"/>
              </a:lnSpc>
              <a:spcAft>
                <a:spcPts val="750"/>
              </a:spcAft>
              <a:defRPr sz="1500">
                <a:solidFill>
                  <a:srgbClr val="232830"/>
                </a:solidFill>
                <a:latin typeface="Aptos"/>
              </a:defRPr>
            </a:pPr>
            <a:r>
              <a:rPr sz="1125"/>
              <a:t>• Show controls or fully describe them in notes</a:t>
            </a:r>
          </a:p>
          <a:p>
            <a:pPr>
              <a:lnSpc>
                <a:spcPct val="105000"/>
              </a:lnSpc>
              <a:spcAft>
                <a:spcPts val="750"/>
              </a:spcAft>
              <a:defRPr sz="1500">
                <a:solidFill>
                  <a:srgbClr val="232830"/>
                </a:solidFill>
                <a:latin typeface="Aptos"/>
              </a:defRPr>
            </a:pPr>
            <a:r>
              <a:rPr sz="1125"/>
              <a:t>• Report N, R² where appropriate, fixed effects/trends, and significance conventions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062990"/>
            <a:ext cx="3943350" cy="3394710"/>
          </a:xfrm>
          <a:prstGeom prst="roundRect">
            <a:avLst/>
          </a:prstGeom>
          <a:solidFill>
            <a:srgbClr val="F1F5F9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8" name="TextBox 7"/>
          <p:cNvSpPr txBox="1"/>
          <p:nvPr/>
        </p:nvSpPr>
        <p:spPr>
          <a:xfrm>
            <a:off x="4869180" y="1268730"/>
            <a:ext cx="1544012" cy="311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568A0"/>
                </a:solidFill>
                <a:latin typeface="Aptos Display"/>
              </a:defRPr>
            </a:pPr>
            <a:r>
              <a:rPr sz="1425" dirty="0">
                <a:solidFill>
                  <a:schemeClr val="tx1"/>
                </a:solidFill>
              </a:rPr>
              <a:t>Critical discipline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69180" y="1611631"/>
            <a:ext cx="3497580" cy="1802738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ct val="105000"/>
              </a:lnSpc>
              <a:spcAft>
                <a:spcPts val="750"/>
              </a:spcAft>
              <a:defRPr sz="1500">
                <a:solidFill>
                  <a:srgbClr val="232830"/>
                </a:solidFill>
                <a:latin typeface="Aptos"/>
              </a:defRPr>
            </a:pPr>
            <a:r>
              <a:rPr sz="1125"/>
              <a:t>• Use the same estimation sample across specifications when possible</a:t>
            </a:r>
          </a:p>
          <a:p>
            <a:pPr>
              <a:lnSpc>
                <a:spcPct val="105000"/>
              </a:lnSpc>
              <a:spcAft>
                <a:spcPts val="750"/>
              </a:spcAft>
              <a:defRPr sz="1500">
                <a:solidFill>
                  <a:srgbClr val="232830"/>
                </a:solidFill>
                <a:latin typeface="Aptos"/>
              </a:defRPr>
            </a:pPr>
            <a:r>
              <a:rPr sz="1125"/>
              <a:t>• Avoid apples-to-oranges comparisons caused by changing samples</a:t>
            </a:r>
          </a:p>
          <a:p>
            <a:pPr>
              <a:lnSpc>
                <a:spcPct val="105000"/>
              </a:lnSpc>
              <a:spcAft>
                <a:spcPts val="750"/>
              </a:spcAft>
              <a:defRPr sz="1500">
                <a:solidFill>
                  <a:srgbClr val="232830"/>
                </a:solidFill>
                <a:latin typeface="Aptos"/>
              </a:defRPr>
            </a:pPr>
            <a:r>
              <a:rPr sz="1125"/>
              <a:t>• Explain clustered/robust SEs and unusual inference methods</a:t>
            </a:r>
          </a:p>
          <a:p>
            <a:pPr>
              <a:lnSpc>
                <a:spcPct val="105000"/>
              </a:lnSpc>
              <a:spcAft>
                <a:spcPts val="750"/>
              </a:spcAft>
              <a:defRPr sz="1500">
                <a:solidFill>
                  <a:srgbClr val="232830"/>
                </a:solidFill>
                <a:latin typeface="Aptos"/>
              </a:defRPr>
            </a:pPr>
            <a:r>
              <a:rPr sz="1125"/>
              <a:t>• Ask: could a reader reconstruct the exact regression from the table?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5770" y="4855464"/>
            <a:ext cx="8229600" cy="13716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1" name="TextBox 10"/>
          <p:cNvSpPr txBox="1"/>
          <p:nvPr/>
        </p:nvSpPr>
        <p:spPr>
          <a:xfrm>
            <a:off x="466345" y="4882896"/>
            <a:ext cx="2730235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  <a:latin typeface="Aptos"/>
              </a:defRPr>
            </a:pPr>
            <a:r>
              <a:rPr sz="600"/>
              <a:t>Source: Marc F. Bellemare (2020), How to Write Applied Papers in Economics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3" name="TextBox 2"/>
          <p:cNvSpPr txBox="1"/>
          <p:nvPr/>
        </p:nvSpPr>
        <p:spPr>
          <a:xfrm>
            <a:off x="445770" y="288036"/>
            <a:ext cx="5960286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sz="2100" dirty="0">
                <a:solidFill>
                  <a:schemeClr val="tx1"/>
                </a:solidFill>
              </a:rPr>
              <a:t>7. The conclusion tells the reader what comes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62990"/>
            <a:ext cx="8023860" cy="2061398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ct val="105000"/>
              </a:lnSpc>
              <a:spcAft>
                <a:spcPts val="75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rPr sz="1425" dirty="0"/>
              <a:t>• Summary: synthesize the story of what the paper did and found—without simply copying the abstract.</a:t>
            </a:r>
          </a:p>
          <a:p>
            <a:pPr>
              <a:lnSpc>
                <a:spcPct val="105000"/>
              </a:lnSpc>
              <a:spcAft>
                <a:spcPts val="75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rPr sz="1425" dirty="0"/>
              <a:t>• Limitations: explicitly restate what the design cannot establish.</a:t>
            </a:r>
          </a:p>
          <a:p>
            <a:pPr>
              <a:lnSpc>
                <a:spcPct val="105000"/>
              </a:lnSpc>
              <a:spcAft>
                <a:spcPts val="75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rPr sz="1425" dirty="0"/>
              <a:t>• Policy implications: connect results to real decisions, weigh benefits against costs when possible, and identify winners/losers and feasibility.</a:t>
            </a:r>
          </a:p>
          <a:p>
            <a:pPr>
              <a:lnSpc>
                <a:spcPct val="105000"/>
              </a:lnSpc>
              <a:spcAft>
                <a:spcPts val="75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rPr sz="1425" dirty="0"/>
              <a:t>• Future research: identify the most meaningful ways to improve theory, causal identification, treatment heterogeneity, or external validity.</a:t>
            </a:r>
          </a:p>
          <a:p>
            <a:pPr>
              <a:lnSpc>
                <a:spcPct val="105000"/>
              </a:lnSpc>
              <a:spcAft>
                <a:spcPts val="75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rPr sz="1425" dirty="0"/>
              <a:t>• Never make policy claims that outrun the evidence.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45770" y="4855464"/>
            <a:ext cx="8229600" cy="13716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6" name="TextBox 5"/>
          <p:cNvSpPr txBox="1"/>
          <p:nvPr/>
        </p:nvSpPr>
        <p:spPr>
          <a:xfrm>
            <a:off x="466345" y="4882896"/>
            <a:ext cx="2730235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  <a:latin typeface="Aptos"/>
              </a:defRPr>
            </a:pPr>
            <a:r>
              <a:rPr sz="600"/>
              <a:t>Source: Marc F. Bellemare (2020), How to Write Applied Papers in Economics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3" name="TextBox 2"/>
          <p:cNvSpPr txBox="1"/>
          <p:nvPr/>
        </p:nvSpPr>
        <p:spPr>
          <a:xfrm>
            <a:off x="445770" y="288036"/>
            <a:ext cx="6846746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sz="2100"/>
              <a:t>8. Title, introduction, and abstract are your marketing tools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0060" y="1062990"/>
            <a:ext cx="3943350" cy="3394710"/>
          </a:xfrm>
          <a:prstGeom prst="roundRect">
            <a:avLst/>
          </a:prstGeom>
          <a:solidFill>
            <a:srgbClr val="F1F5F9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5" name="TextBox 4"/>
          <p:cNvSpPr txBox="1"/>
          <p:nvPr/>
        </p:nvSpPr>
        <p:spPr>
          <a:xfrm>
            <a:off x="685800" y="1268730"/>
            <a:ext cx="1786066" cy="311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568A0"/>
                </a:solidFill>
                <a:latin typeface="Aptos Display"/>
              </a:defRPr>
            </a:pPr>
            <a:r>
              <a:rPr sz="1425" dirty="0">
                <a:solidFill>
                  <a:schemeClr val="tx1"/>
                </a:solidFill>
              </a:rPr>
              <a:t>Introduction formula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11630"/>
            <a:ext cx="3497580" cy="1359988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ct val="105000"/>
              </a:lnSpc>
              <a:spcAft>
                <a:spcPts val="750"/>
              </a:spcAft>
              <a:defRPr sz="1500">
                <a:solidFill>
                  <a:srgbClr val="232830"/>
                </a:solidFill>
                <a:latin typeface="Aptos"/>
              </a:defRPr>
            </a:pPr>
            <a:r>
              <a:rPr sz="1125" dirty="0"/>
              <a:t>• Hook: start with an interesting real-world problem</a:t>
            </a:r>
          </a:p>
          <a:p>
            <a:pPr>
              <a:lnSpc>
                <a:spcPct val="105000"/>
              </a:lnSpc>
              <a:spcAft>
                <a:spcPts val="750"/>
              </a:spcAft>
              <a:defRPr sz="1500">
                <a:solidFill>
                  <a:srgbClr val="232830"/>
                </a:solidFill>
                <a:latin typeface="Aptos"/>
              </a:defRPr>
            </a:pPr>
            <a:r>
              <a:rPr sz="1125" dirty="0"/>
              <a:t>• Research question: state it plainly</a:t>
            </a:r>
          </a:p>
          <a:p>
            <a:pPr>
              <a:lnSpc>
                <a:spcPct val="105000"/>
              </a:lnSpc>
              <a:spcAft>
                <a:spcPts val="750"/>
              </a:spcAft>
              <a:defRPr sz="1500">
                <a:solidFill>
                  <a:srgbClr val="232830"/>
                </a:solidFill>
                <a:latin typeface="Aptos"/>
              </a:defRPr>
            </a:pPr>
            <a:r>
              <a:rPr sz="1125" dirty="0"/>
              <a:t>• Antecedents: connect to the 5–10 closest studies</a:t>
            </a:r>
          </a:p>
          <a:p>
            <a:pPr>
              <a:lnSpc>
                <a:spcPct val="105000"/>
              </a:lnSpc>
              <a:spcAft>
                <a:spcPts val="750"/>
              </a:spcAft>
              <a:defRPr sz="1500">
                <a:solidFill>
                  <a:srgbClr val="232830"/>
                </a:solidFill>
                <a:latin typeface="Aptos"/>
              </a:defRPr>
            </a:pPr>
            <a:r>
              <a:rPr sz="1125" dirty="0"/>
              <a:t>• Value added: explain exactly what the paper changes</a:t>
            </a:r>
          </a:p>
          <a:p>
            <a:pPr>
              <a:lnSpc>
                <a:spcPct val="105000"/>
              </a:lnSpc>
              <a:spcAft>
                <a:spcPts val="750"/>
              </a:spcAft>
              <a:defRPr sz="1500">
                <a:solidFill>
                  <a:srgbClr val="232830"/>
                </a:solidFill>
                <a:latin typeface="Aptos"/>
              </a:defRPr>
            </a:pPr>
            <a:r>
              <a:rPr sz="1125" dirty="0"/>
              <a:t>• Roadmap: tell the reader where the paper goes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062990"/>
            <a:ext cx="3943350" cy="3394710"/>
          </a:xfrm>
          <a:prstGeom prst="roundRect">
            <a:avLst/>
          </a:prstGeom>
          <a:solidFill>
            <a:srgbClr val="F1F5F9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8" name="TextBox 7"/>
          <p:cNvSpPr txBox="1"/>
          <p:nvPr/>
        </p:nvSpPr>
        <p:spPr>
          <a:xfrm>
            <a:off x="4869180" y="1268730"/>
            <a:ext cx="1555234" cy="311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568A0"/>
                </a:solidFill>
                <a:latin typeface="Aptos Display"/>
              </a:defRPr>
            </a:pPr>
            <a:r>
              <a:rPr sz="1425" dirty="0">
                <a:solidFill>
                  <a:schemeClr val="tx1"/>
                </a:solidFill>
              </a:rPr>
              <a:t>Writing principles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69180" y="1611631"/>
            <a:ext cx="3497580" cy="1620957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ct val="105000"/>
              </a:lnSpc>
              <a:spcAft>
                <a:spcPts val="750"/>
              </a:spcAft>
              <a:defRPr sz="1500">
                <a:solidFill>
                  <a:srgbClr val="232830"/>
                </a:solidFill>
                <a:latin typeface="Aptos"/>
              </a:defRPr>
            </a:pPr>
            <a:r>
              <a:rPr sz="1125"/>
              <a:t>• Avoid bait-and-switch: do not overpromise.</a:t>
            </a:r>
          </a:p>
          <a:p>
            <a:pPr>
              <a:lnSpc>
                <a:spcPct val="105000"/>
              </a:lnSpc>
              <a:spcAft>
                <a:spcPts val="750"/>
              </a:spcAft>
              <a:defRPr sz="1500">
                <a:solidFill>
                  <a:srgbClr val="232830"/>
                </a:solidFill>
                <a:latin typeface="Aptos"/>
              </a:defRPr>
            </a:pPr>
            <a:r>
              <a:rPr sz="1125"/>
              <a:t>• Rewrite the introduction repeatedly as the paper evolves.</a:t>
            </a:r>
          </a:p>
          <a:p>
            <a:pPr>
              <a:lnSpc>
                <a:spcPct val="105000"/>
              </a:lnSpc>
              <a:spcAft>
                <a:spcPts val="750"/>
              </a:spcAft>
              <a:defRPr sz="1500">
                <a:solidFill>
                  <a:srgbClr val="232830"/>
                </a:solidFill>
                <a:latin typeface="Aptos"/>
              </a:defRPr>
            </a:pPr>
            <a:r>
              <a:rPr sz="1125"/>
              <a:t>• Keep the abstract understandable to an educated non-economist.</a:t>
            </a:r>
          </a:p>
          <a:p>
            <a:pPr>
              <a:lnSpc>
                <a:spcPct val="105000"/>
              </a:lnSpc>
              <a:spcAft>
                <a:spcPts val="750"/>
              </a:spcAft>
              <a:defRPr sz="1500">
                <a:solidFill>
                  <a:srgbClr val="232830"/>
                </a:solidFill>
                <a:latin typeface="Aptos"/>
              </a:defRPr>
            </a:pPr>
            <a:r>
              <a:rPr sz="1125"/>
              <a:t>• A good abstract can be distilled from the hook, question, and value-added portions of the introduction.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5770" y="4855464"/>
            <a:ext cx="8229600" cy="13716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1" name="TextBox 10"/>
          <p:cNvSpPr txBox="1"/>
          <p:nvPr/>
        </p:nvSpPr>
        <p:spPr>
          <a:xfrm>
            <a:off x="466345" y="4882896"/>
            <a:ext cx="2730235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  <a:latin typeface="Aptos"/>
              </a:defRPr>
            </a:pPr>
            <a:r>
              <a:rPr sz="600"/>
              <a:t>Source: Marc F. Bellemare (2020), How to Write Applied Papers in Economics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3" name="TextBox 2"/>
          <p:cNvSpPr txBox="1"/>
          <p:nvPr/>
        </p:nvSpPr>
        <p:spPr>
          <a:xfrm>
            <a:off x="445771" y="288036"/>
            <a:ext cx="7346883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sz="2100" dirty="0">
                <a:solidFill>
                  <a:schemeClr val="tx1"/>
                </a:solidFill>
              </a:rPr>
              <a:t>9. Be selective about literature, background, and journal choice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62990"/>
            <a:ext cx="8023860" cy="2613088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ct val="105000"/>
              </a:lnSpc>
              <a:spcAft>
                <a:spcPts val="75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rPr sz="1275"/>
              <a:t>• A separate literature-review section is usually unnecessary for an applied economics journal article; integrate the closest 5–10 studies into the introduction.</a:t>
            </a:r>
          </a:p>
          <a:p>
            <a:pPr>
              <a:lnSpc>
                <a:spcPct val="105000"/>
              </a:lnSpc>
              <a:spcAft>
                <a:spcPts val="75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rPr sz="1275"/>
              <a:t>• Use a background section only when context is genuinely needed to understand the research setting.</a:t>
            </a:r>
          </a:p>
          <a:p>
            <a:pPr>
              <a:lnSpc>
                <a:spcPct val="105000"/>
              </a:lnSpc>
              <a:spcAft>
                <a:spcPts val="75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rPr sz="1275"/>
              <a:t>• Write for a broad audience of economists who understand economics but may not know your specific field.</a:t>
            </a:r>
          </a:p>
          <a:p>
            <a:pPr>
              <a:lnSpc>
                <a:spcPct val="105000"/>
              </a:lnSpc>
              <a:spcAft>
                <a:spcPts val="75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rPr sz="1275"/>
              <a:t>• For a field journal, cite recent work in that journal and close substitutes—especially work from roughly the last five years.</a:t>
            </a:r>
          </a:p>
          <a:p>
            <a:pPr>
              <a:lnSpc>
                <a:spcPct val="105000"/>
              </a:lnSpc>
              <a:spcAft>
                <a:spcPts val="75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rPr sz="1275"/>
              <a:t>• Journal fit matters: recent citations help editors see the contribution as relevant and help them identify appropriate reviewers.</a:t>
            </a:r>
          </a:p>
          <a:p>
            <a:pPr>
              <a:lnSpc>
                <a:spcPct val="105000"/>
              </a:lnSpc>
              <a:spcAft>
                <a:spcPts val="75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rPr sz="1275"/>
              <a:t>• Present the paper at seminars/conferences when possible; professional networks and prior exposure can affect the review process.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45770" y="4855464"/>
            <a:ext cx="8229600" cy="13716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6" name="TextBox 5"/>
          <p:cNvSpPr txBox="1"/>
          <p:nvPr/>
        </p:nvSpPr>
        <p:spPr>
          <a:xfrm>
            <a:off x="466345" y="4882896"/>
            <a:ext cx="2730235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  <a:latin typeface="Aptos"/>
              </a:defRPr>
            </a:pPr>
            <a:r>
              <a:rPr sz="600"/>
              <a:t>Source: Marc F. Bellemare (2020), How to Write Applied Papers in Economics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9" y="0"/>
            <a:ext cx="9143771" cy="51435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 dirty="0"/>
          </a:p>
        </p:txBody>
      </p:sp>
      <p:sp>
        <p:nvSpPr>
          <p:cNvPr id="3" name="TextBox 2"/>
          <p:cNvSpPr txBox="1"/>
          <p:nvPr/>
        </p:nvSpPr>
        <p:spPr>
          <a:xfrm>
            <a:off x="445998" y="288036"/>
            <a:ext cx="4360489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sz="2100"/>
              <a:t>A practical pre-submission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572" y="788670"/>
            <a:ext cx="3196709" cy="2423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673"/>
                </a:solidFill>
                <a:latin typeface="Aptos"/>
              </a:defRPr>
            </a:pPr>
            <a:r>
              <a:rPr sz="975"/>
              <a:t>If the reader only remembers one slide, make it this 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448" y="1062990"/>
            <a:ext cx="816249" cy="2885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568A0"/>
                </a:solidFill>
                <a:latin typeface="Aptos Display"/>
              </a:defRPr>
            </a:pPr>
            <a:r>
              <a:rPr sz="1275"/>
              <a:t>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11858" y="1062991"/>
            <a:ext cx="369524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830"/>
                </a:solidFill>
                <a:latin typeface="Aptos"/>
              </a:defRPr>
            </a:pPr>
            <a:r>
              <a:rPr sz="1200"/>
              <a:t>Can I state the one causal question in one sentence?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448" y="1556766"/>
            <a:ext cx="655949" cy="2885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568A0"/>
                </a:solidFill>
                <a:latin typeface="Aptos Display"/>
              </a:defRPr>
            </a:pPr>
            <a:r>
              <a:rPr sz="1275"/>
              <a:t>Theory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11858" y="1556767"/>
            <a:ext cx="338906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830"/>
                </a:solidFill>
                <a:latin typeface="Aptos"/>
              </a:defRPr>
            </a:pPr>
            <a:r>
              <a:rPr sz="1200"/>
              <a:t>Is the mechanism and testable prediction clear?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448" y="2050542"/>
            <a:ext cx="516488" cy="2885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568A0"/>
                </a:solidFill>
                <a:latin typeface="Aptos Display"/>
              </a:defRPr>
            </a:pPr>
            <a:r>
              <a:rPr sz="1275"/>
              <a:t>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1858" y="2050543"/>
            <a:ext cx="608852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830"/>
                </a:solidFill>
                <a:latin typeface="Aptos"/>
              </a:defRPr>
            </a:pPr>
            <a:r>
              <a:rPr sz="1200"/>
              <a:t>Could a reader understand exactly what the variables measure and who is in the sample?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448" y="2544318"/>
            <a:ext cx="1106393" cy="2885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568A0"/>
                </a:solidFill>
                <a:latin typeface="Aptos Display"/>
              </a:defRPr>
            </a:pPr>
            <a:r>
              <a:rPr sz="1275"/>
              <a:t>Identification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1858" y="2544319"/>
            <a:ext cx="568296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830"/>
                </a:solidFill>
                <a:latin typeface="Aptos"/>
              </a:defRPr>
            </a:pPr>
            <a:r>
              <a:rPr sz="1200"/>
              <a:t>Can I defend the causal claim—and have I stated the assumptions and limitations?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449" y="3038094"/>
            <a:ext cx="710451" cy="2885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568A0"/>
                </a:solidFill>
                <a:latin typeface="Aptos Display"/>
              </a:defRPr>
            </a:pPr>
            <a:r>
              <a:rPr sz="1275"/>
              <a:t>Results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11859" y="3038094"/>
            <a:ext cx="445987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830"/>
                </a:solidFill>
                <a:latin typeface="Aptos"/>
              </a:defRPr>
            </a:pPr>
            <a:r>
              <a:rPr sz="1200"/>
              <a:t>Do the tables make the core finding and robustness easy to see?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448" y="3531870"/>
            <a:ext cx="689612" cy="2885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568A0"/>
                </a:solidFill>
                <a:latin typeface="Aptos Display"/>
              </a:defRPr>
            </a:pPr>
            <a:r>
              <a:rPr sz="1275" dirty="0"/>
              <a:t>Writing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11858" y="3531870"/>
            <a:ext cx="462338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830"/>
                </a:solidFill>
                <a:latin typeface="Aptos"/>
              </a:defRPr>
            </a:pPr>
            <a:r>
              <a:rPr sz="1200"/>
              <a:t>Does the introduction set expectations the paper actually delivers?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449" y="4025646"/>
            <a:ext cx="1051891" cy="2885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568A0"/>
                </a:solidFill>
                <a:latin typeface="Aptos Display"/>
              </a:defRPr>
            </a:pPr>
            <a:r>
              <a:rPr sz="1275" dirty="0"/>
              <a:t>Implications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11858" y="4025646"/>
            <a:ext cx="329930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830"/>
                </a:solidFill>
                <a:latin typeface="Aptos"/>
              </a:defRPr>
            </a:pPr>
            <a:r>
              <a:rPr sz="1200"/>
              <a:t>Are policy claims proportional to the evidence?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5998" y="4855464"/>
            <a:ext cx="8229600" cy="13716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20" name="TextBox 19"/>
          <p:cNvSpPr txBox="1"/>
          <p:nvPr/>
        </p:nvSpPr>
        <p:spPr>
          <a:xfrm>
            <a:off x="466573" y="4882896"/>
            <a:ext cx="2730235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  <a:latin typeface="Aptos"/>
              </a:defRPr>
            </a:pPr>
            <a:r>
              <a:rPr sz="600"/>
              <a:t>Source: Marc F. Bellemare (2020), How to Write Applied Papers in Economics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afb58802-ff7a-4bb1-ab21-367ff2ecfc8b}" enabled="0" method="" siteId="{afb58802-ff7a-4bb1-ab21-367ff2ecfc8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48947</TotalTime>
  <Words>2229</Words>
  <Application>Microsoft Office PowerPoint</Application>
  <PresentationFormat>On-screen Show (16:9)</PresentationFormat>
  <Paragraphs>184</Paragraphs>
  <Slides>25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7" baseType="lpstr">
      <vt:lpstr>Arial</vt:lpstr>
      <vt:lpstr>Simple Light</vt:lpstr>
      <vt:lpstr>AREC 570 Slides</vt:lpstr>
      <vt:lpstr>Unit 2  Defining a research problem/question</vt:lpstr>
      <vt:lpstr>Ethridge Chapter 5:  Planning the Research</vt:lpstr>
      <vt:lpstr>Agenda</vt:lpstr>
      <vt:lpstr>Research project proposal (the plan) is critical to the success of the project</vt:lpstr>
      <vt:lpstr>Research assignment: part 1</vt:lpstr>
      <vt:lpstr>Elements of the paper</vt:lpstr>
      <vt:lpstr>Elements of the paper cont...</vt:lpstr>
      <vt:lpstr>Think about evaluation as you draft the paper</vt:lpstr>
      <vt:lpstr>Where would you address the evaluation questions</vt:lpstr>
      <vt:lpstr>Where would you address the evaluation questions</vt:lpstr>
      <vt:lpstr>Research paper rubric</vt:lpstr>
      <vt:lpstr>How to Write Applied Papers in Economics Marc F. Bellemare 2020 A practical guide to research design, writing, presentation, and publication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AREC 570 Slides</dc:title>
  <cp:lastModifiedBy>Amanda Countryman</cp:lastModifiedBy>
  <cp:revision>263</cp:revision>
  <dcterms:modified xsi:type="dcterms:W3CDTF">2026-09-14T23:47:19Z</dcterms:modified>
</cp:coreProperties>
</file>