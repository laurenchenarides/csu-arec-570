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70"/>
  </p:notesMasterIdLst>
  <p:sldIdLst>
    <p:sldId id="256" r:id="rId2"/>
    <p:sldId id="546" r:id="rId3"/>
    <p:sldId id="547" r:id="rId4"/>
    <p:sldId id="548" r:id="rId5"/>
    <p:sldId id="549" r:id="rId6"/>
    <p:sldId id="550" r:id="rId7"/>
    <p:sldId id="551" r:id="rId8"/>
    <p:sldId id="552" r:id="rId9"/>
    <p:sldId id="553" r:id="rId10"/>
    <p:sldId id="554" r:id="rId11"/>
    <p:sldId id="555" r:id="rId12"/>
    <p:sldId id="574" r:id="rId13"/>
    <p:sldId id="575" r:id="rId14"/>
    <p:sldId id="576" r:id="rId15"/>
    <p:sldId id="577" r:id="rId16"/>
    <p:sldId id="578" r:id="rId17"/>
    <p:sldId id="579" r:id="rId18"/>
    <p:sldId id="580" r:id="rId19"/>
    <p:sldId id="581" r:id="rId20"/>
    <p:sldId id="582" r:id="rId21"/>
    <p:sldId id="583" r:id="rId22"/>
    <p:sldId id="584" r:id="rId23"/>
    <p:sldId id="585" r:id="rId24"/>
    <p:sldId id="586" r:id="rId25"/>
    <p:sldId id="665" r:id="rId26"/>
    <p:sldId id="666" r:id="rId27"/>
    <p:sldId id="587" r:id="rId28"/>
    <p:sldId id="588" r:id="rId29"/>
    <p:sldId id="589" r:id="rId30"/>
    <p:sldId id="590" r:id="rId31"/>
    <p:sldId id="591" r:id="rId32"/>
    <p:sldId id="592" r:id="rId33"/>
    <p:sldId id="611" r:id="rId34"/>
    <p:sldId id="612" r:id="rId35"/>
    <p:sldId id="613" r:id="rId36"/>
    <p:sldId id="614" r:id="rId37"/>
    <p:sldId id="615" r:id="rId38"/>
    <p:sldId id="616" r:id="rId39"/>
    <p:sldId id="617" r:id="rId40"/>
    <p:sldId id="618" r:id="rId41"/>
    <p:sldId id="619" r:id="rId42"/>
    <p:sldId id="620" r:id="rId43"/>
    <p:sldId id="621" r:id="rId44"/>
    <p:sldId id="667" r:id="rId45"/>
    <p:sldId id="622" r:id="rId46"/>
    <p:sldId id="593" r:id="rId47"/>
    <p:sldId id="594" r:id="rId48"/>
    <p:sldId id="595" r:id="rId49"/>
    <p:sldId id="596" r:id="rId50"/>
    <p:sldId id="597" r:id="rId51"/>
    <p:sldId id="598" r:id="rId52"/>
    <p:sldId id="599" r:id="rId53"/>
    <p:sldId id="600" r:id="rId54"/>
    <p:sldId id="601" r:id="rId55"/>
    <p:sldId id="602" r:id="rId56"/>
    <p:sldId id="603" r:id="rId57"/>
    <p:sldId id="668" r:id="rId58"/>
    <p:sldId id="669" r:id="rId59"/>
    <p:sldId id="671" r:id="rId60"/>
    <p:sldId id="672" r:id="rId61"/>
    <p:sldId id="673" r:id="rId62"/>
    <p:sldId id="604" r:id="rId63"/>
    <p:sldId id="605" r:id="rId64"/>
    <p:sldId id="606" r:id="rId65"/>
    <p:sldId id="607" r:id="rId66"/>
    <p:sldId id="608" r:id="rId67"/>
    <p:sldId id="609" r:id="rId68"/>
    <p:sldId id="610" r:id="rId6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3914263-E9C5-46C8-9AAA-96102F47AFED}">
  <a:tblStyle styleId="{C3914263-E9C5-46C8-9AAA-96102F47AFED}"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056"/>
    <p:restoredTop sz="81741"/>
  </p:normalViewPr>
  <p:slideViewPr>
    <p:cSldViewPr snapToGrid="0">
      <p:cViewPr varScale="1">
        <p:scale>
          <a:sx n="80" d="100"/>
          <a:sy n="80" d="100"/>
        </p:scale>
        <p:origin x="1168" y="52"/>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607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en Chenarides" userId="adbf3f91-28ff-415d-924b-37ef86f41ea6" providerId="ADAL" clId="{91C6A867-4822-4C05-B79B-B921162A7D31}"/>
    <pc:docChg chg="addSld delSld modSld sldOrd">
      <pc:chgData name="Lauren Chenarides" userId="adbf3f91-28ff-415d-924b-37ef86f41ea6" providerId="ADAL" clId="{91C6A867-4822-4C05-B79B-B921162A7D31}" dt="2026-08-14T18:32:24.462" v="122"/>
      <pc:docMkLst>
        <pc:docMk/>
      </pc:docMkLst>
      <pc:sldChg chg="modSp mod ord setBg">
        <pc:chgData name="Lauren Chenarides" userId="adbf3f91-28ff-415d-924b-37ef86f41ea6" providerId="ADAL" clId="{91C6A867-4822-4C05-B79B-B921162A7D31}" dt="2026-08-14T18:30:18.561" v="113" actId="20577"/>
        <pc:sldMkLst>
          <pc:docMk/>
          <pc:sldMk cId="0" sldId="546"/>
        </pc:sldMkLst>
        <pc:spChg chg="mod">
          <ac:chgData name="Lauren Chenarides" userId="adbf3f91-28ff-415d-924b-37ef86f41ea6" providerId="ADAL" clId="{91C6A867-4822-4C05-B79B-B921162A7D31}" dt="2026-08-14T18:30:18.561" v="113" actId="20577"/>
          <ac:spMkLst>
            <pc:docMk/>
            <pc:sldMk cId="0" sldId="546"/>
            <ac:spMk id="1801" creationId="{00000000-0000-0000-0000-000000000000}"/>
          </ac:spMkLst>
        </pc:spChg>
      </pc:sldChg>
      <pc:sldChg chg="ord">
        <pc:chgData name="Lauren Chenarides" userId="adbf3f91-28ff-415d-924b-37ef86f41ea6" providerId="ADAL" clId="{91C6A867-4822-4C05-B79B-B921162A7D31}" dt="2026-08-14T18:29:54.324" v="97"/>
        <pc:sldMkLst>
          <pc:docMk/>
          <pc:sldMk cId="0" sldId="547"/>
        </pc:sldMkLst>
      </pc:sldChg>
      <pc:sldChg chg="ord">
        <pc:chgData name="Lauren Chenarides" userId="adbf3f91-28ff-415d-924b-37ef86f41ea6" providerId="ADAL" clId="{91C6A867-4822-4C05-B79B-B921162A7D31}" dt="2026-08-14T18:29:54.324" v="97"/>
        <pc:sldMkLst>
          <pc:docMk/>
          <pc:sldMk cId="0" sldId="548"/>
        </pc:sldMkLst>
      </pc:sldChg>
      <pc:sldChg chg="ord">
        <pc:chgData name="Lauren Chenarides" userId="adbf3f91-28ff-415d-924b-37ef86f41ea6" providerId="ADAL" clId="{91C6A867-4822-4C05-B79B-B921162A7D31}" dt="2026-08-14T18:29:54.324" v="97"/>
        <pc:sldMkLst>
          <pc:docMk/>
          <pc:sldMk cId="0" sldId="549"/>
        </pc:sldMkLst>
      </pc:sldChg>
      <pc:sldChg chg="ord">
        <pc:chgData name="Lauren Chenarides" userId="adbf3f91-28ff-415d-924b-37ef86f41ea6" providerId="ADAL" clId="{91C6A867-4822-4C05-B79B-B921162A7D31}" dt="2026-08-14T18:29:54.324" v="97"/>
        <pc:sldMkLst>
          <pc:docMk/>
          <pc:sldMk cId="0" sldId="550"/>
        </pc:sldMkLst>
      </pc:sldChg>
      <pc:sldChg chg="ord">
        <pc:chgData name="Lauren Chenarides" userId="adbf3f91-28ff-415d-924b-37ef86f41ea6" providerId="ADAL" clId="{91C6A867-4822-4C05-B79B-B921162A7D31}" dt="2026-08-14T18:29:54.324" v="97"/>
        <pc:sldMkLst>
          <pc:docMk/>
          <pc:sldMk cId="0" sldId="551"/>
        </pc:sldMkLst>
      </pc:sldChg>
      <pc:sldChg chg="ord">
        <pc:chgData name="Lauren Chenarides" userId="adbf3f91-28ff-415d-924b-37ef86f41ea6" providerId="ADAL" clId="{91C6A867-4822-4C05-B79B-B921162A7D31}" dt="2026-08-14T18:29:54.324" v="97"/>
        <pc:sldMkLst>
          <pc:docMk/>
          <pc:sldMk cId="0" sldId="552"/>
        </pc:sldMkLst>
      </pc:sldChg>
      <pc:sldChg chg="ord">
        <pc:chgData name="Lauren Chenarides" userId="adbf3f91-28ff-415d-924b-37ef86f41ea6" providerId="ADAL" clId="{91C6A867-4822-4C05-B79B-B921162A7D31}" dt="2026-08-14T18:29:54.324" v="97"/>
        <pc:sldMkLst>
          <pc:docMk/>
          <pc:sldMk cId="0" sldId="553"/>
        </pc:sldMkLst>
      </pc:sldChg>
      <pc:sldChg chg="ord">
        <pc:chgData name="Lauren Chenarides" userId="adbf3f91-28ff-415d-924b-37ef86f41ea6" providerId="ADAL" clId="{91C6A867-4822-4C05-B79B-B921162A7D31}" dt="2026-08-14T18:29:54.324" v="97"/>
        <pc:sldMkLst>
          <pc:docMk/>
          <pc:sldMk cId="0" sldId="554"/>
        </pc:sldMkLst>
      </pc:sldChg>
      <pc:sldChg chg="ord">
        <pc:chgData name="Lauren Chenarides" userId="adbf3f91-28ff-415d-924b-37ef86f41ea6" providerId="ADAL" clId="{91C6A867-4822-4C05-B79B-B921162A7D31}" dt="2026-08-14T18:29:54.324" v="97"/>
        <pc:sldMkLst>
          <pc:docMk/>
          <pc:sldMk cId="0" sldId="555"/>
        </pc:sldMkLst>
      </pc:sldChg>
      <pc:sldChg chg="modSp mod setBg">
        <pc:chgData name="Lauren Chenarides" userId="adbf3f91-28ff-415d-924b-37ef86f41ea6" providerId="ADAL" clId="{91C6A867-4822-4C05-B79B-B921162A7D31}" dt="2026-08-14T18:30:39.278" v="121"/>
        <pc:sldMkLst>
          <pc:docMk/>
          <pc:sldMk cId="0" sldId="574"/>
        </pc:sldMkLst>
        <pc:spChg chg="mod">
          <ac:chgData name="Lauren Chenarides" userId="adbf3f91-28ff-415d-924b-37ef86f41ea6" providerId="ADAL" clId="{91C6A867-4822-4C05-B79B-B921162A7D31}" dt="2026-08-14T18:30:35.930" v="120" actId="20577"/>
          <ac:spMkLst>
            <pc:docMk/>
            <pc:sldMk cId="0" sldId="574"/>
            <ac:spMk id="1966" creationId="{00000000-0000-0000-0000-000000000000}"/>
          </ac:spMkLst>
        </pc:spChg>
      </pc:sldChg>
      <pc:sldChg chg="setBg">
        <pc:chgData name="Lauren Chenarides" userId="adbf3f91-28ff-415d-924b-37ef86f41ea6" providerId="ADAL" clId="{91C6A867-4822-4C05-B79B-B921162A7D31}" dt="2026-08-14T18:32:24.462" v="122"/>
        <pc:sldMkLst>
          <pc:docMk/>
          <pc:sldMk cId="0" sldId="587"/>
        </pc:sldMkLst>
      </pc:sldChg>
    </pc:docChg>
  </pc:docChgLst>
  <pc:docChgLst>
    <pc:chgData name="Amanda Countryman" userId="0be1c61d-c610-49a2-ae7e-a4e60bd07712" providerId="ADAL" clId="{00873937-8841-4394-9081-668AB0E0F950}"/>
    <pc:docChg chg="delSld modSld">
      <pc:chgData name="Amanda Countryman" userId="0be1c61d-c610-49a2-ae7e-a4e60bd07712" providerId="ADAL" clId="{00873937-8841-4394-9081-668AB0E0F950}" dt="2026-08-25T01:58:21.687" v="7" actId="20577"/>
      <pc:docMkLst>
        <pc:docMk/>
      </pc:docMkLst>
      <pc:sldChg chg="del">
        <pc:chgData name="Amanda Countryman" userId="0be1c61d-c610-49a2-ae7e-a4e60bd07712" providerId="ADAL" clId="{00873937-8841-4394-9081-668AB0E0F950}" dt="2026-08-25T01:57:57.717" v="0" actId="47"/>
        <pc:sldMkLst>
          <pc:docMk/>
          <pc:sldMk cId="0" sldId="257"/>
        </pc:sldMkLst>
      </pc:sldChg>
      <pc:sldChg chg="del">
        <pc:chgData name="Amanda Countryman" userId="0be1c61d-c610-49a2-ae7e-a4e60bd07712" providerId="ADAL" clId="{00873937-8841-4394-9081-668AB0E0F950}" dt="2026-08-25T01:57:57.717" v="0" actId="47"/>
        <pc:sldMkLst>
          <pc:docMk/>
          <pc:sldMk cId="0" sldId="258"/>
        </pc:sldMkLst>
      </pc:sldChg>
      <pc:sldChg chg="del">
        <pc:chgData name="Amanda Countryman" userId="0be1c61d-c610-49a2-ae7e-a4e60bd07712" providerId="ADAL" clId="{00873937-8841-4394-9081-668AB0E0F950}" dt="2026-08-25T01:57:57.717" v="0" actId="47"/>
        <pc:sldMkLst>
          <pc:docMk/>
          <pc:sldMk cId="0" sldId="259"/>
        </pc:sldMkLst>
      </pc:sldChg>
      <pc:sldChg chg="del">
        <pc:chgData name="Amanda Countryman" userId="0be1c61d-c610-49a2-ae7e-a4e60bd07712" providerId="ADAL" clId="{00873937-8841-4394-9081-668AB0E0F950}" dt="2026-08-25T01:57:57.717" v="0" actId="47"/>
        <pc:sldMkLst>
          <pc:docMk/>
          <pc:sldMk cId="0" sldId="260"/>
        </pc:sldMkLst>
      </pc:sldChg>
      <pc:sldChg chg="del">
        <pc:chgData name="Amanda Countryman" userId="0be1c61d-c610-49a2-ae7e-a4e60bd07712" providerId="ADAL" clId="{00873937-8841-4394-9081-668AB0E0F950}" dt="2026-08-25T01:57:57.717" v="0" actId="47"/>
        <pc:sldMkLst>
          <pc:docMk/>
          <pc:sldMk cId="0" sldId="261"/>
        </pc:sldMkLst>
      </pc:sldChg>
      <pc:sldChg chg="del">
        <pc:chgData name="Amanda Countryman" userId="0be1c61d-c610-49a2-ae7e-a4e60bd07712" providerId="ADAL" clId="{00873937-8841-4394-9081-668AB0E0F950}" dt="2026-08-25T01:57:57.717" v="0" actId="47"/>
        <pc:sldMkLst>
          <pc:docMk/>
          <pc:sldMk cId="0" sldId="262"/>
        </pc:sldMkLst>
      </pc:sldChg>
      <pc:sldChg chg="del">
        <pc:chgData name="Amanda Countryman" userId="0be1c61d-c610-49a2-ae7e-a4e60bd07712" providerId="ADAL" clId="{00873937-8841-4394-9081-668AB0E0F950}" dt="2026-08-25T01:57:57.717" v="0" actId="47"/>
        <pc:sldMkLst>
          <pc:docMk/>
          <pc:sldMk cId="0" sldId="263"/>
        </pc:sldMkLst>
      </pc:sldChg>
      <pc:sldChg chg="del">
        <pc:chgData name="Amanda Countryman" userId="0be1c61d-c610-49a2-ae7e-a4e60bd07712" providerId="ADAL" clId="{00873937-8841-4394-9081-668AB0E0F950}" dt="2026-08-25T01:57:57.717" v="0" actId="47"/>
        <pc:sldMkLst>
          <pc:docMk/>
          <pc:sldMk cId="0" sldId="264"/>
        </pc:sldMkLst>
      </pc:sldChg>
      <pc:sldChg chg="del">
        <pc:chgData name="Amanda Countryman" userId="0be1c61d-c610-49a2-ae7e-a4e60bd07712" providerId="ADAL" clId="{00873937-8841-4394-9081-668AB0E0F950}" dt="2026-08-25T01:57:57.717" v="0" actId="47"/>
        <pc:sldMkLst>
          <pc:docMk/>
          <pc:sldMk cId="0" sldId="265"/>
        </pc:sldMkLst>
      </pc:sldChg>
      <pc:sldChg chg="del">
        <pc:chgData name="Amanda Countryman" userId="0be1c61d-c610-49a2-ae7e-a4e60bd07712" providerId="ADAL" clId="{00873937-8841-4394-9081-668AB0E0F950}" dt="2026-08-25T01:57:57.717" v="0" actId="47"/>
        <pc:sldMkLst>
          <pc:docMk/>
          <pc:sldMk cId="0" sldId="266"/>
        </pc:sldMkLst>
      </pc:sldChg>
      <pc:sldChg chg="del">
        <pc:chgData name="Amanda Countryman" userId="0be1c61d-c610-49a2-ae7e-a4e60bd07712" providerId="ADAL" clId="{00873937-8841-4394-9081-668AB0E0F950}" dt="2026-08-25T01:57:57.717" v="0" actId="47"/>
        <pc:sldMkLst>
          <pc:docMk/>
          <pc:sldMk cId="0" sldId="267"/>
        </pc:sldMkLst>
      </pc:sldChg>
      <pc:sldChg chg="del">
        <pc:chgData name="Amanda Countryman" userId="0be1c61d-c610-49a2-ae7e-a4e60bd07712" providerId="ADAL" clId="{00873937-8841-4394-9081-668AB0E0F950}" dt="2026-08-25T01:57:57.717" v="0" actId="47"/>
        <pc:sldMkLst>
          <pc:docMk/>
          <pc:sldMk cId="0" sldId="268"/>
        </pc:sldMkLst>
      </pc:sldChg>
      <pc:sldChg chg="del">
        <pc:chgData name="Amanda Countryman" userId="0be1c61d-c610-49a2-ae7e-a4e60bd07712" providerId="ADAL" clId="{00873937-8841-4394-9081-668AB0E0F950}" dt="2026-08-25T01:57:57.717" v="0" actId="47"/>
        <pc:sldMkLst>
          <pc:docMk/>
          <pc:sldMk cId="0" sldId="269"/>
        </pc:sldMkLst>
      </pc:sldChg>
      <pc:sldChg chg="del">
        <pc:chgData name="Amanda Countryman" userId="0be1c61d-c610-49a2-ae7e-a4e60bd07712" providerId="ADAL" clId="{00873937-8841-4394-9081-668AB0E0F950}" dt="2026-08-25T01:57:57.717" v="0" actId="47"/>
        <pc:sldMkLst>
          <pc:docMk/>
          <pc:sldMk cId="0" sldId="270"/>
        </pc:sldMkLst>
      </pc:sldChg>
      <pc:sldChg chg="del">
        <pc:chgData name="Amanda Countryman" userId="0be1c61d-c610-49a2-ae7e-a4e60bd07712" providerId="ADAL" clId="{00873937-8841-4394-9081-668AB0E0F950}" dt="2026-08-25T01:57:57.717" v="0" actId="47"/>
        <pc:sldMkLst>
          <pc:docMk/>
          <pc:sldMk cId="0" sldId="271"/>
        </pc:sldMkLst>
      </pc:sldChg>
      <pc:sldChg chg="del">
        <pc:chgData name="Amanda Countryman" userId="0be1c61d-c610-49a2-ae7e-a4e60bd07712" providerId="ADAL" clId="{00873937-8841-4394-9081-668AB0E0F950}" dt="2026-08-25T01:57:57.717" v="0" actId="47"/>
        <pc:sldMkLst>
          <pc:docMk/>
          <pc:sldMk cId="0" sldId="272"/>
        </pc:sldMkLst>
      </pc:sldChg>
      <pc:sldChg chg="del">
        <pc:chgData name="Amanda Countryman" userId="0be1c61d-c610-49a2-ae7e-a4e60bd07712" providerId="ADAL" clId="{00873937-8841-4394-9081-668AB0E0F950}" dt="2026-08-25T01:57:57.717" v="0" actId="47"/>
        <pc:sldMkLst>
          <pc:docMk/>
          <pc:sldMk cId="0" sldId="273"/>
        </pc:sldMkLst>
      </pc:sldChg>
      <pc:sldChg chg="del">
        <pc:chgData name="Amanda Countryman" userId="0be1c61d-c610-49a2-ae7e-a4e60bd07712" providerId="ADAL" clId="{00873937-8841-4394-9081-668AB0E0F950}" dt="2026-08-25T01:57:57.717" v="0" actId="47"/>
        <pc:sldMkLst>
          <pc:docMk/>
          <pc:sldMk cId="0" sldId="274"/>
        </pc:sldMkLst>
      </pc:sldChg>
      <pc:sldChg chg="del">
        <pc:chgData name="Amanda Countryman" userId="0be1c61d-c610-49a2-ae7e-a4e60bd07712" providerId="ADAL" clId="{00873937-8841-4394-9081-668AB0E0F950}" dt="2026-08-25T01:57:57.717" v="0" actId="47"/>
        <pc:sldMkLst>
          <pc:docMk/>
          <pc:sldMk cId="0" sldId="276"/>
        </pc:sldMkLst>
      </pc:sldChg>
      <pc:sldChg chg="del">
        <pc:chgData name="Amanda Countryman" userId="0be1c61d-c610-49a2-ae7e-a4e60bd07712" providerId="ADAL" clId="{00873937-8841-4394-9081-668AB0E0F950}" dt="2026-08-25T01:57:57.717" v="0" actId="47"/>
        <pc:sldMkLst>
          <pc:docMk/>
          <pc:sldMk cId="0" sldId="277"/>
        </pc:sldMkLst>
      </pc:sldChg>
      <pc:sldChg chg="del">
        <pc:chgData name="Amanda Countryman" userId="0be1c61d-c610-49a2-ae7e-a4e60bd07712" providerId="ADAL" clId="{00873937-8841-4394-9081-668AB0E0F950}" dt="2026-08-25T01:57:57.717" v="0" actId="47"/>
        <pc:sldMkLst>
          <pc:docMk/>
          <pc:sldMk cId="0" sldId="278"/>
        </pc:sldMkLst>
      </pc:sldChg>
      <pc:sldChg chg="del">
        <pc:chgData name="Amanda Countryman" userId="0be1c61d-c610-49a2-ae7e-a4e60bd07712" providerId="ADAL" clId="{00873937-8841-4394-9081-668AB0E0F950}" dt="2026-08-25T01:57:57.717" v="0" actId="47"/>
        <pc:sldMkLst>
          <pc:docMk/>
          <pc:sldMk cId="0" sldId="279"/>
        </pc:sldMkLst>
      </pc:sldChg>
      <pc:sldChg chg="del">
        <pc:chgData name="Amanda Countryman" userId="0be1c61d-c610-49a2-ae7e-a4e60bd07712" providerId="ADAL" clId="{00873937-8841-4394-9081-668AB0E0F950}" dt="2026-08-25T01:57:57.717" v="0" actId="47"/>
        <pc:sldMkLst>
          <pc:docMk/>
          <pc:sldMk cId="0" sldId="280"/>
        </pc:sldMkLst>
      </pc:sldChg>
      <pc:sldChg chg="del">
        <pc:chgData name="Amanda Countryman" userId="0be1c61d-c610-49a2-ae7e-a4e60bd07712" providerId="ADAL" clId="{00873937-8841-4394-9081-668AB0E0F950}" dt="2026-08-25T01:57:57.717" v="0" actId="47"/>
        <pc:sldMkLst>
          <pc:docMk/>
          <pc:sldMk cId="0" sldId="282"/>
        </pc:sldMkLst>
      </pc:sldChg>
      <pc:sldChg chg="del">
        <pc:chgData name="Amanda Countryman" userId="0be1c61d-c610-49a2-ae7e-a4e60bd07712" providerId="ADAL" clId="{00873937-8841-4394-9081-668AB0E0F950}" dt="2026-08-25T01:57:57.717" v="0" actId="47"/>
        <pc:sldMkLst>
          <pc:docMk/>
          <pc:sldMk cId="0" sldId="283"/>
        </pc:sldMkLst>
      </pc:sldChg>
      <pc:sldChg chg="del">
        <pc:chgData name="Amanda Countryman" userId="0be1c61d-c610-49a2-ae7e-a4e60bd07712" providerId="ADAL" clId="{00873937-8841-4394-9081-668AB0E0F950}" dt="2026-08-25T01:57:57.717" v="0" actId="47"/>
        <pc:sldMkLst>
          <pc:docMk/>
          <pc:sldMk cId="0" sldId="284"/>
        </pc:sldMkLst>
      </pc:sldChg>
      <pc:sldChg chg="del">
        <pc:chgData name="Amanda Countryman" userId="0be1c61d-c610-49a2-ae7e-a4e60bd07712" providerId="ADAL" clId="{00873937-8841-4394-9081-668AB0E0F950}" dt="2026-08-25T01:57:57.717" v="0" actId="47"/>
        <pc:sldMkLst>
          <pc:docMk/>
          <pc:sldMk cId="0" sldId="285"/>
        </pc:sldMkLst>
      </pc:sldChg>
      <pc:sldChg chg="del">
        <pc:chgData name="Amanda Countryman" userId="0be1c61d-c610-49a2-ae7e-a4e60bd07712" providerId="ADAL" clId="{00873937-8841-4394-9081-668AB0E0F950}" dt="2026-08-25T01:57:57.717" v="0" actId="47"/>
        <pc:sldMkLst>
          <pc:docMk/>
          <pc:sldMk cId="0" sldId="286"/>
        </pc:sldMkLst>
      </pc:sldChg>
      <pc:sldChg chg="del">
        <pc:chgData name="Amanda Countryman" userId="0be1c61d-c610-49a2-ae7e-a4e60bd07712" providerId="ADAL" clId="{00873937-8841-4394-9081-668AB0E0F950}" dt="2026-08-25T01:57:57.717" v="0" actId="47"/>
        <pc:sldMkLst>
          <pc:docMk/>
          <pc:sldMk cId="0" sldId="287"/>
        </pc:sldMkLst>
      </pc:sldChg>
      <pc:sldChg chg="del">
        <pc:chgData name="Amanda Countryman" userId="0be1c61d-c610-49a2-ae7e-a4e60bd07712" providerId="ADAL" clId="{00873937-8841-4394-9081-668AB0E0F950}" dt="2026-08-25T01:57:57.717" v="0" actId="47"/>
        <pc:sldMkLst>
          <pc:docMk/>
          <pc:sldMk cId="0" sldId="288"/>
        </pc:sldMkLst>
      </pc:sldChg>
      <pc:sldChg chg="del">
        <pc:chgData name="Amanda Countryman" userId="0be1c61d-c610-49a2-ae7e-a4e60bd07712" providerId="ADAL" clId="{00873937-8841-4394-9081-668AB0E0F950}" dt="2026-08-25T01:57:57.717" v="0" actId="47"/>
        <pc:sldMkLst>
          <pc:docMk/>
          <pc:sldMk cId="0" sldId="289"/>
        </pc:sldMkLst>
      </pc:sldChg>
      <pc:sldChg chg="del">
        <pc:chgData name="Amanda Countryman" userId="0be1c61d-c610-49a2-ae7e-a4e60bd07712" providerId="ADAL" clId="{00873937-8841-4394-9081-668AB0E0F950}" dt="2026-08-25T01:57:57.717" v="0" actId="47"/>
        <pc:sldMkLst>
          <pc:docMk/>
          <pc:sldMk cId="0" sldId="290"/>
        </pc:sldMkLst>
      </pc:sldChg>
      <pc:sldChg chg="del">
        <pc:chgData name="Amanda Countryman" userId="0be1c61d-c610-49a2-ae7e-a4e60bd07712" providerId="ADAL" clId="{00873937-8841-4394-9081-668AB0E0F950}" dt="2026-08-25T01:57:57.717" v="0" actId="47"/>
        <pc:sldMkLst>
          <pc:docMk/>
          <pc:sldMk cId="0" sldId="291"/>
        </pc:sldMkLst>
      </pc:sldChg>
      <pc:sldChg chg="del">
        <pc:chgData name="Amanda Countryman" userId="0be1c61d-c610-49a2-ae7e-a4e60bd07712" providerId="ADAL" clId="{00873937-8841-4394-9081-668AB0E0F950}" dt="2026-08-25T01:57:57.717" v="0" actId="47"/>
        <pc:sldMkLst>
          <pc:docMk/>
          <pc:sldMk cId="0" sldId="292"/>
        </pc:sldMkLst>
      </pc:sldChg>
      <pc:sldChg chg="del">
        <pc:chgData name="Amanda Countryman" userId="0be1c61d-c610-49a2-ae7e-a4e60bd07712" providerId="ADAL" clId="{00873937-8841-4394-9081-668AB0E0F950}" dt="2026-08-25T01:57:57.717" v="0" actId="47"/>
        <pc:sldMkLst>
          <pc:docMk/>
          <pc:sldMk cId="0" sldId="293"/>
        </pc:sldMkLst>
      </pc:sldChg>
      <pc:sldChg chg="del">
        <pc:chgData name="Amanda Countryman" userId="0be1c61d-c610-49a2-ae7e-a4e60bd07712" providerId="ADAL" clId="{00873937-8841-4394-9081-668AB0E0F950}" dt="2026-08-25T01:57:57.717" v="0" actId="47"/>
        <pc:sldMkLst>
          <pc:docMk/>
          <pc:sldMk cId="0" sldId="294"/>
        </pc:sldMkLst>
      </pc:sldChg>
      <pc:sldChg chg="del">
        <pc:chgData name="Amanda Countryman" userId="0be1c61d-c610-49a2-ae7e-a4e60bd07712" providerId="ADAL" clId="{00873937-8841-4394-9081-668AB0E0F950}" dt="2026-08-25T01:57:57.717" v="0" actId="47"/>
        <pc:sldMkLst>
          <pc:docMk/>
          <pc:sldMk cId="0" sldId="295"/>
        </pc:sldMkLst>
      </pc:sldChg>
      <pc:sldChg chg="del">
        <pc:chgData name="Amanda Countryman" userId="0be1c61d-c610-49a2-ae7e-a4e60bd07712" providerId="ADAL" clId="{00873937-8841-4394-9081-668AB0E0F950}" dt="2026-08-25T01:57:57.717" v="0" actId="47"/>
        <pc:sldMkLst>
          <pc:docMk/>
          <pc:sldMk cId="0" sldId="296"/>
        </pc:sldMkLst>
      </pc:sldChg>
      <pc:sldChg chg="del">
        <pc:chgData name="Amanda Countryman" userId="0be1c61d-c610-49a2-ae7e-a4e60bd07712" providerId="ADAL" clId="{00873937-8841-4394-9081-668AB0E0F950}" dt="2026-08-25T01:57:57.717" v="0" actId="47"/>
        <pc:sldMkLst>
          <pc:docMk/>
          <pc:sldMk cId="0" sldId="297"/>
        </pc:sldMkLst>
      </pc:sldChg>
      <pc:sldChg chg="del">
        <pc:chgData name="Amanda Countryman" userId="0be1c61d-c610-49a2-ae7e-a4e60bd07712" providerId="ADAL" clId="{00873937-8841-4394-9081-668AB0E0F950}" dt="2026-08-25T01:57:57.717" v="0" actId="47"/>
        <pc:sldMkLst>
          <pc:docMk/>
          <pc:sldMk cId="0" sldId="298"/>
        </pc:sldMkLst>
      </pc:sldChg>
      <pc:sldChg chg="del">
        <pc:chgData name="Amanda Countryman" userId="0be1c61d-c610-49a2-ae7e-a4e60bd07712" providerId="ADAL" clId="{00873937-8841-4394-9081-668AB0E0F950}" dt="2026-08-25T01:57:57.717" v="0" actId="47"/>
        <pc:sldMkLst>
          <pc:docMk/>
          <pc:sldMk cId="0" sldId="299"/>
        </pc:sldMkLst>
      </pc:sldChg>
      <pc:sldChg chg="del">
        <pc:chgData name="Amanda Countryman" userId="0be1c61d-c610-49a2-ae7e-a4e60bd07712" providerId="ADAL" clId="{00873937-8841-4394-9081-668AB0E0F950}" dt="2026-08-25T01:57:57.717" v="0" actId="47"/>
        <pc:sldMkLst>
          <pc:docMk/>
          <pc:sldMk cId="0" sldId="300"/>
        </pc:sldMkLst>
      </pc:sldChg>
      <pc:sldChg chg="del">
        <pc:chgData name="Amanda Countryman" userId="0be1c61d-c610-49a2-ae7e-a4e60bd07712" providerId="ADAL" clId="{00873937-8841-4394-9081-668AB0E0F950}" dt="2026-08-25T01:57:57.717" v="0" actId="47"/>
        <pc:sldMkLst>
          <pc:docMk/>
          <pc:sldMk cId="0" sldId="301"/>
        </pc:sldMkLst>
      </pc:sldChg>
      <pc:sldChg chg="del">
        <pc:chgData name="Amanda Countryman" userId="0be1c61d-c610-49a2-ae7e-a4e60bd07712" providerId="ADAL" clId="{00873937-8841-4394-9081-668AB0E0F950}" dt="2026-08-25T01:57:57.717" v="0" actId="47"/>
        <pc:sldMkLst>
          <pc:docMk/>
          <pc:sldMk cId="0" sldId="302"/>
        </pc:sldMkLst>
      </pc:sldChg>
      <pc:sldChg chg="del">
        <pc:chgData name="Amanda Countryman" userId="0be1c61d-c610-49a2-ae7e-a4e60bd07712" providerId="ADAL" clId="{00873937-8841-4394-9081-668AB0E0F950}" dt="2026-08-25T01:57:57.717" v="0" actId="47"/>
        <pc:sldMkLst>
          <pc:docMk/>
          <pc:sldMk cId="0" sldId="303"/>
        </pc:sldMkLst>
      </pc:sldChg>
      <pc:sldChg chg="del">
        <pc:chgData name="Amanda Countryman" userId="0be1c61d-c610-49a2-ae7e-a4e60bd07712" providerId="ADAL" clId="{00873937-8841-4394-9081-668AB0E0F950}" dt="2026-08-25T01:57:57.717" v="0" actId="47"/>
        <pc:sldMkLst>
          <pc:docMk/>
          <pc:sldMk cId="0" sldId="304"/>
        </pc:sldMkLst>
      </pc:sldChg>
      <pc:sldChg chg="del">
        <pc:chgData name="Amanda Countryman" userId="0be1c61d-c610-49a2-ae7e-a4e60bd07712" providerId="ADAL" clId="{00873937-8841-4394-9081-668AB0E0F950}" dt="2026-08-25T01:57:57.717" v="0" actId="47"/>
        <pc:sldMkLst>
          <pc:docMk/>
          <pc:sldMk cId="0" sldId="305"/>
        </pc:sldMkLst>
      </pc:sldChg>
      <pc:sldChg chg="del">
        <pc:chgData name="Amanda Countryman" userId="0be1c61d-c610-49a2-ae7e-a4e60bd07712" providerId="ADAL" clId="{00873937-8841-4394-9081-668AB0E0F950}" dt="2026-08-25T01:57:57.717" v="0" actId="47"/>
        <pc:sldMkLst>
          <pc:docMk/>
          <pc:sldMk cId="0" sldId="309"/>
        </pc:sldMkLst>
      </pc:sldChg>
      <pc:sldChg chg="del">
        <pc:chgData name="Amanda Countryman" userId="0be1c61d-c610-49a2-ae7e-a4e60bd07712" providerId="ADAL" clId="{00873937-8841-4394-9081-668AB0E0F950}" dt="2026-08-25T01:57:57.717" v="0" actId="47"/>
        <pc:sldMkLst>
          <pc:docMk/>
          <pc:sldMk cId="0" sldId="310"/>
        </pc:sldMkLst>
      </pc:sldChg>
      <pc:sldChg chg="del">
        <pc:chgData name="Amanda Countryman" userId="0be1c61d-c610-49a2-ae7e-a4e60bd07712" providerId="ADAL" clId="{00873937-8841-4394-9081-668AB0E0F950}" dt="2026-08-25T01:57:57.717" v="0" actId="47"/>
        <pc:sldMkLst>
          <pc:docMk/>
          <pc:sldMk cId="0" sldId="313"/>
        </pc:sldMkLst>
      </pc:sldChg>
      <pc:sldChg chg="del">
        <pc:chgData name="Amanda Countryman" userId="0be1c61d-c610-49a2-ae7e-a4e60bd07712" providerId="ADAL" clId="{00873937-8841-4394-9081-668AB0E0F950}" dt="2026-08-25T01:57:57.717" v="0" actId="47"/>
        <pc:sldMkLst>
          <pc:docMk/>
          <pc:sldMk cId="0" sldId="314"/>
        </pc:sldMkLst>
      </pc:sldChg>
      <pc:sldChg chg="del">
        <pc:chgData name="Amanda Countryman" userId="0be1c61d-c610-49a2-ae7e-a4e60bd07712" providerId="ADAL" clId="{00873937-8841-4394-9081-668AB0E0F950}" dt="2026-08-25T01:57:57.717" v="0" actId="47"/>
        <pc:sldMkLst>
          <pc:docMk/>
          <pc:sldMk cId="0" sldId="315"/>
        </pc:sldMkLst>
      </pc:sldChg>
      <pc:sldChg chg="del">
        <pc:chgData name="Amanda Countryman" userId="0be1c61d-c610-49a2-ae7e-a4e60bd07712" providerId="ADAL" clId="{00873937-8841-4394-9081-668AB0E0F950}" dt="2026-08-25T01:57:57.717" v="0" actId="47"/>
        <pc:sldMkLst>
          <pc:docMk/>
          <pc:sldMk cId="0" sldId="316"/>
        </pc:sldMkLst>
      </pc:sldChg>
      <pc:sldChg chg="del">
        <pc:chgData name="Amanda Countryman" userId="0be1c61d-c610-49a2-ae7e-a4e60bd07712" providerId="ADAL" clId="{00873937-8841-4394-9081-668AB0E0F950}" dt="2026-08-25T01:57:57.717" v="0" actId="47"/>
        <pc:sldMkLst>
          <pc:docMk/>
          <pc:sldMk cId="0" sldId="317"/>
        </pc:sldMkLst>
      </pc:sldChg>
      <pc:sldChg chg="del">
        <pc:chgData name="Amanda Countryman" userId="0be1c61d-c610-49a2-ae7e-a4e60bd07712" providerId="ADAL" clId="{00873937-8841-4394-9081-668AB0E0F950}" dt="2026-08-25T01:57:57.717" v="0" actId="47"/>
        <pc:sldMkLst>
          <pc:docMk/>
          <pc:sldMk cId="0" sldId="331"/>
        </pc:sldMkLst>
      </pc:sldChg>
      <pc:sldChg chg="del">
        <pc:chgData name="Amanda Countryman" userId="0be1c61d-c610-49a2-ae7e-a4e60bd07712" providerId="ADAL" clId="{00873937-8841-4394-9081-668AB0E0F950}" dt="2026-08-25T01:57:57.717" v="0" actId="47"/>
        <pc:sldMkLst>
          <pc:docMk/>
          <pc:sldMk cId="0" sldId="332"/>
        </pc:sldMkLst>
      </pc:sldChg>
      <pc:sldChg chg="del">
        <pc:chgData name="Amanda Countryman" userId="0be1c61d-c610-49a2-ae7e-a4e60bd07712" providerId="ADAL" clId="{00873937-8841-4394-9081-668AB0E0F950}" dt="2026-08-25T01:57:57.717" v="0" actId="47"/>
        <pc:sldMkLst>
          <pc:docMk/>
          <pc:sldMk cId="0" sldId="333"/>
        </pc:sldMkLst>
      </pc:sldChg>
      <pc:sldChg chg="del">
        <pc:chgData name="Amanda Countryman" userId="0be1c61d-c610-49a2-ae7e-a4e60bd07712" providerId="ADAL" clId="{00873937-8841-4394-9081-668AB0E0F950}" dt="2026-08-25T01:57:57.717" v="0" actId="47"/>
        <pc:sldMkLst>
          <pc:docMk/>
          <pc:sldMk cId="0" sldId="334"/>
        </pc:sldMkLst>
      </pc:sldChg>
      <pc:sldChg chg="del">
        <pc:chgData name="Amanda Countryman" userId="0be1c61d-c610-49a2-ae7e-a4e60bd07712" providerId="ADAL" clId="{00873937-8841-4394-9081-668AB0E0F950}" dt="2026-08-25T01:57:57.717" v="0" actId="47"/>
        <pc:sldMkLst>
          <pc:docMk/>
          <pc:sldMk cId="0" sldId="335"/>
        </pc:sldMkLst>
      </pc:sldChg>
      <pc:sldChg chg="del">
        <pc:chgData name="Amanda Countryman" userId="0be1c61d-c610-49a2-ae7e-a4e60bd07712" providerId="ADAL" clId="{00873937-8841-4394-9081-668AB0E0F950}" dt="2026-08-25T01:57:57.717" v="0" actId="47"/>
        <pc:sldMkLst>
          <pc:docMk/>
          <pc:sldMk cId="0" sldId="336"/>
        </pc:sldMkLst>
      </pc:sldChg>
      <pc:sldChg chg="del">
        <pc:chgData name="Amanda Countryman" userId="0be1c61d-c610-49a2-ae7e-a4e60bd07712" providerId="ADAL" clId="{00873937-8841-4394-9081-668AB0E0F950}" dt="2026-08-25T01:57:57.717" v="0" actId="47"/>
        <pc:sldMkLst>
          <pc:docMk/>
          <pc:sldMk cId="0" sldId="337"/>
        </pc:sldMkLst>
      </pc:sldChg>
      <pc:sldChg chg="del">
        <pc:chgData name="Amanda Countryman" userId="0be1c61d-c610-49a2-ae7e-a4e60bd07712" providerId="ADAL" clId="{00873937-8841-4394-9081-668AB0E0F950}" dt="2026-08-25T01:57:57.717" v="0" actId="47"/>
        <pc:sldMkLst>
          <pc:docMk/>
          <pc:sldMk cId="0" sldId="338"/>
        </pc:sldMkLst>
      </pc:sldChg>
      <pc:sldChg chg="del">
        <pc:chgData name="Amanda Countryman" userId="0be1c61d-c610-49a2-ae7e-a4e60bd07712" providerId="ADAL" clId="{00873937-8841-4394-9081-668AB0E0F950}" dt="2026-08-25T01:57:57.717" v="0" actId="47"/>
        <pc:sldMkLst>
          <pc:docMk/>
          <pc:sldMk cId="0" sldId="339"/>
        </pc:sldMkLst>
      </pc:sldChg>
      <pc:sldChg chg="del">
        <pc:chgData name="Amanda Countryman" userId="0be1c61d-c610-49a2-ae7e-a4e60bd07712" providerId="ADAL" clId="{00873937-8841-4394-9081-668AB0E0F950}" dt="2026-08-25T01:57:57.717" v="0" actId="47"/>
        <pc:sldMkLst>
          <pc:docMk/>
          <pc:sldMk cId="0" sldId="340"/>
        </pc:sldMkLst>
      </pc:sldChg>
      <pc:sldChg chg="del">
        <pc:chgData name="Amanda Countryman" userId="0be1c61d-c610-49a2-ae7e-a4e60bd07712" providerId="ADAL" clId="{00873937-8841-4394-9081-668AB0E0F950}" dt="2026-08-25T01:57:57.717" v="0" actId="47"/>
        <pc:sldMkLst>
          <pc:docMk/>
          <pc:sldMk cId="0" sldId="341"/>
        </pc:sldMkLst>
      </pc:sldChg>
      <pc:sldChg chg="del">
        <pc:chgData name="Amanda Countryman" userId="0be1c61d-c610-49a2-ae7e-a4e60bd07712" providerId="ADAL" clId="{00873937-8841-4394-9081-668AB0E0F950}" dt="2026-08-25T01:57:57.717" v="0" actId="47"/>
        <pc:sldMkLst>
          <pc:docMk/>
          <pc:sldMk cId="0" sldId="342"/>
        </pc:sldMkLst>
      </pc:sldChg>
      <pc:sldChg chg="del">
        <pc:chgData name="Amanda Countryman" userId="0be1c61d-c610-49a2-ae7e-a4e60bd07712" providerId="ADAL" clId="{00873937-8841-4394-9081-668AB0E0F950}" dt="2026-08-25T01:57:57.717" v="0" actId="47"/>
        <pc:sldMkLst>
          <pc:docMk/>
          <pc:sldMk cId="0" sldId="343"/>
        </pc:sldMkLst>
      </pc:sldChg>
      <pc:sldChg chg="del">
        <pc:chgData name="Amanda Countryman" userId="0be1c61d-c610-49a2-ae7e-a4e60bd07712" providerId="ADAL" clId="{00873937-8841-4394-9081-668AB0E0F950}" dt="2026-08-25T01:57:57.717" v="0" actId="47"/>
        <pc:sldMkLst>
          <pc:docMk/>
          <pc:sldMk cId="0" sldId="344"/>
        </pc:sldMkLst>
      </pc:sldChg>
      <pc:sldChg chg="del">
        <pc:chgData name="Amanda Countryman" userId="0be1c61d-c610-49a2-ae7e-a4e60bd07712" providerId="ADAL" clId="{00873937-8841-4394-9081-668AB0E0F950}" dt="2026-08-25T01:57:57.717" v="0" actId="47"/>
        <pc:sldMkLst>
          <pc:docMk/>
          <pc:sldMk cId="0" sldId="345"/>
        </pc:sldMkLst>
      </pc:sldChg>
      <pc:sldChg chg="del">
        <pc:chgData name="Amanda Countryman" userId="0be1c61d-c610-49a2-ae7e-a4e60bd07712" providerId="ADAL" clId="{00873937-8841-4394-9081-668AB0E0F950}" dt="2026-08-25T01:57:57.717" v="0" actId="47"/>
        <pc:sldMkLst>
          <pc:docMk/>
          <pc:sldMk cId="0" sldId="346"/>
        </pc:sldMkLst>
      </pc:sldChg>
      <pc:sldChg chg="del">
        <pc:chgData name="Amanda Countryman" userId="0be1c61d-c610-49a2-ae7e-a4e60bd07712" providerId="ADAL" clId="{00873937-8841-4394-9081-668AB0E0F950}" dt="2026-08-25T01:57:57.717" v="0" actId="47"/>
        <pc:sldMkLst>
          <pc:docMk/>
          <pc:sldMk cId="0" sldId="347"/>
        </pc:sldMkLst>
      </pc:sldChg>
      <pc:sldChg chg="del">
        <pc:chgData name="Amanda Countryman" userId="0be1c61d-c610-49a2-ae7e-a4e60bd07712" providerId="ADAL" clId="{00873937-8841-4394-9081-668AB0E0F950}" dt="2026-08-25T01:57:57.717" v="0" actId="47"/>
        <pc:sldMkLst>
          <pc:docMk/>
          <pc:sldMk cId="0" sldId="348"/>
        </pc:sldMkLst>
      </pc:sldChg>
      <pc:sldChg chg="del">
        <pc:chgData name="Amanda Countryman" userId="0be1c61d-c610-49a2-ae7e-a4e60bd07712" providerId="ADAL" clId="{00873937-8841-4394-9081-668AB0E0F950}" dt="2026-08-25T01:57:57.717" v="0" actId="47"/>
        <pc:sldMkLst>
          <pc:docMk/>
          <pc:sldMk cId="0" sldId="349"/>
        </pc:sldMkLst>
      </pc:sldChg>
      <pc:sldChg chg="del">
        <pc:chgData name="Amanda Countryman" userId="0be1c61d-c610-49a2-ae7e-a4e60bd07712" providerId="ADAL" clId="{00873937-8841-4394-9081-668AB0E0F950}" dt="2026-08-25T01:57:57.717" v="0" actId="47"/>
        <pc:sldMkLst>
          <pc:docMk/>
          <pc:sldMk cId="0" sldId="350"/>
        </pc:sldMkLst>
      </pc:sldChg>
      <pc:sldChg chg="del">
        <pc:chgData name="Amanda Countryman" userId="0be1c61d-c610-49a2-ae7e-a4e60bd07712" providerId="ADAL" clId="{00873937-8841-4394-9081-668AB0E0F950}" dt="2026-08-25T01:57:57.717" v="0" actId="47"/>
        <pc:sldMkLst>
          <pc:docMk/>
          <pc:sldMk cId="0" sldId="351"/>
        </pc:sldMkLst>
      </pc:sldChg>
      <pc:sldChg chg="del">
        <pc:chgData name="Amanda Countryman" userId="0be1c61d-c610-49a2-ae7e-a4e60bd07712" providerId="ADAL" clId="{00873937-8841-4394-9081-668AB0E0F950}" dt="2026-08-25T01:57:57.717" v="0" actId="47"/>
        <pc:sldMkLst>
          <pc:docMk/>
          <pc:sldMk cId="0" sldId="352"/>
        </pc:sldMkLst>
      </pc:sldChg>
      <pc:sldChg chg="del">
        <pc:chgData name="Amanda Countryman" userId="0be1c61d-c610-49a2-ae7e-a4e60bd07712" providerId="ADAL" clId="{00873937-8841-4394-9081-668AB0E0F950}" dt="2026-08-25T01:57:57.717" v="0" actId="47"/>
        <pc:sldMkLst>
          <pc:docMk/>
          <pc:sldMk cId="0" sldId="353"/>
        </pc:sldMkLst>
      </pc:sldChg>
      <pc:sldChg chg="del">
        <pc:chgData name="Amanda Countryman" userId="0be1c61d-c610-49a2-ae7e-a4e60bd07712" providerId="ADAL" clId="{00873937-8841-4394-9081-668AB0E0F950}" dt="2026-08-25T01:57:57.717" v="0" actId="47"/>
        <pc:sldMkLst>
          <pc:docMk/>
          <pc:sldMk cId="0" sldId="354"/>
        </pc:sldMkLst>
      </pc:sldChg>
      <pc:sldChg chg="del">
        <pc:chgData name="Amanda Countryman" userId="0be1c61d-c610-49a2-ae7e-a4e60bd07712" providerId="ADAL" clId="{00873937-8841-4394-9081-668AB0E0F950}" dt="2026-08-25T01:57:57.717" v="0" actId="47"/>
        <pc:sldMkLst>
          <pc:docMk/>
          <pc:sldMk cId="0" sldId="355"/>
        </pc:sldMkLst>
      </pc:sldChg>
      <pc:sldChg chg="del">
        <pc:chgData name="Amanda Countryman" userId="0be1c61d-c610-49a2-ae7e-a4e60bd07712" providerId="ADAL" clId="{00873937-8841-4394-9081-668AB0E0F950}" dt="2026-08-25T01:57:57.717" v="0" actId="47"/>
        <pc:sldMkLst>
          <pc:docMk/>
          <pc:sldMk cId="0" sldId="356"/>
        </pc:sldMkLst>
      </pc:sldChg>
      <pc:sldChg chg="del">
        <pc:chgData name="Amanda Countryman" userId="0be1c61d-c610-49a2-ae7e-a4e60bd07712" providerId="ADAL" clId="{00873937-8841-4394-9081-668AB0E0F950}" dt="2026-08-25T01:57:57.717" v="0" actId="47"/>
        <pc:sldMkLst>
          <pc:docMk/>
          <pc:sldMk cId="0" sldId="357"/>
        </pc:sldMkLst>
      </pc:sldChg>
      <pc:sldChg chg="del">
        <pc:chgData name="Amanda Countryman" userId="0be1c61d-c610-49a2-ae7e-a4e60bd07712" providerId="ADAL" clId="{00873937-8841-4394-9081-668AB0E0F950}" dt="2026-08-25T01:57:57.717" v="0" actId="47"/>
        <pc:sldMkLst>
          <pc:docMk/>
          <pc:sldMk cId="0" sldId="358"/>
        </pc:sldMkLst>
      </pc:sldChg>
      <pc:sldChg chg="del">
        <pc:chgData name="Amanda Countryman" userId="0be1c61d-c610-49a2-ae7e-a4e60bd07712" providerId="ADAL" clId="{00873937-8841-4394-9081-668AB0E0F950}" dt="2026-08-25T01:57:57.717" v="0" actId="47"/>
        <pc:sldMkLst>
          <pc:docMk/>
          <pc:sldMk cId="0" sldId="359"/>
        </pc:sldMkLst>
      </pc:sldChg>
      <pc:sldChg chg="del">
        <pc:chgData name="Amanda Countryman" userId="0be1c61d-c610-49a2-ae7e-a4e60bd07712" providerId="ADAL" clId="{00873937-8841-4394-9081-668AB0E0F950}" dt="2026-08-25T01:57:57.717" v="0" actId="47"/>
        <pc:sldMkLst>
          <pc:docMk/>
          <pc:sldMk cId="0" sldId="360"/>
        </pc:sldMkLst>
      </pc:sldChg>
      <pc:sldChg chg="del">
        <pc:chgData name="Amanda Countryman" userId="0be1c61d-c610-49a2-ae7e-a4e60bd07712" providerId="ADAL" clId="{00873937-8841-4394-9081-668AB0E0F950}" dt="2026-08-25T01:57:57.717" v="0" actId="47"/>
        <pc:sldMkLst>
          <pc:docMk/>
          <pc:sldMk cId="0" sldId="361"/>
        </pc:sldMkLst>
      </pc:sldChg>
      <pc:sldChg chg="del">
        <pc:chgData name="Amanda Countryman" userId="0be1c61d-c610-49a2-ae7e-a4e60bd07712" providerId="ADAL" clId="{00873937-8841-4394-9081-668AB0E0F950}" dt="2026-08-25T01:57:57.717" v="0" actId="47"/>
        <pc:sldMkLst>
          <pc:docMk/>
          <pc:sldMk cId="0" sldId="362"/>
        </pc:sldMkLst>
      </pc:sldChg>
      <pc:sldChg chg="del">
        <pc:chgData name="Amanda Countryman" userId="0be1c61d-c610-49a2-ae7e-a4e60bd07712" providerId="ADAL" clId="{00873937-8841-4394-9081-668AB0E0F950}" dt="2026-08-25T01:57:57.717" v="0" actId="47"/>
        <pc:sldMkLst>
          <pc:docMk/>
          <pc:sldMk cId="0" sldId="363"/>
        </pc:sldMkLst>
      </pc:sldChg>
      <pc:sldChg chg="del">
        <pc:chgData name="Amanda Countryman" userId="0be1c61d-c610-49a2-ae7e-a4e60bd07712" providerId="ADAL" clId="{00873937-8841-4394-9081-668AB0E0F950}" dt="2026-08-25T01:57:57.717" v="0" actId="47"/>
        <pc:sldMkLst>
          <pc:docMk/>
          <pc:sldMk cId="0" sldId="364"/>
        </pc:sldMkLst>
      </pc:sldChg>
      <pc:sldChg chg="del">
        <pc:chgData name="Amanda Countryman" userId="0be1c61d-c610-49a2-ae7e-a4e60bd07712" providerId="ADAL" clId="{00873937-8841-4394-9081-668AB0E0F950}" dt="2026-08-25T01:57:57.717" v="0" actId="47"/>
        <pc:sldMkLst>
          <pc:docMk/>
          <pc:sldMk cId="0" sldId="365"/>
        </pc:sldMkLst>
      </pc:sldChg>
      <pc:sldChg chg="del">
        <pc:chgData name="Amanda Countryman" userId="0be1c61d-c610-49a2-ae7e-a4e60bd07712" providerId="ADAL" clId="{00873937-8841-4394-9081-668AB0E0F950}" dt="2026-08-25T01:57:57.717" v="0" actId="47"/>
        <pc:sldMkLst>
          <pc:docMk/>
          <pc:sldMk cId="0" sldId="366"/>
        </pc:sldMkLst>
      </pc:sldChg>
      <pc:sldChg chg="del">
        <pc:chgData name="Amanda Countryman" userId="0be1c61d-c610-49a2-ae7e-a4e60bd07712" providerId="ADAL" clId="{00873937-8841-4394-9081-668AB0E0F950}" dt="2026-08-25T01:57:57.717" v="0" actId="47"/>
        <pc:sldMkLst>
          <pc:docMk/>
          <pc:sldMk cId="0" sldId="367"/>
        </pc:sldMkLst>
      </pc:sldChg>
      <pc:sldChg chg="del">
        <pc:chgData name="Amanda Countryman" userId="0be1c61d-c610-49a2-ae7e-a4e60bd07712" providerId="ADAL" clId="{00873937-8841-4394-9081-668AB0E0F950}" dt="2026-08-25T01:57:57.717" v="0" actId="47"/>
        <pc:sldMkLst>
          <pc:docMk/>
          <pc:sldMk cId="0" sldId="368"/>
        </pc:sldMkLst>
      </pc:sldChg>
      <pc:sldChg chg="del">
        <pc:chgData name="Amanda Countryman" userId="0be1c61d-c610-49a2-ae7e-a4e60bd07712" providerId="ADAL" clId="{00873937-8841-4394-9081-668AB0E0F950}" dt="2026-08-25T01:57:57.717" v="0" actId="47"/>
        <pc:sldMkLst>
          <pc:docMk/>
          <pc:sldMk cId="0" sldId="369"/>
        </pc:sldMkLst>
      </pc:sldChg>
      <pc:sldChg chg="del">
        <pc:chgData name="Amanda Countryman" userId="0be1c61d-c610-49a2-ae7e-a4e60bd07712" providerId="ADAL" clId="{00873937-8841-4394-9081-668AB0E0F950}" dt="2026-08-25T01:57:57.717" v="0" actId="47"/>
        <pc:sldMkLst>
          <pc:docMk/>
          <pc:sldMk cId="0" sldId="370"/>
        </pc:sldMkLst>
      </pc:sldChg>
      <pc:sldChg chg="del">
        <pc:chgData name="Amanda Countryman" userId="0be1c61d-c610-49a2-ae7e-a4e60bd07712" providerId="ADAL" clId="{00873937-8841-4394-9081-668AB0E0F950}" dt="2026-08-25T01:57:57.717" v="0" actId="47"/>
        <pc:sldMkLst>
          <pc:docMk/>
          <pc:sldMk cId="0" sldId="371"/>
        </pc:sldMkLst>
      </pc:sldChg>
      <pc:sldChg chg="del">
        <pc:chgData name="Amanda Countryman" userId="0be1c61d-c610-49a2-ae7e-a4e60bd07712" providerId="ADAL" clId="{00873937-8841-4394-9081-668AB0E0F950}" dt="2026-08-25T01:57:57.717" v="0" actId="47"/>
        <pc:sldMkLst>
          <pc:docMk/>
          <pc:sldMk cId="0" sldId="372"/>
        </pc:sldMkLst>
      </pc:sldChg>
      <pc:sldChg chg="del">
        <pc:chgData name="Amanda Countryman" userId="0be1c61d-c610-49a2-ae7e-a4e60bd07712" providerId="ADAL" clId="{00873937-8841-4394-9081-668AB0E0F950}" dt="2026-08-25T01:57:57.717" v="0" actId="47"/>
        <pc:sldMkLst>
          <pc:docMk/>
          <pc:sldMk cId="0" sldId="373"/>
        </pc:sldMkLst>
      </pc:sldChg>
      <pc:sldChg chg="del">
        <pc:chgData name="Amanda Countryman" userId="0be1c61d-c610-49a2-ae7e-a4e60bd07712" providerId="ADAL" clId="{00873937-8841-4394-9081-668AB0E0F950}" dt="2026-08-25T01:57:57.717" v="0" actId="47"/>
        <pc:sldMkLst>
          <pc:docMk/>
          <pc:sldMk cId="0" sldId="374"/>
        </pc:sldMkLst>
      </pc:sldChg>
      <pc:sldChg chg="del">
        <pc:chgData name="Amanda Countryman" userId="0be1c61d-c610-49a2-ae7e-a4e60bd07712" providerId="ADAL" clId="{00873937-8841-4394-9081-668AB0E0F950}" dt="2026-08-25T01:57:57.717" v="0" actId="47"/>
        <pc:sldMkLst>
          <pc:docMk/>
          <pc:sldMk cId="0" sldId="375"/>
        </pc:sldMkLst>
      </pc:sldChg>
      <pc:sldChg chg="del">
        <pc:chgData name="Amanda Countryman" userId="0be1c61d-c610-49a2-ae7e-a4e60bd07712" providerId="ADAL" clId="{00873937-8841-4394-9081-668AB0E0F950}" dt="2026-08-25T01:57:57.717" v="0" actId="47"/>
        <pc:sldMkLst>
          <pc:docMk/>
          <pc:sldMk cId="0" sldId="376"/>
        </pc:sldMkLst>
      </pc:sldChg>
      <pc:sldChg chg="del">
        <pc:chgData name="Amanda Countryman" userId="0be1c61d-c610-49a2-ae7e-a4e60bd07712" providerId="ADAL" clId="{00873937-8841-4394-9081-668AB0E0F950}" dt="2026-08-25T01:57:57.717" v="0" actId="47"/>
        <pc:sldMkLst>
          <pc:docMk/>
          <pc:sldMk cId="0" sldId="377"/>
        </pc:sldMkLst>
      </pc:sldChg>
      <pc:sldChg chg="del">
        <pc:chgData name="Amanda Countryman" userId="0be1c61d-c610-49a2-ae7e-a4e60bd07712" providerId="ADAL" clId="{00873937-8841-4394-9081-668AB0E0F950}" dt="2026-08-25T01:57:57.717" v="0" actId="47"/>
        <pc:sldMkLst>
          <pc:docMk/>
          <pc:sldMk cId="0" sldId="378"/>
        </pc:sldMkLst>
      </pc:sldChg>
      <pc:sldChg chg="del">
        <pc:chgData name="Amanda Countryman" userId="0be1c61d-c610-49a2-ae7e-a4e60bd07712" providerId="ADAL" clId="{00873937-8841-4394-9081-668AB0E0F950}" dt="2026-08-25T01:57:57.717" v="0" actId="47"/>
        <pc:sldMkLst>
          <pc:docMk/>
          <pc:sldMk cId="0" sldId="379"/>
        </pc:sldMkLst>
      </pc:sldChg>
      <pc:sldChg chg="del">
        <pc:chgData name="Amanda Countryman" userId="0be1c61d-c610-49a2-ae7e-a4e60bd07712" providerId="ADAL" clId="{00873937-8841-4394-9081-668AB0E0F950}" dt="2026-08-25T01:57:57.717" v="0" actId="47"/>
        <pc:sldMkLst>
          <pc:docMk/>
          <pc:sldMk cId="0" sldId="380"/>
        </pc:sldMkLst>
      </pc:sldChg>
      <pc:sldChg chg="del">
        <pc:chgData name="Amanda Countryman" userId="0be1c61d-c610-49a2-ae7e-a4e60bd07712" providerId="ADAL" clId="{00873937-8841-4394-9081-668AB0E0F950}" dt="2026-08-25T01:57:57.717" v="0" actId="47"/>
        <pc:sldMkLst>
          <pc:docMk/>
          <pc:sldMk cId="0" sldId="381"/>
        </pc:sldMkLst>
      </pc:sldChg>
      <pc:sldChg chg="del">
        <pc:chgData name="Amanda Countryman" userId="0be1c61d-c610-49a2-ae7e-a4e60bd07712" providerId="ADAL" clId="{00873937-8841-4394-9081-668AB0E0F950}" dt="2026-08-25T01:57:57.717" v="0" actId="47"/>
        <pc:sldMkLst>
          <pc:docMk/>
          <pc:sldMk cId="0" sldId="382"/>
        </pc:sldMkLst>
      </pc:sldChg>
      <pc:sldChg chg="del">
        <pc:chgData name="Amanda Countryman" userId="0be1c61d-c610-49a2-ae7e-a4e60bd07712" providerId="ADAL" clId="{00873937-8841-4394-9081-668AB0E0F950}" dt="2026-08-25T01:57:57.717" v="0" actId="47"/>
        <pc:sldMkLst>
          <pc:docMk/>
          <pc:sldMk cId="0" sldId="383"/>
        </pc:sldMkLst>
      </pc:sldChg>
      <pc:sldChg chg="del">
        <pc:chgData name="Amanda Countryman" userId="0be1c61d-c610-49a2-ae7e-a4e60bd07712" providerId="ADAL" clId="{00873937-8841-4394-9081-668AB0E0F950}" dt="2026-08-25T01:57:57.717" v="0" actId="47"/>
        <pc:sldMkLst>
          <pc:docMk/>
          <pc:sldMk cId="0" sldId="384"/>
        </pc:sldMkLst>
      </pc:sldChg>
      <pc:sldChg chg="del">
        <pc:chgData name="Amanda Countryman" userId="0be1c61d-c610-49a2-ae7e-a4e60bd07712" providerId="ADAL" clId="{00873937-8841-4394-9081-668AB0E0F950}" dt="2026-08-25T01:57:57.717" v="0" actId="47"/>
        <pc:sldMkLst>
          <pc:docMk/>
          <pc:sldMk cId="0" sldId="385"/>
        </pc:sldMkLst>
      </pc:sldChg>
      <pc:sldChg chg="del">
        <pc:chgData name="Amanda Countryman" userId="0be1c61d-c610-49a2-ae7e-a4e60bd07712" providerId="ADAL" clId="{00873937-8841-4394-9081-668AB0E0F950}" dt="2026-08-25T01:57:57.717" v="0" actId="47"/>
        <pc:sldMkLst>
          <pc:docMk/>
          <pc:sldMk cId="0" sldId="386"/>
        </pc:sldMkLst>
      </pc:sldChg>
      <pc:sldChg chg="del">
        <pc:chgData name="Amanda Countryman" userId="0be1c61d-c610-49a2-ae7e-a4e60bd07712" providerId="ADAL" clId="{00873937-8841-4394-9081-668AB0E0F950}" dt="2026-08-25T01:57:57.717" v="0" actId="47"/>
        <pc:sldMkLst>
          <pc:docMk/>
          <pc:sldMk cId="0" sldId="387"/>
        </pc:sldMkLst>
      </pc:sldChg>
      <pc:sldChg chg="del">
        <pc:chgData name="Amanda Countryman" userId="0be1c61d-c610-49a2-ae7e-a4e60bd07712" providerId="ADAL" clId="{00873937-8841-4394-9081-668AB0E0F950}" dt="2026-08-25T01:57:57.717" v="0" actId="47"/>
        <pc:sldMkLst>
          <pc:docMk/>
          <pc:sldMk cId="0" sldId="388"/>
        </pc:sldMkLst>
      </pc:sldChg>
      <pc:sldChg chg="del">
        <pc:chgData name="Amanda Countryman" userId="0be1c61d-c610-49a2-ae7e-a4e60bd07712" providerId="ADAL" clId="{00873937-8841-4394-9081-668AB0E0F950}" dt="2026-08-25T01:57:57.717" v="0" actId="47"/>
        <pc:sldMkLst>
          <pc:docMk/>
          <pc:sldMk cId="0" sldId="389"/>
        </pc:sldMkLst>
      </pc:sldChg>
      <pc:sldChg chg="del">
        <pc:chgData name="Amanda Countryman" userId="0be1c61d-c610-49a2-ae7e-a4e60bd07712" providerId="ADAL" clId="{00873937-8841-4394-9081-668AB0E0F950}" dt="2026-08-25T01:57:57.717" v="0" actId="47"/>
        <pc:sldMkLst>
          <pc:docMk/>
          <pc:sldMk cId="0" sldId="390"/>
        </pc:sldMkLst>
      </pc:sldChg>
      <pc:sldChg chg="del">
        <pc:chgData name="Amanda Countryman" userId="0be1c61d-c610-49a2-ae7e-a4e60bd07712" providerId="ADAL" clId="{00873937-8841-4394-9081-668AB0E0F950}" dt="2026-08-25T01:57:57.717" v="0" actId="47"/>
        <pc:sldMkLst>
          <pc:docMk/>
          <pc:sldMk cId="0" sldId="391"/>
        </pc:sldMkLst>
      </pc:sldChg>
      <pc:sldChg chg="del">
        <pc:chgData name="Amanda Countryman" userId="0be1c61d-c610-49a2-ae7e-a4e60bd07712" providerId="ADAL" clId="{00873937-8841-4394-9081-668AB0E0F950}" dt="2026-08-25T01:57:57.717" v="0" actId="47"/>
        <pc:sldMkLst>
          <pc:docMk/>
          <pc:sldMk cId="0" sldId="392"/>
        </pc:sldMkLst>
      </pc:sldChg>
      <pc:sldChg chg="del">
        <pc:chgData name="Amanda Countryman" userId="0be1c61d-c610-49a2-ae7e-a4e60bd07712" providerId="ADAL" clId="{00873937-8841-4394-9081-668AB0E0F950}" dt="2026-08-25T01:57:57.717" v="0" actId="47"/>
        <pc:sldMkLst>
          <pc:docMk/>
          <pc:sldMk cId="0" sldId="393"/>
        </pc:sldMkLst>
      </pc:sldChg>
      <pc:sldChg chg="del">
        <pc:chgData name="Amanda Countryman" userId="0be1c61d-c610-49a2-ae7e-a4e60bd07712" providerId="ADAL" clId="{00873937-8841-4394-9081-668AB0E0F950}" dt="2026-08-25T01:57:57.717" v="0" actId="47"/>
        <pc:sldMkLst>
          <pc:docMk/>
          <pc:sldMk cId="0" sldId="394"/>
        </pc:sldMkLst>
      </pc:sldChg>
      <pc:sldChg chg="del">
        <pc:chgData name="Amanda Countryman" userId="0be1c61d-c610-49a2-ae7e-a4e60bd07712" providerId="ADAL" clId="{00873937-8841-4394-9081-668AB0E0F950}" dt="2026-08-25T01:57:57.717" v="0" actId="47"/>
        <pc:sldMkLst>
          <pc:docMk/>
          <pc:sldMk cId="0" sldId="395"/>
        </pc:sldMkLst>
      </pc:sldChg>
      <pc:sldChg chg="del">
        <pc:chgData name="Amanda Countryman" userId="0be1c61d-c610-49a2-ae7e-a4e60bd07712" providerId="ADAL" clId="{00873937-8841-4394-9081-668AB0E0F950}" dt="2026-08-25T01:57:57.717" v="0" actId="47"/>
        <pc:sldMkLst>
          <pc:docMk/>
          <pc:sldMk cId="0" sldId="396"/>
        </pc:sldMkLst>
      </pc:sldChg>
      <pc:sldChg chg="del">
        <pc:chgData name="Amanda Countryman" userId="0be1c61d-c610-49a2-ae7e-a4e60bd07712" providerId="ADAL" clId="{00873937-8841-4394-9081-668AB0E0F950}" dt="2026-08-25T01:57:57.717" v="0" actId="47"/>
        <pc:sldMkLst>
          <pc:docMk/>
          <pc:sldMk cId="0" sldId="397"/>
        </pc:sldMkLst>
      </pc:sldChg>
      <pc:sldChg chg="del">
        <pc:chgData name="Amanda Countryman" userId="0be1c61d-c610-49a2-ae7e-a4e60bd07712" providerId="ADAL" clId="{00873937-8841-4394-9081-668AB0E0F950}" dt="2026-08-25T01:57:57.717" v="0" actId="47"/>
        <pc:sldMkLst>
          <pc:docMk/>
          <pc:sldMk cId="0" sldId="398"/>
        </pc:sldMkLst>
      </pc:sldChg>
      <pc:sldChg chg="del">
        <pc:chgData name="Amanda Countryman" userId="0be1c61d-c610-49a2-ae7e-a4e60bd07712" providerId="ADAL" clId="{00873937-8841-4394-9081-668AB0E0F950}" dt="2026-08-25T01:57:57.717" v="0" actId="47"/>
        <pc:sldMkLst>
          <pc:docMk/>
          <pc:sldMk cId="0" sldId="399"/>
        </pc:sldMkLst>
      </pc:sldChg>
      <pc:sldChg chg="del">
        <pc:chgData name="Amanda Countryman" userId="0be1c61d-c610-49a2-ae7e-a4e60bd07712" providerId="ADAL" clId="{00873937-8841-4394-9081-668AB0E0F950}" dt="2026-08-25T01:57:57.717" v="0" actId="47"/>
        <pc:sldMkLst>
          <pc:docMk/>
          <pc:sldMk cId="0" sldId="400"/>
        </pc:sldMkLst>
      </pc:sldChg>
      <pc:sldChg chg="del">
        <pc:chgData name="Amanda Countryman" userId="0be1c61d-c610-49a2-ae7e-a4e60bd07712" providerId="ADAL" clId="{00873937-8841-4394-9081-668AB0E0F950}" dt="2026-08-25T01:57:57.717" v="0" actId="47"/>
        <pc:sldMkLst>
          <pc:docMk/>
          <pc:sldMk cId="0" sldId="401"/>
        </pc:sldMkLst>
      </pc:sldChg>
      <pc:sldChg chg="del">
        <pc:chgData name="Amanda Countryman" userId="0be1c61d-c610-49a2-ae7e-a4e60bd07712" providerId="ADAL" clId="{00873937-8841-4394-9081-668AB0E0F950}" dt="2026-08-25T01:57:57.717" v="0" actId="47"/>
        <pc:sldMkLst>
          <pc:docMk/>
          <pc:sldMk cId="0" sldId="402"/>
        </pc:sldMkLst>
      </pc:sldChg>
      <pc:sldChg chg="del">
        <pc:chgData name="Amanda Countryman" userId="0be1c61d-c610-49a2-ae7e-a4e60bd07712" providerId="ADAL" clId="{00873937-8841-4394-9081-668AB0E0F950}" dt="2026-08-25T01:57:57.717" v="0" actId="47"/>
        <pc:sldMkLst>
          <pc:docMk/>
          <pc:sldMk cId="0" sldId="403"/>
        </pc:sldMkLst>
      </pc:sldChg>
      <pc:sldChg chg="del">
        <pc:chgData name="Amanda Countryman" userId="0be1c61d-c610-49a2-ae7e-a4e60bd07712" providerId="ADAL" clId="{00873937-8841-4394-9081-668AB0E0F950}" dt="2026-08-25T01:57:57.717" v="0" actId="47"/>
        <pc:sldMkLst>
          <pc:docMk/>
          <pc:sldMk cId="0" sldId="404"/>
        </pc:sldMkLst>
      </pc:sldChg>
      <pc:sldChg chg="del">
        <pc:chgData name="Amanda Countryman" userId="0be1c61d-c610-49a2-ae7e-a4e60bd07712" providerId="ADAL" clId="{00873937-8841-4394-9081-668AB0E0F950}" dt="2026-08-25T01:57:57.717" v="0" actId="47"/>
        <pc:sldMkLst>
          <pc:docMk/>
          <pc:sldMk cId="0" sldId="405"/>
        </pc:sldMkLst>
      </pc:sldChg>
      <pc:sldChg chg="del">
        <pc:chgData name="Amanda Countryman" userId="0be1c61d-c610-49a2-ae7e-a4e60bd07712" providerId="ADAL" clId="{00873937-8841-4394-9081-668AB0E0F950}" dt="2026-08-25T01:57:57.717" v="0" actId="47"/>
        <pc:sldMkLst>
          <pc:docMk/>
          <pc:sldMk cId="0" sldId="406"/>
        </pc:sldMkLst>
      </pc:sldChg>
      <pc:sldChg chg="del">
        <pc:chgData name="Amanda Countryman" userId="0be1c61d-c610-49a2-ae7e-a4e60bd07712" providerId="ADAL" clId="{00873937-8841-4394-9081-668AB0E0F950}" dt="2026-08-25T01:57:57.717" v="0" actId="47"/>
        <pc:sldMkLst>
          <pc:docMk/>
          <pc:sldMk cId="0" sldId="407"/>
        </pc:sldMkLst>
      </pc:sldChg>
      <pc:sldChg chg="del">
        <pc:chgData name="Amanda Countryman" userId="0be1c61d-c610-49a2-ae7e-a4e60bd07712" providerId="ADAL" clId="{00873937-8841-4394-9081-668AB0E0F950}" dt="2026-08-25T01:57:57.717" v="0" actId="47"/>
        <pc:sldMkLst>
          <pc:docMk/>
          <pc:sldMk cId="0" sldId="408"/>
        </pc:sldMkLst>
      </pc:sldChg>
      <pc:sldChg chg="del">
        <pc:chgData name="Amanda Countryman" userId="0be1c61d-c610-49a2-ae7e-a4e60bd07712" providerId="ADAL" clId="{00873937-8841-4394-9081-668AB0E0F950}" dt="2026-08-25T01:57:57.717" v="0" actId="47"/>
        <pc:sldMkLst>
          <pc:docMk/>
          <pc:sldMk cId="0" sldId="409"/>
        </pc:sldMkLst>
      </pc:sldChg>
      <pc:sldChg chg="del">
        <pc:chgData name="Amanda Countryman" userId="0be1c61d-c610-49a2-ae7e-a4e60bd07712" providerId="ADAL" clId="{00873937-8841-4394-9081-668AB0E0F950}" dt="2026-08-25T01:57:57.717" v="0" actId="47"/>
        <pc:sldMkLst>
          <pc:docMk/>
          <pc:sldMk cId="0" sldId="410"/>
        </pc:sldMkLst>
      </pc:sldChg>
      <pc:sldChg chg="del">
        <pc:chgData name="Amanda Countryman" userId="0be1c61d-c610-49a2-ae7e-a4e60bd07712" providerId="ADAL" clId="{00873937-8841-4394-9081-668AB0E0F950}" dt="2026-08-25T01:57:57.717" v="0" actId="47"/>
        <pc:sldMkLst>
          <pc:docMk/>
          <pc:sldMk cId="0" sldId="411"/>
        </pc:sldMkLst>
      </pc:sldChg>
      <pc:sldChg chg="del">
        <pc:chgData name="Amanda Countryman" userId="0be1c61d-c610-49a2-ae7e-a4e60bd07712" providerId="ADAL" clId="{00873937-8841-4394-9081-668AB0E0F950}" dt="2026-08-25T01:57:57.717" v="0" actId="47"/>
        <pc:sldMkLst>
          <pc:docMk/>
          <pc:sldMk cId="0" sldId="412"/>
        </pc:sldMkLst>
      </pc:sldChg>
      <pc:sldChg chg="del">
        <pc:chgData name="Amanda Countryman" userId="0be1c61d-c610-49a2-ae7e-a4e60bd07712" providerId="ADAL" clId="{00873937-8841-4394-9081-668AB0E0F950}" dt="2026-08-25T01:57:57.717" v="0" actId="47"/>
        <pc:sldMkLst>
          <pc:docMk/>
          <pc:sldMk cId="0" sldId="413"/>
        </pc:sldMkLst>
      </pc:sldChg>
      <pc:sldChg chg="del">
        <pc:chgData name="Amanda Countryman" userId="0be1c61d-c610-49a2-ae7e-a4e60bd07712" providerId="ADAL" clId="{00873937-8841-4394-9081-668AB0E0F950}" dt="2026-08-25T01:57:57.717" v="0" actId="47"/>
        <pc:sldMkLst>
          <pc:docMk/>
          <pc:sldMk cId="0" sldId="414"/>
        </pc:sldMkLst>
      </pc:sldChg>
      <pc:sldChg chg="del">
        <pc:chgData name="Amanda Countryman" userId="0be1c61d-c610-49a2-ae7e-a4e60bd07712" providerId="ADAL" clId="{00873937-8841-4394-9081-668AB0E0F950}" dt="2026-08-25T01:57:57.717" v="0" actId="47"/>
        <pc:sldMkLst>
          <pc:docMk/>
          <pc:sldMk cId="0" sldId="415"/>
        </pc:sldMkLst>
      </pc:sldChg>
      <pc:sldChg chg="del">
        <pc:chgData name="Amanda Countryman" userId="0be1c61d-c610-49a2-ae7e-a4e60bd07712" providerId="ADAL" clId="{00873937-8841-4394-9081-668AB0E0F950}" dt="2026-08-25T01:57:57.717" v="0" actId="47"/>
        <pc:sldMkLst>
          <pc:docMk/>
          <pc:sldMk cId="0" sldId="416"/>
        </pc:sldMkLst>
      </pc:sldChg>
      <pc:sldChg chg="del">
        <pc:chgData name="Amanda Countryman" userId="0be1c61d-c610-49a2-ae7e-a4e60bd07712" providerId="ADAL" clId="{00873937-8841-4394-9081-668AB0E0F950}" dt="2026-08-25T01:57:57.717" v="0" actId="47"/>
        <pc:sldMkLst>
          <pc:docMk/>
          <pc:sldMk cId="0" sldId="417"/>
        </pc:sldMkLst>
      </pc:sldChg>
      <pc:sldChg chg="del">
        <pc:chgData name="Amanda Countryman" userId="0be1c61d-c610-49a2-ae7e-a4e60bd07712" providerId="ADAL" clId="{00873937-8841-4394-9081-668AB0E0F950}" dt="2026-08-25T01:57:57.717" v="0" actId="47"/>
        <pc:sldMkLst>
          <pc:docMk/>
          <pc:sldMk cId="0" sldId="418"/>
        </pc:sldMkLst>
      </pc:sldChg>
      <pc:sldChg chg="del">
        <pc:chgData name="Amanda Countryman" userId="0be1c61d-c610-49a2-ae7e-a4e60bd07712" providerId="ADAL" clId="{00873937-8841-4394-9081-668AB0E0F950}" dt="2026-08-25T01:57:57.717" v="0" actId="47"/>
        <pc:sldMkLst>
          <pc:docMk/>
          <pc:sldMk cId="0" sldId="419"/>
        </pc:sldMkLst>
      </pc:sldChg>
      <pc:sldChg chg="del">
        <pc:chgData name="Amanda Countryman" userId="0be1c61d-c610-49a2-ae7e-a4e60bd07712" providerId="ADAL" clId="{00873937-8841-4394-9081-668AB0E0F950}" dt="2026-08-25T01:57:57.717" v="0" actId="47"/>
        <pc:sldMkLst>
          <pc:docMk/>
          <pc:sldMk cId="0" sldId="420"/>
        </pc:sldMkLst>
      </pc:sldChg>
      <pc:sldChg chg="del">
        <pc:chgData name="Amanda Countryman" userId="0be1c61d-c610-49a2-ae7e-a4e60bd07712" providerId="ADAL" clId="{00873937-8841-4394-9081-668AB0E0F950}" dt="2026-08-25T01:57:57.717" v="0" actId="47"/>
        <pc:sldMkLst>
          <pc:docMk/>
          <pc:sldMk cId="0" sldId="421"/>
        </pc:sldMkLst>
      </pc:sldChg>
      <pc:sldChg chg="del">
        <pc:chgData name="Amanda Countryman" userId="0be1c61d-c610-49a2-ae7e-a4e60bd07712" providerId="ADAL" clId="{00873937-8841-4394-9081-668AB0E0F950}" dt="2026-08-25T01:57:57.717" v="0" actId="47"/>
        <pc:sldMkLst>
          <pc:docMk/>
          <pc:sldMk cId="0" sldId="422"/>
        </pc:sldMkLst>
      </pc:sldChg>
      <pc:sldChg chg="del">
        <pc:chgData name="Amanda Countryman" userId="0be1c61d-c610-49a2-ae7e-a4e60bd07712" providerId="ADAL" clId="{00873937-8841-4394-9081-668AB0E0F950}" dt="2026-08-25T01:57:57.717" v="0" actId="47"/>
        <pc:sldMkLst>
          <pc:docMk/>
          <pc:sldMk cId="0" sldId="423"/>
        </pc:sldMkLst>
      </pc:sldChg>
      <pc:sldChg chg="del">
        <pc:chgData name="Amanda Countryman" userId="0be1c61d-c610-49a2-ae7e-a4e60bd07712" providerId="ADAL" clId="{00873937-8841-4394-9081-668AB0E0F950}" dt="2026-08-25T01:57:57.717" v="0" actId="47"/>
        <pc:sldMkLst>
          <pc:docMk/>
          <pc:sldMk cId="0" sldId="424"/>
        </pc:sldMkLst>
      </pc:sldChg>
      <pc:sldChg chg="del">
        <pc:chgData name="Amanda Countryman" userId="0be1c61d-c610-49a2-ae7e-a4e60bd07712" providerId="ADAL" clId="{00873937-8841-4394-9081-668AB0E0F950}" dt="2026-08-25T01:57:57.717" v="0" actId="47"/>
        <pc:sldMkLst>
          <pc:docMk/>
          <pc:sldMk cId="0" sldId="425"/>
        </pc:sldMkLst>
      </pc:sldChg>
      <pc:sldChg chg="del">
        <pc:chgData name="Amanda Countryman" userId="0be1c61d-c610-49a2-ae7e-a4e60bd07712" providerId="ADAL" clId="{00873937-8841-4394-9081-668AB0E0F950}" dt="2026-08-25T01:57:57.717" v="0" actId="47"/>
        <pc:sldMkLst>
          <pc:docMk/>
          <pc:sldMk cId="0" sldId="426"/>
        </pc:sldMkLst>
      </pc:sldChg>
      <pc:sldChg chg="del">
        <pc:chgData name="Amanda Countryman" userId="0be1c61d-c610-49a2-ae7e-a4e60bd07712" providerId="ADAL" clId="{00873937-8841-4394-9081-668AB0E0F950}" dt="2026-08-25T01:57:57.717" v="0" actId="47"/>
        <pc:sldMkLst>
          <pc:docMk/>
          <pc:sldMk cId="0" sldId="427"/>
        </pc:sldMkLst>
      </pc:sldChg>
      <pc:sldChg chg="del">
        <pc:chgData name="Amanda Countryman" userId="0be1c61d-c610-49a2-ae7e-a4e60bd07712" providerId="ADAL" clId="{00873937-8841-4394-9081-668AB0E0F950}" dt="2026-08-25T01:57:57.717" v="0" actId="47"/>
        <pc:sldMkLst>
          <pc:docMk/>
          <pc:sldMk cId="0" sldId="428"/>
        </pc:sldMkLst>
      </pc:sldChg>
      <pc:sldChg chg="del">
        <pc:chgData name="Amanda Countryman" userId="0be1c61d-c610-49a2-ae7e-a4e60bd07712" providerId="ADAL" clId="{00873937-8841-4394-9081-668AB0E0F950}" dt="2026-08-25T01:57:57.717" v="0" actId="47"/>
        <pc:sldMkLst>
          <pc:docMk/>
          <pc:sldMk cId="0" sldId="429"/>
        </pc:sldMkLst>
      </pc:sldChg>
      <pc:sldChg chg="del">
        <pc:chgData name="Amanda Countryman" userId="0be1c61d-c610-49a2-ae7e-a4e60bd07712" providerId="ADAL" clId="{00873937-8841-4394-9081-668AB0E0F950}" dt="2026-08-25T01:57:57.717" v="0" actId="47"/>
        <pc:sldMkLst>
          <pc:docMk/>
          <pc:sldMk cId="0" sldId="430"/>
        </pc:sldMkLst>
      </pc:sldChg>
      <pc:sldChg chg="del">
        <pc:chgData name="Amanda Countryman" userId="0be1c61d-c610-49a2-ae7e-a4e60bd07712" providerId="ADAL" clId="{00873937-8841-4394-9081-668AB0E0F950}" dt="2026-08-25T01:57:57.717" v="0" actId="47"/>
        <pc:sldMkLst>
          <pc:docMk/>
          <pc:sldMk cId="0" sldId="431"/>
        </pc:sldMkLst>
      </pc:sldChg>
      <pc:sldChg chg="del">
        <pc:chgData name="Amanda Countryman" userId="0be1c61d-c610-49a2-ae7e-a4e60bd07712" providerId="ADAL" clId="{00873937-8841-4394-9081-668AB0E0F950}" dt="2026-08-25T01:57:57.717" v="0" actId="47"/>
        <pc:sldMkLst>
          <pc:docMk/>
          <pc:sldMk cId="0" sldId="432"/>
        </pc:sldMkLst>
      </pc:sldChg>
      <pc:sldChg chg="del">
        <pc:chgData name="Amanda Countryman" userId="0be1c61d-c610-49a2-ae7e-a4e60bd07712" providerId="ADAL" clId="{00873937-8841-4394-9081-668AB0E0F950}" dt="2026-08-25T01:57:57.717" v="0" actId="47"/>
        <pc:sldMkLst>
          <pc:docMk/>
          <pc:sldMk cId="0" sldId="433"/>
        </pc:sldMkLst>
      </pc:sldChg>
      <pc:sldChg chg="del">
        <pc:chgData name="Amanda Countryman" userId="0be1c61d-c610-49a2-ae7e-a4e60bd07712" providerId="ADAL" clId="{00873937-8841-4394-9081-668AB0E0F950}" dt="2026-08-25T01:57:57.717" v="0" actId="47"/>
        <pc:sldMkLst>
          <pc:docMk/>
          <pc:sldMk cId="0" sldId="434"/>
        </pc:sldMkLst>
      </pc:sldChg>
      <pc:sldChg chg="del">
        <pc:chgData name="Amanda Countryman" userId="0be1c61d-c610-49a2-ae7e-a4e60bd07712" providerId="ADAL" clId="{00873937-8841-4394-9081-668AB0E0F950}" dt="2026-08-25T01:57:57.717" v="0" actId="47"/>
        <pc:sldMkLst>
          <pc:docMk/>
          <pc:sldMk cId="0" sldId="435"/>
        </pc:sldMkLst>
      </pc:sldChg>
      <pc:sldChg chg="del">
        <pc:chgData name="Amanda Countryman" userId="0be1c61d-c610-49a2-ae7e-a4e60bd07712" providerId="ADAL" clId="{00873937-8841-4394-9081-668AB0E0F950}" dt="2026-08-25T01:57:57.717" v="0" actId="47"/>
        <pc:sldMkLst>
          <pc:docMk/>
          <pc:sldMk cId="0" sldId="436"/>
        </pc:sldMkLst>
      </pc:sldChg>
      <pc:sldChg chg="del">
        <pc:chgData name="Amanda Countryman" userId="0be1c61d-c610-49a2-ae7e-a4e60bd07712" providerId="ADAL" clId="{00873937-8841-4394-9081-668AB0E0F950}" dt="2026-08-25T01:57:57.717" v="0" actId="47"/>
        <pc:sldMkLst>
          <pc:docMk/>
          <pc:sldMk cId="0" sldId="437"/>
        </pc:sldMkLst>
      </pc:sldChg>
      <pc:sldChg chg="del">
        <pc:chgData name="Amanda Countryman" userId="0be1c61d-c610-49a2-ae7e-a4e60bd07712" providerId="ADAL" clId="{00873937-8841-4394-9081-668AB0E0F950}" dt="2026-08-25T01:57:57.717" v="0" actId="47"/>
        <pc:sldMkLst>
          <pc:docMk/>
          <pc:sldMk cId="0" sldId="438"/>
        </pc:sldMkLst>
      </pc:sldChg>
      <pc:sldChg chg="del">
        <pc:chgData name="Amanda Countryman" userId="0be1c61d-c610-49a2-ae7e-a4e60bd07712" providerId="ADAL" clId="{00873937-8841-4394-9081-668AB0E0F950}" dt="2026-08-25T01:57:57.717" v="0" actId="47"/>
        <pc:sldMkLst>
          <pc:docMk/>
          <pc:sldMk cId="0" sldId="439"/>
        </pc:sldMkLst>
      </pc:sldChg>
      <pc:sldChg chg="del">
        <pc:chgData name="Amanda Countryman" userId="0be1c61d-c610-49a2-ae7e-a4e60bd07712" providerId="ADAL" clId="{00873937-8841-4394-9081-668AB0E0F950}" dt="2026-08-25T01:57:57.717" v="0" actId="47"/>
        <pc:sldMkLst>
          <pc:docMk/>
          <pc:sldMk cId="0" sldId="440"/>
        </pc:sldMkLst>
      </pc:sldChg>
      <pc:sldChg chg="del">
        <pc:chgData name="Amanda Countryman" userId="0be1c61d-c610-49a2-ae7e-a4e60bd07712" providerId="ADAL" clId="{00873937-8841-4394-9081-668AB0E0F950}" dt="2026-08-25T01:57:57.717" v="0" actId="47"/>
        <pc:sldMkLst>
          <pc:docMk/>
          <pc:sldMk cId="0" sldId="441"/>
        </pc:sldMkLst>
      </pc:sldChg>
      <pc:sldChg chg="del">
        <pc:chgData name="Amanda Countryman" userId="0be1c61d-c610-49a2-ae7e-a4e60bd07712" providerId="ADAL" clId="{00873937-8841-4394-9081-668AB0E0F950}" dt="2026-08-25T01:57:57.717" v="0" actId="47"/>
        <pc:sldMkLst>
          <pc:docMk/>
          <pc:sldMk cId="0" sldId="442"/>
        </pc:sldMkLst>
      </pc:sldChg>
      <pc:sldChg chg="del">
        <pc:chgData name="Amanda Countryman" userId="0be1c61d-c610-49a2-ae7e-a4e60bd07712" providerId="ADAL" clId="{00873937-8841-4394-9081-668AB0E0F950}" dt="2026-08-25T01:57:57.717" v="0" actId="47"/>
        <pc:sldMkLst>
          <pc:docMk/>
          <pc:sldMk cId="0" sldId="443"/>
        </pc:sldMkLst>
      </pc:sldChg>
      <pc:sldChg chg="del">
        <pc:chgData name="Amanda Countryman" userId="0be1c61d-c610-49a2-ae7e-a4e60bd07712" providerId="ADAL" clId="{00873937-8841-4394-9081-668AB0E0F950}" dt="2026-08-25T01:57:57.717" v="0" actId="47"/>
        <pc:sldMkLst>
          <pc:docMk/>
          <pc:sldMk cId="0" sldId="444"/>
        </pc:sldMkLst>
      </pc:sldChg>
      <pc:sldChg chg="del">
        <pc:chgData name="Amanda Countryman" userId="0be1c61d-c610-49a2-ae7e-a4e60bd07712" providerId="ADAL" clId="{00873937-8841-4394-9081-668AB0E0F950}" dt="2026-08-25T01:57:57.717" v="0" actId="47"/>
        <pc:sldMkLst>
          <pc:docMk/>
          <pc:sldMk cId="0" sldId="445"/>
        </pc:sldMkLst>
      </pc:sldChg>
      <pc:sldChg chg="del">
        <pc:chgData name="Amanda Countryman" userId="0be1c61d-c610-49a2-ae7e-a4e60bd07712" providerId="ADAL" clId="{00873937-8841-4394-9081-668AB0E0F950}" dt="2026-08-25T01:57:57.717" v="0" actId="47"/>
        <pc:sldMkLst>
          <pc:docMk/>
          <pc:sldMk cId="0" sldId="446"/>
        </pc:sldMkLst>
      </pc:sldChg>
      <pc:sldChg chg="del">
        <pc:chgData name="Amanda Countryman" userId="0be1c61d-c610-49a2-ae7e-a4e60bd07712" providerId="ADAL" clId="{00873937-8841-4394-9081-668AB0E0F950}" dt="2026-08-25T01:57:57.717" v="0" actId="47"/>
        <pc:sldMkLst>
          <pc:docMk/>
          <pc:sldMk cId="0" sldId="447"/>
        </pc:sldMkLst>
      </pc:sldChg>
      <pc:sldChg chg="del">
        <pc:chgData name="Amanda Countryman" userId="0be1c61d-c610-49a2-ae7e-a4e60bd07712" providerId="ADAL" clId="{00873937-8841-4394-9081-668AB0E0F950}" dt="2026-08-25T01:57:57.717" v="0" actId="47"/>
        <pc:sldMkLst>
          <pc:docMk/>
          <pc:sldMk cId="0" sldId="448"/>
        </pc:sldMkLst>
      </pc:sldChg>
      <pc:sldChg chg="del">
        <pc:chgData name="Amanda Countryman" userId="0be1c61d-c610-49a2-ae7e-a4e60bd07712" providerId="ADAL" clId="{00873937-8841-4394-9081-668AB0E0F950}" dt="2026-08-25T01:57:57.717" v="0" actId="47"/>
        <pc:sldMkLst>
          <pc:docMk/>
          <pc:sldMk cId="0" sldId="449"/>
        </pc:sldMkLst>
      </pc:sldChg>
      <pc:sldChg chg="del">
        <pc:chgData name="Amanda Countryman" userId="0be1c61d-c610-49a2-ae7e-a4e60bd07712" providerId="ADAL" clId="{00873937-8841-4394-9081-668AB0E0F950}" dt="2026-08-25T01:57:57.717" v="0" actId="47"/>
        <pc:sldMkLst>
          <pc:docMk/>
          <pc:sldMk cId="0" sldId="450"/>
        </pc:sldMkLst>
      </pc:sldChg>
      <pc:sldChg chg="del">
        <pc:chgData name="Amanda Countryman" userId="0be1c61d-c610-49a2-ae7e-a4e60bd07712" providerId="ADAL" clId="{00873937-8841-4394-9081-668AB0E0F950}" dt="2026-08-25T01:57:57.717" v="0" actId="47"/>
        <pc:sldMkLst>
          <pc:docMk/>
          <pc:sldMk cId="0" sldId="451"/>
        </pc:sldMkLst>
      </pc:sldChg>
      <pc:sldChg chg="del">
        <pc:chgData name="Amanda Countryman" userId="0be1c61d-c610-49a2-ae7e-a4e60bd07712" providerId="ADAL" clId="{00873937-8841-4394-9081-668AB0E0F950}" dt="2026-08-25T01:57:57.717" v="0" actId="47"/>
        <pc:sldMkLst>
          <pc:docMk/>
          <pc:sldMk cId="0" sldId="452"/>
        </pc:sldMkLst>
      </pc:sldChg>
      <pc:sldChg chg="del">
        <pc:chgData name="Amanda Countryman" userId="0be1c61d-c610-49a2-ae7e-a4e60bd07712" providerId="ADAL" clId="{00873937-8841-4394-9081-668AB0E0F950}" dt="2026-08-25T01:57:57.717" v="0" actId="47"/>
        <pc:sldMkLst>
          <pc:docMk/>
          <pc:sldMk cId="0" sldId="454"/>
        </pc:sldMkLst>
      </pc:sldChg>
      <pc:sldChg chg="del">
        <pc:chgData name="Amanda Countryman" userId="0be1c61d-c610-49a2-ae7e-a4e60bd07712" providerId="ADAL" clId="{00873937-8841-4394-9081-668AB0E0F950}" dt="2026-08-25T01:57:57.717" v="0" actId="47"/>
        <pc:sldMkLst>
          <pc:docMk/>
          <pc:sldMk cId="0" sldId="455"/>
        </pc:sldMkLst>
      </pc:sldChg>
      <pc:sldChg chg="del">
        <pc:chgData name="Amanda Countryman" userId="0be1c61d-c610-49a2-ae7e-a4e60bd07712" providerId="ADAL" clId="{00873937-8841-4394-9081-668AB0E0F950}" dt="2026-08-25T01:57:57.717" v="0" actId="47"/>
        <pc:sldMkLst>
          <pc:docMk/>
          <pc:sldMk cId="0" sldId="456"/>
        </pc:sldMkLst>
      </pc:sldChg>
      <pc:sldChg chg="del">
        <pc:chgData name="Amanda Countryman" userId="0be1c61d-c610-49a2-ae7e-a4e60bd07712" providerId="ADAL" clId="{00873937-8841-4394-9081-668AB0E0F950}" dt="2026-08-25T01:57:57.717" v="0" actId="47"/>
        <pc:sldMkLst>
          <pc:docMk/>
          <pc:sldMk cId="0" sldId="457"/>
        </pc:sldMkLst>
      </pc:sldChg>
      <pc:sldChg chg="del">
        <pc:chgData name="Amanda Countryman" userId="0be1c61d-c610-49a2-ae7e-a4e60bd07712" providerId="ADAL" clId="{00873937-8841-4394-9081-668AB0E0F950}" dt="2026-08-25T01:57:57.717" v="0" actId="47"/>
        <pc:sldMkLst>
          <pc:docMk/>
          <pc:sldMk cId="0" sldId="458"/>
        </pc:sldMkLst>
      </pc:sldChg>
      <pc:sldChg chg="del">
        <pc:chgData name="Amanda Countryman" userId="0be1c61d-c610-49a2-ae7e-a4e60bd07712" providerId="ADAL" clId="{00873937-8841-4394-9081-668AB0E0F950}" dt="2026-08-25T01:57:57.717" v="0" actId="47"/>
        <pc:sldMkLst>
          <pc:docMk/>
          <pc:sldMk cId="0" sldId="459"/>
        </pc:sldMkLst>
      </pc:sldChg>
      <pc:sldChg chg="del">
        <pc:chgData name="Amanda Countryman" userId="0be1c61d-c610-49a2-ae7e-a4e60bd07712" providerId="ADAL" clId="{00873937-8841-4394-9081-668AB0E0F950}" dt="2026-08-25T01:57:57.717" v="0" actId="47"/>
        <pc:sldMkLst>
          <pc:docMk/>
          <pc:sldMk cId="0" sldId="460"/>
        </pc:sldMkLst>
      </pc:sldChg>
      <pc:sldChg chg="del">
        <pc:chgData name="Amanda Countryman" userId="0be1c61d-c610-49a2-ae7e-a4e60bd07712" providerId="ADAL" clId="{00873937-8841-4394-9081-668AB0E0F950}" dt="2026-08-25T01:57:57.717" v="0" actId="47"/>
        <pc:sldMkLst>
          <pc:docMk/>
          <pc:sldMk cId="0" sldId="461"/>
        </pc:sldMkLst>
      </pc:sldChg>
      <pc:sldChg chg="del">
        <pc:chgData name="Amanda Countryman" userId="0be1c61d-c610-49a2-ae7e-a4e60bd07712" providerId="ADAL" clId="{00873937-8841-4394-9081-668AB0E0F950}" dt="2026-08-25T01:57:57.717" v="0" actId="47"/>
        <pc:sldMkLst>
          <pc:docMk/>
          <pc:sldMk cId="0" sldId="462"/>
        </pc:sldMkLst>
      </pc:sldChg>
      <pc:sldChg chg="del">
        <pc:chgData name="Amanda Countryman" userId="0be1c61d-c610-49a2-ae7e-a4e60bd07712" providerId="ADAL" clId="{00873937-8841-4394-9081-668AB0E0F950}" dt="2026-08-25T01:57:57.717" v="0" actId="47"/>
        <pc:sldMkLst>
          <pc:docMk/>
          <pc:sldMk cId="0" sldId="463"/>
        </pc:sldMkLst>
      </pc:sldChg>
      <pc:sldChg chg="del">
        <pc:chgData name="Amanda Countryman" userId="0be1c61d-c610-49a2-ae7e-a4e60bd07712" providerId="ADAL" clId="{00873937-8841-4394-9081-668AB0E0F950}" dt="2026-08-25T01:57:57.717" v="0" actId="47"/>
        <pc:sldMkLst>
          <pc:docMk/>
          <pc:sldMk cId="0" sldId="464"/>
        </pc:sldMkLst>
      </pc:sldChg>
      <pc:sldChg chg="del">
        <pc:chgData name="Amanda Countryman" userId="0be1c61d-c610-49a2-ae7e-a4e60bd07712" providerId="ADAL" clId="{00873937-8841-4394-9081-668AB0E0F950}" dt="2026-08-25T01:57:57.717" v="0" actId="47"/>
        <pc:sldMkLst>
          <pc:docMk/>
          <pc:sldMk cId="0" sldId="465"/>
        </pc:sldMkLst>
      </pc:sldChg>
      <pc:sldChg chg="del">
        <pc:chgData name="Amanda Countryman" userId="0be1c61d-c610-49a2-ae7e-a4e60bd07712" providerId="ADAL" clId="{00873937-8841-4394-9081-668AB0E0F950}" dt="2026-08-25T01:57:57.717" v="0" actId="47"/>
        <pc:sldMkLst>
          <pc:docMk/>
          <pc:sldMk cId="0" sldId="466"/>
        </pc:sldMkLst>
      </pc:sldChg>
      <pc:sldChg chg="del">
        <pc:chgData name="Amanda Countryman" userId="0be1c61d-c610-49a2-ae7e-a4e60bd07712" providerId="ADAL" clId="{00873937-8841-4394-9081-668AB0E0F950}" dt="2026-08-25T01:57:57.717" v="0" actId="47"/>
        <pc:sldMkLst>
          <pc:docMk/>
          <pc:sldMk cId="0" sldId="467"/>
        </pc:sldMkLst>
      </pc:sldChg>
      <pc:sldChg chg="del">
        <pc:chgData name="Amanda Countryman" userId="0be1c61d-c610-49a2-ae7e-a4e60bd07712" providerId="ADAL" clId="{00873937-8841-4394-9081-668AB0E0F950}" dt="2026-08-25T01:57:57.717" v="0" actId="47"/>
        <pc:sldMkLst>
          <pc:docMk/>
          <pc:sldMk cId="0" sldId="468"/>
        </pc:sldMkLst>
      </pc:sldChg>
      <pc:sldChg chg="del">
        <pc:chgData name="Amanda Countryman" userId="0be1c61d-c610-49a2-ae7e-a4e60bd07712" providerId="ADAL" clId="{00873937-8841-4394-9081-668AB0E0F950}" dt="2026-08-25T01:57:57.717" v="0" actId="47"/>
        <pc:sldMkLst>
          <pc:docMk/>
          <pc:sldMk cId="0" sldId="469"/>
        </pc:sldMkLst>
      </pc:sldChg>
      <pc:sldChg chg="del">
        <pc:chgData name="Amanda Countryman" userId="0be1c61d-c610-49a2-ae7e-a4e60bd07712" providerId="ADAL" clId="{00873937-8841-4394-9081-668AB0E0F950}" dt="2026-08-25T01:57:57.717" v="0" actId="47"/>
        <pc:sldMkLst>
          <pc:docMk/>
          <pc:sldMk cId="0" sldId="470"/>
        </pc:sldMkLst>
      </pc:sldChg>
      <pc:sldChg chg="del">
        <pc:chgData name="Amanda Countryman" userId="0be1c61d-c610-49a2-ae7e-a4e60bd07712" providerId="ADAL" clId="{00873937-8841-4394-9081-668AB0E0F950}" dt="2026-08-25T01:57:57.717" v="0" actId="47"/>
        <pc:sldMkLst>
          <pc:docMk/>
          <pc:sldMk cId="0" sldId="471"/>
        </pc:sldMkLst>
      </pc:sldChg>
      <pc:sldChg chg="del">
        <pc:chgData name="Amanda Countryman" userId="0be1c61d-c610-49a2-ae7e-a4e60bd07712" providerId="ADAL" clId="{00873937-8841-4394-9081-668AB0E0F950}" dt="2026-08-25T01:57:57.717" v="0" actId="47"/>
        <pc:sldMkLst>
          <pc:docMk/>
          <pc:sldMk cId="0" sldId="472"/>
        </pc:sldMkLst>
      </pc:sldChg>
      <pc:sldChg chg="del">
        <pc:chgData name="Amanda Countryman" userId="0be1c61d-c610-49a2-ae7e-a4e60bd07712" providerId="ADAL" clId="{00873937-8841-4394-9081-668AB0E0F950}" dt="2026-08-25T01:57:57.717" v="0" actId="47"/>
        <pc:sldMkLst>
          <pc:docMk/>
          <pc:sldMk cId="0" sldId="473"/>
        </pc:sldMkLst>
      </pc:sldChg>
      <pc:sldChg chg="del">
        <pc:chgData name="Amanda Countryman" userId="0be1c61d-c610-49a2-ae7e-a4e60bd07712" providerId="ADAL" clId="{00873937-8841-4394-9081-668AB0E0F950}" dt="2026-08-25T01:57:57.717" v="0" actId="47"/>
        <pc:sldMkLst>
          <pc:docMk/>
          <pc:sldMk cId="0" sldId="474"/>
        </pc:sldMkLst>
      </pc:sldChg>
      <pc:sldChg chg="del">
        <pc:chgData name="Amanda Countryman" userId="0be1c61d-c610-49a2-ae7e-a4e60bd07712" providerId="ADAL" clId="{00873937-8841-4394-9081-668AB0E0F950}" dt="2026-08-25T01:57:57.717" v="0" actId="47"/>
        <pc:sldMkLst>
          <pc:docMk/>
          <pc:sldMk cId="0" sldId="475"/>
        </pc:sldMkLst>
      </pc:sldChg>
      <pc:sldChg chg="del">
        <pc:chgData name="Amanda Countryman" userId="0be1c61d-c610-49a2-ae7e-a4e60bd07712" providerId="ADAL" clId="{00873937-8841-4394-9081-668AB0E0F950}" dt="2026-08-25T01:57:57.717" v="0" actId="47"/>
        <pc:sldMkLst>
          <pc:docMk/>
          <pc:sldMk cId="0" sldId="476"/>
        </pc:sldMkLst>
      </pc:sldChg>
      <pc:sldChg chg="del">
        <pc:chgData name="Amanda Countryman" userId="0be1c61d-c610-49a2-ae7e-a4e60bd07712" providerId="ADAL" clId="{00873937-8841-4394-9081-668AB0E0F950}" dt="2026-08-25T01:57:57.717" v="0" actId="47"/>
        <pc:sldMkLst>
          <pc:docMk/>
          <pc:sldMk cId="0" sldId="477"/>
        </pc:sldMkLst>
      </pc:sldChg>
      <pc:sldChg chg="del">
        <pc:chgData name="Amanda Countryman" userId="0be1c61d-c610-49a2-ae7e-a4e60bd07712" providerId="ADAL" clId="{00873937-8841-4394-9081-668AB0E0F950}" dt="2026-08-25T01:57:57.717" v="0" actId="47"/>
        <pc:sldMkLst>
          <pc:docMk/>
          <pc:sldMk cId="0" sldId="478"/>
        </pc:sldMkLst>
      </pc:sldChg>
      <pc:sldChg chg="del">
        <pc:chgData name="Amanda Countryman" userId="0be1c61d-c610-49a2-ae7e-a4e60bd07712" providerId="ADAL" clId="{00873937-8841-4394-9081-668AB0E0F950}" dt="2026-08-25T01:57:57.717" v="0" actId="47"/>
        <pc:sldMkLst>
          <pc:docMk/>
          <pc:sldMk cId="0" sldId="479"/>
        </pc:sldMkLst>
      </pc:sldChg>
      <pc:sldChg chg="del">
        <pc:chgData name="Amanda Countryman" userId="0be1c61d-c610-49a2-ae7e-a4e60bd07712" providerId="ADAL" clId="{00873937-8841-4394-9081-668AB0E0F950}" dt="2026-08-25T01:57:57.717" v="0" actId="47"/>
        <pc:sldMkLst>
          <pc:docMk/>
          <pc:sldMk cId="0" sldId="480"/>
        </pc:sldMkLst>
      </pc:sldChg>
      <pc:sldChg chg="del">
        <pc:chgData name="Amanda Countryman" userId="0be1c61d-c610-49a2-ae7e-a4e60bd07712" providerId="ADAL" clId="{00873937-8841-4394-9081-668AB0E0F950}" dt="2026-08-25T01:57:57.717" v="0" actId="47"/>
        <pc:sldMkLst>
          <pc:docMk/>
          <pc:sldMk cId="0" sldId="481"/>
        </pc:sldMkLst>
      </pc:sldChg>
      <pc:sldChg chg="del">
        <pc:chgData name="Amanda Countryman" userId="0be1c61d-c610-49a2-ae7e-a4e60bd07712" providerId="ADAL" clId="{00873937-8841-4394-9081-668AB0E0F950}" dt="2026-08-25T01:57:57.717" v="0" actId="47"/>
        <pc:sldMkLst>
          <pc:docMk/>
          <pc:sldMk cId="0" sldId="482"/>
        </pc:sldMkLst>
      </pc:sldChg>
      <pc:sldChg chg="del">
        <pc:chgData name="Amanda Countryman" userId="0be1c61d-c610-49a2-ae7e-a4e60bd07712" providerId="ADAL" clId="{00873937-8841-4394-9081-668AB0E0F950}" dt="2026-08-25T01:57:57.717" v="0" actId="47"/>
        <pc:sldMkLst>
          <pc:docMk/>
          <pc:sldMk cId="0" sldId="483"/>
        </pc:sldMkLst>
      </pc:sldChg>
      <pc:sldChg chg="del">
        <pc:chgData name="Amanda Countryman" userId="0be1c61d-c610-49a2-ae7e-a4e60bd07712" providerId="ADAL" clId="{00873937-8841-4394-9081-668AB0E0F950}" dt="2026-08-25T01:57:57.717" v="0" actId="47"/>
        <pc:sldMkLst>
          <pc:docMk/>
          <pc:sldMk cId="0" sldId="484"/>
        </pc:sldMkLst>
      </pc:sldChg>
      <pc:sldChg chg="del">
        <pc:chgData name="Amanda Countryman" userId="0be1c61d-c610-49a2-ae7e-a4e60bd07712" providerId="ADAL" clId="{00873937-8841-4394-9081-668AB0E0F950}" dt="2026-08-25T01:57:57.717" v="0" actId="47"/>
        <pc:sldMkLst>
          <pc:docMk/>
          <pc:sldMk cId="0" sldId="485"/>
        </pc:sldMkLst>
      </pc:sldChg>
      <pc:sldChg chg="del">
        <pc:chgData name="Amanda Countryman" userId="0be1c61d-c610-49a2-ae7e-a4e60bd07712" providerId="ADAL" clId="{00873937-8841-4394-9081-668AB0E0F950}" dt="2026-08-25T01:57:57.717" v="0" actId="47"/>
        <pc:sldMkLst>
          <pc:docMk/>
          <pc:sldMk cId="0" sldId="486"/>
        </pc:sldMkLst>
      </pc:sldChg>
      <pc:sldChg chg="del">
        <pc:chgData name="Amanda Countryman" userId="0be1c61d-c610-49a2-ae7e-a4e60bd07712" providerId="ADAL" clId="{00873937-8841-4394-9081-668AB0E0F950}" dt="2026-08-25T01:57:57.717" v="0" actId="47"/>
        <pc:sldMkLst>
          <pc:docMk/>
          <pc:sldMk cId="0" sldId="487"/>
        </pc:sldMkLst>
      </pc:sldChg>
      <pc:sldChg chg="del">
        <pc:chgData name="Amanda Countryman" userId="0be1c61d-c610-49a2-ae7e-a4e60bd07712" providerId="ADAL" clId="{00873937-8841-4394-9081-668AB0E0F950}" dt="2026-08-25T01:57:57.717" v="0" actId="47"/>
        <pc:sldMkLst>
          <pc:docMk/>
          <pc:sldMk cId="0" sldId="488"/>
        </pc:sldMkLst>
      </pc:sldChg>
      <pc:sldChg chg="del">
        <pc:chgData name="Amanda Countryman" userId="0be1c61d-c610-49a2-ae7e-a4e60bd07712" providerId="ADAL" clId="{00873937-8841-4394-9081-668AB0E0F950}" dt="2026-08-25T01:57:57.717" v="0" actId="47"/>
        <pc:sldMkLst>
          <pc:docMk/>
          <pc:sldMk cId="0" sldId="489"/>
        </pc:sldMkLst>
      </pc:sldChg>
      <pc:sldChg chg="del">
        <pc:chgData name="Amanda Countryman" userId="0be1c61d-c610-49a2-ae7e-a4e60bd07712" providerId="ADAL" clId="{00873937-8841-4394-9081-668AB0E0F950}" dt="2026-08-25T01:57:57.717" v="0" actId="47"/>
        <pc:sldMkLst>
          <pc:docMk/>
          <pc:sldMk cId="0" sldId="490"/>
        </pc:sldMkLst>
      </pc:sldChg>
      <pc:sldChg chg="del">
        <pc:chgData name="Amanda Countryman" userId="0be1c61d-c610-49a2-ae7e-a4e60bd07712" providerId="ADAL" clId="{00873937-8841-4394-9081-668AB0E0F950}" dt="2026-08-25T01:57:57.717" v="0" actId="47"/>
        <pc:sldMkLst>
          <pc:docMk/>
          <pc:sldMk cId="0" sldId="491"/>
        </pc:sldMkLst>
      </pc:sldChg>
      <pc:sldChg chg="del">
        <pc:chgData name="Amanda Countryman" userId="0be1c61d-c610-49a2-ae7e-a4e60bd07712" providerId="ADAL" clId="{00873937-8841-4394-9081-668AB0E0F950}" dt="2026-08-25T01:57:57.717" v="0" actId="47"/>
        <pc:sldMkLst>
          <pc:docMk/>
          <pc:sldMk cId="0" sldId="492"/>
        </pc:sldMkLst>
      </pc:sldChg>
      <pc:sldChg chg="del">
        <pc:chgData name="Amanda Countryman" userId="0be1c61d-c610-49a2-ae7e-a4e60bd07712" providerId="ADAL" clId="{00873937-8841-4394-9081-668AB0E0F950}" dt="2026-08-25T01:57:57.717" v="0" actId="47"/>
        <pc:sldMkLst>
          <pc:docMk/>
          <pc:sldMk cId="0" sldId="493"/>
        </pc:sldMkLst>
      </pc:sldChg>
      <pc:sldChg chg="del">
        <pc:chgData name="Amanda Countryman" userId="0be1c61d-c610-49a2-ae7e-a4e60bd07712" providerId="ADAL" clId="{00873937-8841-4394-9081-668AB0E0F950}" dt="2026-08-25T01:57:57.717" v="0" actId="47"/>
        <pc:sldMkLst>
          <pc:docMk/>
          <pc:sldMk cId="0" sldId="494"/>
        </pc:sldMkLst>
      </pc:sldChg>
      <pc:sldChg chg="del">
        <pc:chgData name="Amanda Countryman" userId="0be1c61d-c610-49a2-ae7e-a4e60bd07712" providerId="ADAL" clId="{00873937-8841-4394-9081-668AB0E0F950}" dt="2026-08-25T01:57:57.717" v="0" actId="47"/>
        <pc:sldMkLst>
          <pc:docMk/>
          <pc:sldMk cId="0" sldId="495"/>
        </pc:sldMkLst>
      </pc:sldChg>
      <pc:sldChg chg="del">
        <pc:chgData name="Amanda Countryman" userId="0be1c61d-c610-49a2-ae7e-a4e60bd07712" providerId="ADAL" clId="{00873937-8841-4394-9081-668AB0E0F950}" dt="2026-08-25T01:57:57.717" v="0" actId="47"/>
        <pc:sldMkLst>
          <pc:docMk/>
          <pc:sldMk cId="0" sldId="496"/>
        </pc:sldMkLst>
      </pc:sldChg>
      <pc:sldChg chg="del">
        <pc:chgData name="Amanda Countryman" userId="0be1c61d-c610-49a2-ae7e-a4e60bd07712" providerId="ADAL" clId="{00873937-8841-4394-9081-668AB0E0F950}" dt="2026-08-25T01:57:57.717" v="0" actId="47"/>
        <pc:sldMkLst>
          <pc:docMk/>
          <pc:sldMk cId="0" sldId="497"/>
        </pc:sldMkLst>
      </pc:sldChg>
      <pc:sldChg chg="del">
        <pc:chgData name="Amanda Countryman" userId="0be1c61d-c610-49a2-ae7e-a4e60bd07712" providerId="ADAL" clId="{00873937-8841-4394-9081-668AB0E0F950}" dt="2026-08-25T01:57:57.717" v="0" actId="47"/>
        <pc:sldMkLst>
          <pc:docMk/>
          <pc:sldMk cId="0" sldId="498"/>
        </pc:sldMkLst>
      </pc:sldChg>
      <pc:sldChg chg="del">
        <pc:chgData name="Amanda Countryman" userId="0be1c61d-c610-49a2-ae7e-a4e60bd07712" providerId="ADAL" clId="{00873937-8841-4394-9081-668AB0E0F950}" dt="2026-08-25T01:57:57.717" v="0" actId="47"/>
        <pc:sldMkLst>
          <pc:docMk/>
          <pc:sldMk cId="0" sldId="499"/>
        </pc:sldMkLst>
      </pc:sldChg>
      <pc:sldChg chg="del">
        <pc:chgData name="Amanda Countryman" userId="0be1c61d-c610-49a2-ae7e-a4e60bd07712" providerId="ADAL" clId="{00873937-8841-4394-9081-668AB0E0F950}" dt="2026-08-25T01:57:57.717" v="0" actId="47"/>
        <pc:sldMkLst>
          <pc:docMk/>
          <pc:sldMk cId="0" sldId="500"/>
        </pc:sldMkLst>
      </pc:sldChg>
      <pc:sldChg chg="del">
        <pc:chgData name="Amanda Countryman" userId="0be1c61d-c610-49a2-ae7e-a4e60bd07712" providerId="ADAL" clId="{00873937-8841-4394-9081-668AB0E0F950}" dt="2026-08-25T01:57:57.717" v="0" actId="47"/>
        <pc:sldMkLst>
          <pc:docMk/>
          <pc:sldMk cId="0" sldId="501"/>
        </pc:sldMkLst>
      </pc:sldChg>
      <pc:sldChg chg="del">
        <pc:chgData name="Amanda Countryman" userId="0be1c61d-c610-49a2-ae7e-a4e60bd07712" providerId="ADAL" clId="{00873937-8841-4394-9081-668AB0E0F950}" dt="2026-08-25T01:57:57.717" v="0" actId="47"/>
        <pc:sldMkLst>
          <pc:docMk/>
          <pc:sldMk cId="0" sldId="502"/>
        </pc:sldMkLst>
      </pc:sldChg>
      <pc:sldChg chg="del">
        <pc:chgData name="Amanda Countryman" userId="0be1c61d-c610-49a2-ae7e-a4e60bd07712" providerId="ADAL" clId="{00873937-8841-4394-9081-668AB0E0F950}" dt="2026-08-25T01:57:57.717" v="0" actId="47"/>
        <pc:sldMkLst>
          <pc:docMk/>
          <pc:sldMk cId="0" sldId="503"/>
        </pc:sldMkLst>
      </pc:sldChg>
      <pc:sldChg chg="del">
        <pc:chgData name="Amanda Countryman" userId="0be1c61d-c610-49a2-ae7e-a4e60bd07712" providerId="ADAL" clId="{00873937-8841-4394-9081-668AB0E0F950}" dt="2026-08-25T01:57:57.717" v="0" actId="47"/>
        <pc:sldMkLst>
          <pc:docMk/>
          <pc:sldMk cId="0" sldId="504"/>
        </pc:sldMkLst>
      </pc:sldChg>
      <pc:sldChg chg="del">
        <pc:chgData name="Amanda Countryman" userId="0be1c61d-c610-49a2-ae7e-a4e60bd07712" providerId="ADAL" clId="{00873937-8841-4394-9081-668AB0E0F950}" dt="2026-08-25T01:57:57.717" v="0" actId="47"/>
        <pc:sldMkLst>
          <pc:docMk/>
          <pc:sldMk cId="0" sldId="505"/>
        </pc:sldMkLst>
      </pc:sldChg>
      <pc:sldChg chg="del">
        <pc:chgData name="Amanda Countryman" userId="0be1c61d-c610-49a2-ae7e-a4e60bd07712" providerId="ADAL" clId="{00873937-8841-4394-9081-668AB0E0F950}" dt="2026-08-25T01:57:57.717" v="0" actId="47"/>
        <pc:sldMkLst>
          <pc:docMk/>
          <pc:sldMk cId="0" sldId="506"/>
        </pc:sldMkLst>
      </pc:sldChg>
      <pc:sldChg chg="del">
        <pc:chgData name="Amanda Countryman" userId="0be1c61d-c610-49a2-ae7e-a4e60bd07712" providerId="ADAL" clId="{00873937-8841-4394-9081-668AB0E0F950}" dt="2026-08-25T01:57:57.717" v="0" actId="47"/>
        <pc:sldMkLst>
          <pc:docMk/>
          <pc:sldMk cId="0" sldId="507"/>
        </pc:sldMkLst>
      </pc:sldChg>
      <pc:sldChg chg="del">
        <pc:chgData name="Amanda Countryman" userId="0be1c61d-c610-49a2-ae7e-a4e60bd07712" providerId="ADAL" clId="{00873937-8841-4394-9081-668AB0E0F950}" dt="2026-08-25T01:57:57.717" v="0" actId="47"/>
        <pc:sldMkLst>
          <pc:docMk/>
          <pc:sldMk cId="0" sldId="508"/>
        </pc:sldMkLst>
      </pc:sldChg>
      <pc:sldChg chg="del">
        <pc:chgData name="Amanda Countryman" userId="0be1c61d-c610-49a2-ae7e-a4e60bd07712" providerId="ADAL" clId="{00873937-8841-4394-9081-668AB0E0F950}" dt="2026-08-25T01:57:57.717" v="0" actId="47"/>
        <pc:sldMkLst>
          <pc:docMk/>
          <pc:sldMk cId="0" sldId="509"/>
        </pc:sldMkLst>
      </pc:sldChg>
      <pc:sldChg chg="del">
        <pc:chgData name="Amanda Countryman" userId="0be1c61d-c610-49a2-ae7e-a4e60bd07712" providerId="ADAL" clId="{00873937-8841-4394-9081-668AB0E0F950}" dt="2026-08-25T01:57:57.717" v="0" actId="47"/>
        <pc:sldMkLst>
          <pc:docMk/>
          <pc:sldMk cId="0" sldId="510"/>
        </pc:sldMkLst>
      </pc:sldChg>
      <pc:sldChg chg="del">
        <pc:chgData name="Amanda Countryman" userId="0be1c61d-c610-49a2-ae7e-a4e60bd07712" providerId="ADAL" clId="{00873937-8841-4394-9081-668AB0E0F950}" dt="2026-08-25T01:57:57.717" v="0" actId="47"/>
        <pc:sldMkLst>
          <pc:docMk/>
          <pc:sldMk cId="0" sldId="511"/>
        </pc:sldMkLst>
      </pc:sldChg>
      <pc:sldChg chg="del">
        <pc:chgData name="Amanda Countryman" userId="0be1c61d-c610-49a2-ae7e-a4e60bd07712" providerId="ADAL" clId="{00873937-8841-4394-9081-668AB0E0F950}" dt="2026-08-25T01:57:57.717" v="0" actId="47"/>
        <pc:sldMkLst>
          <pc:docMk/>
          <pc:sldMk cId="0" sldId="512"/>
        </pc:sldMkLst>
      </pc:sldChg>
      <pc:sldChg chg="del">
        <pc:chgData name="Amanda Countryman" userId="0be1c61d-c610-49a2-ae7e-a4e60bd07712" providerId="ADAL" clId="{00873937-8841-4394-9081-668AB0E0F950}" dt="2026-08-25T01:57:57.717" v="0" actId="47"/>
        <pc:sldMkLst>
          <pc:docMk/>
          <pc:sldMk cId="0" sldId="513"/>
        </pc:sldMkLst>
      </pc:sldChg>
      <pc:sldChg chg="del">
        <pc:chgData name="Amanda Countryman" userId="0be1c61d-c610-49a2-ae7e-a4e60bd07712" providerId="ADAL" clId="{00873937-8841-4394-9081-668AB0E0F950}" dt="2026-08-25T01:57:57.717" v="0" actId="47"/>
        <pc:sldMkLst>
          <pc:docMk/>
          <pc:sldMk cId="0" sldId="514"/>
        </pc:sldMkLst>
      </pc:sldChg>
      <pc:sldChg chg="del">
        <pc:chgData name="Amanda Countryman" userId="0be1c61d-c610-49a2-ae7e-a4e60bd07712" providerId="ADAL" clId="{00873937-8841-4394-9081-668AB0E0F950}" dt="2026-08-25T01:57:57.717" v="0" actId="47"/>
        <pc:sldMkLst>
          <pc:docMk/>
          <pc:sldMk cId="0" sldId="515"/>
        </pc:sldMkLst>
      </pc:sldChg>
      <pc:sldChg chg="del">
        <pc:chgData name="Amanda Countryman" userId="0be1c61d-c610-49a2-ae7e-a4e60bd07712" providerId="ADAL" clId="{00873937-8841-4394-9081-668AB0E0F950}" dt="2026-08-25T01:57:57.717" v="0" actId="47"/>
        <pc:sldMkLst>
          <pc:docMk/>
          <pc:sldMk cId="0" sldId="516"/>
        </pc:sldMkLst>
      </pc:sldChg>
      <pc:sldChg chg="del">
        <pc:chgData name="Amanda Countryman" userId="0be1c61d-c610-49a2-ae7e-a4e60bd07712" providerId="ADAL" clId="{00873937-8841-4394-9081-668AB0E0F950}" dt="2026-08-25T01:57:57.717" v="0" actId="47"/>
        <pc:sldMkLst>
          <pc:docMk/>
          <pc:sldMk cId="0" sldId="518"/>
        </pc:sldMkLst>
      </pc:sldChg>
      <pc:sldChg chg="del">
        <pc:chgData name="Amanda Countryman" userId="0be1c61d-c610-49a2-ae7e-a4e60bd07712" providerId="ADAL" clId="{00873937-8841-4394-9081-668AB0E0F950}" dt="2026-08-25T01:57:57.717" v="0" actId="47"/>
        <pc:sldMkLst>
          <pc:docMk/>
          <pc:sldMk cId="0" sldId="519"/>
        </pc:sldMkLst>
      </pc:sldChg>
      <pc:sldChg chg="del">
        <pc:chgData name="Amanda Countryman" userId="0be1c61d-c610-49a2-ae7e-a4e60bd07712" providerId="ADAL" clId="{00873937-8841-4394-9081-668AB0E0F950}" dt="2026-08-25T01:57:57.717" v="0" actId="47"/>
        <pc:sldMkLst>
          <pc:docMk/>
          <pc:sldMk cId="0" sldId="520"/>
        </pc:sldMkLst>
      </pc:sldChg>
      <pc:sldChg chg="del">
        <pc:chgData name="Amanda Countryman" userId="0be1c61d-c610-49a2-ae7e-a4e60bd07712" providerId="ADAL" clId="{00873937-8841-4394-9081-668AB0E0F950}" dt="2026-08-25T01:57:57.717" v="0" actId="47"/>
        <pc:sldMkLst>
          <pc:docMk/>
          <pc:sldMk cId="0" sldId="521"/>
        </pc:sldMkLst>
      </pc:sldChg>
      <pc:sldChg chg="del">
        <pc:chgData name="Amanda Countryman" userId="0be1c61d-c610-49a2-ae7e-a4e60bd07712" providerId="ADAL" clId="{00873937-8841-4394-9081-668AB0E0F950}" dt="2026-08-25T01:57:57.717" v="0" actId="47"/>
        <pc:sldMkLst>
          <pc:docMk/>
          <pc:sldMk cId="0" sldId="522"/>
        </pc:sldMkLst>
      </pc:sldChg>
      <pc:sldChg chg="del">
        <pc:chgData name="Amanda Countryman" userId="0be1c61d-c610-49a2-ae7e-a4e60bd07712" providerId="ADAL" clId="{00873937-8841-4394-9081-668AB0E0F950}" dt="2026-08-25T01:57:57.717" v="0" actId="47"/>
        <pc:sldMkLst>
          <pc:docMk/>
          <pc:sldMk cId="0" sldId="523"/>
        </pc:sldMkLst>
      </pc:sldChg>
      <pc:sldChg chg="del">
        <pc:chgData name="Amanda Countryman" userId="0be1c61d-c610-49a2-ae7e-a4e60bd07712" providerId="ADAL" clId="{00873937-8841-4394-9081-668AB0E0F950}" dt="2026-08-25T01:57:57.717" v="0" actId="47"/>
        <pc:sldMkLst>
          <pc:docMk/>
          <pc:sldMk cId="0" sldId="524"/>
        </pc:sldMkLst>
      </pc:sldChg>
      <pc:sldChg chg="del">
        <pc:chgData name="Amanda Countryman" userId="0be1c61d-c610-49a2-ae7e-a4e60bd07712" providerId="ADAL" clId="{00873937-8841-4394-9081-668AB0E0F950}" dt="2026-08-25T01:57:57.717" v="0" actId="47"/>
        <pc:sldMkLst>
          <pc:docMk/>
          <pc:sldMk cId="0" sldId="525"/>
        </pc:sldMkLst>
      </pc:sldChg>
      <pc:sldChg chg="del">
        <pc:chgData name="Amanda Countryman" userId="0be1c61d-c610-49a2-ae7e-a4e60bd07712" providerId="ADAL" clId="{00873937-8841-4394-9081-668AB0E0F950}" dt="2026-08-25T01:57:57.717" v="0" actId="47"/>
        <pc:sldMkLst>
          <pc:docMk/>
          <pc:sldMk cId="0" sldId="526"/>
        </pc:sldMkLst>
      </pc:sldChg>
      <pc:sldChg chg="del">
        <pc:chgData name="Amanda Countryman" userId="0be1c61d-c610-49a2-ae7e-a4e60bd07712" providerId="ADAL" clId="{00873937-8841-4394-9081-668AB0E0F950}" dt="2026-08-25T01:57:57.717" v="0" actId="47"/>
        <pc:sldMkLst>
          <pc:docMk/>
          <pc:sldMk cId="0" sldId="527"/>
        </pc:sldMkLst>
      </pc:sldChg>
      <pc:sldChg chg="del">
        <pc:chgData name="Amanda Countryman" userId="0be1c61d-c610-49a2-ae7e-a4e60bd07712" providerId="ADAL" clId="{00873937-8841-4394-9081-668AB0E0F950}" dt="2026-08-25T01:57:57.717" v="0" actId="47"/>
        <pc:sldMkLst>
          <pc:docMk/>
          <pc:sldMk cId="0" sldId="528"/>
        </pc:sldMkLst>
      </pc:sldChg>
      <pc:sldChg chg="del">
        <pc:chgData name="Amanda Countryman" userId="0be1c61d-c610-49a2-ae7e-a4e60bd07712" providerId="ADAL" clId="{00873937-8841-4394-9081-668AB0E0F950}" dt="2026-08-25T01:57:57.717" v="0" actId="47"/>
        <pc:sldMkLst>
          <pc:docMk/>
          <pc:sldMk cId="0" sldId="529"/>
        </pc:sldMkLst>
      </pc:sldChg>
      <pc:sldChg chg="del">
        <pc:chgData name="Amanda Countryman" userId="0be1c61d-c610-49a2-ae7e-a4e60bd07712" providerId="ADAL" clId="{00873937-8841-4394-9081-668AB0E0F950}" dt="2026-08-25T01:57:57.717" v="0" actId="47"/>
        <pc:sldMkLst>
          <pc:docMk/>
          <pc:sldMk cId="0" sldId="530"/>
        </pc:sldMkLst>
      </pc:sldChg>
      <pc:sldChg chg="del">
        <pc:chgData name="Amanda Countryman" userId="0be1c61d-c610-49a2-ae7e-a4e60bd07712" providerId="ADAL" clId="{00873937-8841-4394-9081-668AB0E0F950}" dt="2026-08-25T01:57:57.717" v="0" actId="47"/>
        <pc:sldMkLst>
          <pc:docMk/>
          <pc:sldMk cId="0" sldId="531"/>
        </pc:sldMkLst>
      </pc:sldChg>
      <pc:sldChg chg="del">
        <pc:chgData name="Amanda Countryman" userId="0be1c61d-c610-49a2-ae7e-a4e60bd07712" providerId="ADAL" clId="{00873937-8841-4394-9081-668AB0E0F950}" dt="2026-08-25T01:57:57.717" v="0" actId="47"/>
        <pc:sldMkLst>
          <pc:docMk/>
          <pc:sldMk cId="0" sldId="532"/>
        </pc:sldMkLst>
      </pc:sldChg>
      <pc:sldChg chg="del">
        <pc:chgData name="Amanda Countryman" userId="0be1c61d-c610-49a2-ae7e-a4e60bd07712" providerId="ADAL" clId="{00873937-8841-4394-9081-668AB0E0F950}" dt="2026-08-25T01:57:57.717" v="0" actId="47"/>
        <pc:sldMkLst>
          <pc:docMk/>
          <pc:sldMk cId="0" sldId="533"/>
        </pc:sldMkLst>
      </pc:sldChg>
      <pc:sldChg chg="del">
        <pc:chgData name="Amanda Countryman" userId="0be1c61d-c610-49a2-ae7e-a4e60bd07712" providerId="ADAL" clId="{00873937-8841-4394-9081-668AB0E0F950}" dt="2026-08-25T01:57:57.717" v="0" actId="47"/>
        <pc:sldMkLst>
          <pc:docMk/>
          <pc:sldMk cId="0" sldId="534"/>
        </pc:sldMkLst>
      </pc:sldChg>
      <pc:sldChg chg="del">
        <pc:chgData name="Amanda Countryman" userId="0be1c61d-c610-49a2-ae7e-a4e60bd07712" providerId="ADAL" clId="{00873937-8841-4394-9081-668AB0E0F950}" dt="2026-08-25T01:57:57.717" v="0" actId="47"/>
        <pc:sldMkLst>
          <pc:docMk/>
          <pc:sldMk cId="0" sldId="535"/>
        </pc:sldMkLst>
      </pc:sldChg>
      <pc:sldChg chg="del">
        <pc:chgData name="Amanda Countryman" userId="0be1c61d-c610-49a2-ae7e-a4e60bd07712" providerId="ADAL" clId="{00873937-8841-4394-9081-668AB0E0F950}" dt="2026-08-25T01:57:57.717" v="0" actId="47"/>
        <pc:sldMkLst>
          <pc:docMk/>
          <pc:sldMk cId="0" sldId="536"/>
        </pc:sldMkLst>
      </pc:sldChg>
      <pc:sldChg chg="del">
        <pc:chgData name="Amanda Countryman" userId="0be1c61d-c610-49a2-ae7e-a4e60bd07712" providerId="ADAL" clId="{00873937-8841-4394-9081-668AB0E0F950}" dt="2026-08-25T01:57:57.717" v="0" actId="47"/>
        <pc:sldMkLst>
          <pc:docMk/>
          <pc:sldMk cId="0" sldId="537"/>
        </pc:sldMkLst>
      </pc:sldChg>
      <pc:sldChg chg="del">
        <pc:chgData name="Amanda Countryman" userId="0be1c61d-c610-49a2-ae7e-a4e60bd07712" providerId="ADAL" clId="{00873937-8841-4394-9081-668AB0E0F950}" dt="2026-08-25T01:57:57.717" v="0" actId="47"/>
        <pc:sldMkLst>
          <pc:docMk/>
          <pc:sldMk cId="0" sldId="538"/>
        </pc:sldMkLst>
      </pc:sldChg>
      <pc:sldChg chg="del">
        <pc:chgData name="Amanda Countryman" userId="0be1c61d-c610-49a2-ae7e-a4e60bd07712" providerId="ADAL" clId="{00873937-8841-4394-9081-668AB0E0F950}" dt="2026-08-25T01:57:57.717" v="0" actId="47"/>
        <pc:sldMkLst>
          <pc:docMk/>
          <pc:sldMk cId="0" sldId="539"/>
        </pc:sldMkLst>
      </pc:sldChg>
      <pc:sldChg chg="del">
        <pc:chgData name="Amanda Countryman" userId="0be1c61d-c610-49a2-ae7e-a4e60bd07712" providerId="ADAL" clId="{00873937-8841-4394-9081-668AB0E0F950}" dt="2026-08-25T01:57:57.717" v="0" actId="47"/>
        <pc:sldMkLst>
          <pc:docMk/>
          <pc:sldMk cId="0" sldId="540"/>
        </pc:sldMkLst>
      </pc:sldChg>
      <pc:sldChg chg="del">
        <pc:chgData name="Amanda Countryman" userId="0be1c61d-c610-49a2-ae7e-a4e60bd07712" providerId="ADAL" clId="{00873937-8841-4394-9081-668AB0E0F950}" dt="2026-08-25T01:57:57.717" v="0" actId="47"/>
        <pc:sldMkLst>
          <pc:docMk/>
          <pc:sldMk cId="0" sldId="541"/>
        </pc:sldMkLst>
      </pc:sldChg>
      <pc:sldChg chg="del">
        <pc:chgData name="Amanda Countryman" userId="0be1c61d-c610-49a2-ae7e-a4e60bd07712" providerId="ADAL" clId="{00873937-8841-4394-9081-668AB0E0F950}" dt="2026-08-25T01:57:57.717" v="0" actId="47"/>
        <pc:sldMkLst>
          <pc:docMk/>
          <pc:sldMk cId="0" sldId="542"/>
        </pc:sldMkLst>
      </pc:sldChg>
      <pc:sldChg chg="del">
        <pc:chgData name="Amanda Countryman" userId="0be1c61d-c610-49a2-ae7e-a4e60bd07712" providerId="ADAL" clId="{00873937-8841-4394-9081-668AB0E0F950}" dt="2026-08-25T01:57:57.717" v="0" actId="47"/>
        <pc:sldMkLst>
          <pc:docMk/>
          <pc:sldMk cId="0" sldId="543"/>
        </pc:sldMkLst>
      </pc:sldChg>
      <pc:sldChg chg="del">
        <pc:chgData name="Amanda Countryman" userId="0be1c61d-c610-49a2-ae7e-a4e60bd07712" providerId="ADAL" clId="{00873937-8841-4394-9081-668AB0E0F950}" dt="2026-08-25T01:57:57.717" v="0" actId="47"/>
        <pc:sldMkLst>
          <pc:docMk/>
          <pc:sldMk cId="0" sldId="544"/>
        </pc:sldMkLst>
      </pc:sldChg>
      <pc:sldChg chg="del">
        <pc:chgData name="Amanda Countryman" userId="0be1c61d-c610-49a2-ae7e-a4e60bd07712" providerId="ADAL" clId="{00873937-8841-4394-9081-668AB0E0F950}" dt="2026-08-25T01:57:57.717" v="0" actId="47"/>
        <pc:sldMkLst>
          <pc:docMk/>
          <pc:sldMk cId="0" sldId="545"/>
        </pc:sldMkLst>
      </pc:sldChg>
      <pc:sldChg chg="del">
        <pc:chgData name="Amanda Countryman" userId="0be1c61d-c610-49a2-ae7e-a4e60bd07712" providerId="ADAL" clId="{00873937-8841-4394-9081-668AB0E0F950}" dt="2026-08-25T01:57:57.717" v="0" actId="47"/>
        <pc:sldMkLst>
          <pc:docMk/>
          <pc:sldMk cId="0" sldId="556"/>
        </pc:sldMkLst>
      </pc:sldChg>
      <pc:sldChg chg="del">
        <pc:chgData name="Amanda Countryman" userId="0be1c61d-c610-49a2-ae7e-a4e60bd07712" providerId="ADAL" clId="{00873937-8841-4394-9081-668AB0E0F950}" dt="2026-08-25T01:57:57.717" v="0" actId="47"/>
        <pc:sldMkLst>
          <pc:docMk/>
          <pc:sldMk cId="0" sldId="557"/>
        </pc:sldMkLst>
      </pc:sldChg>
      <pc:sldChg chg="del">
        <pc:chgData name="Amanda Countryman" userId="0be1c61d-c610-49a2-ae7e-a4e60bd07712" providerId="ADAL" clId="{00873937-8841-4394-9081-668AB0E0F950}" dt="2026-08-25T01:57:57.717" v="0" actId="47"/>
        <pc:sldMkLst>
          <pc:docMk/>
          <pc:sldMk cId="0" sldId="558"/>
        </pc:sldMkLst>
      </pc:sldChg>
      <pc:sldChg chg="del">
        <pc:chgData name="Amanda Countryman" userId="0be1c61d-c610-49a2-ae7e-a4e60bd07712" providerId="ADAL" clId="{00873937-8841-4394-9081-668AB0E0F950}" dt="2026-08-25T01:57:57.717" v="0" actId="47"/>
        <pc:sldMkLst>
          <pc:docMk/>
          <pc:sldMk cId="0" sldId="559"/>
        </pc:sldMkLst>
      </pc:sldChg>
      <pc:sldChg chg="del">
        <pc:chgData name="Amanda Countryman" userId="0be1c61d-c610-49a2-ae7e-a4e60bd07712" providerId="ADAL" clId="{00873937-8841-4394-9081-668AB0E0F950}" dt="2026-08-25T01:57:57.717" v="0" actId="47"/>
        <pc:sldMkLst>
          <pc:docMk/>
          <pc:sldMk cId="0" sldId="560"/>
        </pc:sldMkLst>
      </pc:sldChg>
      <pc:sldChg chg="del">
        <pc:chgData name="Amanda Countryman" userId="0be1c61d-c610-49a2-ae7e-a4e60bd07712" providerId="ADAL" clId="{00873937-8841-4394-9081-668AB0E0F950}" dt="2026-08-25T01:57:57.717" v="0" actId="47"/>
        <pc:sldMkLst>
          <pc:docMk/>
          <pc:sldMk cId="0" sldId="561"/>
        </pc:sldMkLst>
      </pc:sldChg>
      <pc:sldChg chg="del">
        <pc:chgData name="Amanda Countryman" userId="0be1c61d-c610-49a2-ae7e-a4e60bd07712" providerId="ADAL" clId="{00873937-8841-4394-9081-668AB0E0F950}" dt="2026-08-25T01:57:57.717" v="0" actId="47"/>
        <pc:sldMkLst>
          <pc:docMk/>
          <pc:sldMk cId="0" sldId="562"/>
        </pc:sldMkLst>
      </pc:sldChg>
      <pc:sldChg chg="del">
        <pc:chgData name="Amanda Countryman" userId="0be1c61d-c610-49a2-ae7e-a4e60bd07712" providerId="ADAL" clId="{00873937-8841-4394-9081-668AB0E0F950}" dt="2026-08-25T01:57:57.717" v="0" actId="47"/>
        <pc:sldMkLst>
          <pc:docMk/>
          <pc:sldMk cId="0" sldId="563"/>
        </pc:sldMkLst>
      </pc:sldChg>
      <pc:sldChg chg="del">
        <pc:chgData name="Amanda Countryman" userId="0be1c61d-c610-49a2-ae7e-a4e60bd07712" providerId="ADAL" clId="{00873937-8841-4394-9081-668AB0E0F950}" dt="2026-08-25T01:57:57.717" v="0" actId="47"/>
        <pc:sldMkLst>
          <pc:docMk/>
          <pc:sldMk cId="0" sldId="564"/>
        </pc:sldMkLst>
      </pc:sldChg>
      <pc:sldChg chg="del">
        <pc:chgData name="Amanda Countryman" userId="0be1c61d-c610-49a2-ae7e-a4e60bd07712" providerId="ADAL" clId="{00873937-8841-4394-9081-668AB0E0F950}" dt="2026-08-25T01:57:57.717" v="0" actId="47"/>
        <pc:sldMkLst>
          <pc:docMk/>
          <pc:sldMk cId="0" sldId="565"/>
        </pc:sldMkLst>
      </pc:sldChg>
      <pc:sldChg chg="del">
        <pc:chgData name="Amanda Countryman" userId="0be1c61d-c610-49a2-ae7e-a4e60bd07712" providerId="ADAL" clId="{00873937-8841-4394-9081-668AB0E0F950}" dt="2026-08-25T01:57:57.717" v="0" actId="47"/>
        <pc:sldMkLst>
          <pc:docMk/>
          <pc:sldMk cId="0" sldId="566"/>
        </pc:sldMkLst>
      </pc:sldChg>
      <pc:sldChg chg="del">
        <pc:chgData name="Amanda Countryman" userId="0be1c61d-c610-49a2-ae7e-a4e60bd07712" providerId="ADAL" clId="{00873937-8841-4394-9081-668AB0E0F950}" dt="2026-08-25T01:57:57.717" v="0" actId="47"/>
        <pc:sldMkLst>
          <pc:docMk/>
          <pc:sldMk cId="0" sldId="567"/>
        </pc:sldMkLst>
      </pc:sldChg>
      <pc:sldChg chg="del">
        <pc:chgData name="Amanda Countryman" userId="0be1c61d-c610-49a2-ae7e-a4e60bd07712" providerId="ADAL" clId="{00873937-8841-4394-9081-668AB0E0F950}" dt="2026-08-25T01:57:57.717" v="0" actId="47"/>
        <pc:sldMkLst>
          <pc:docMk/>
          <pc:sldMk cId="0" sldId="568"/>
        </pc:sldMkLst>
      </pc:sldChg>
      <pc:sldChg chg="del">
        <pc:chgData name="Amanda Countryman" userId="0be1c61d-c610-49a2-ae7e-a4e60bd07712" providerId="ADAL" clId="{00873937-8841-4394-9081-668AB0E0F950}" dt="2026-08-25T01:57:57.717" v="0" actId="47"/>
        <pc:sldMkLst>
          <pc:docMk/>
          <pc:sldMk cId="0" sldId="569"/>
        </pc:sldMkLst>
      </pc:sldChg>
      <pc:sldChg chg="del">
        <pc:chgData name="Amanda Countryman" userId="0be1c61d-c610-49a2-ae7e-a4e60bd07712" providerId="ADAL" clId="{00873937-8841-4394-9081-668AB0E0F950}" dt="2026-08-25T01:57:57.717" v="0" actId="47"/>
        <pc:sldMkLst>
          <pc:docMk/>
          <pc:sldMk cId="0" sldId="570"/>
        </pc:sldMkLst>
      </pc:sldChg>
      <pc:sldChg chg="del">
        <pc:chgData name="Amanda Countryman" userId="0be1c61d-c610-49a2-ae7e-a4e60bd07712" providerId="ADAL" clId="{00873937-8841-4394-9081-668AB0E0F950}" dt="2026-08-25T01:57:57.717" v="0" actId="47"/>
        <pc:sldMkLst>
          <pc:docMk/>
          <pc:sldMk cId="0" sldId="571"/>
        </pc:sldMkLst>
      </pc:sldChg>
      <pc:sldChg chg="del">
        <pc:chgData name="Amanda Countryman" userId="0be1c61d-c610-49a2-ae7e-a4e60bd07712" providerId="ADAL" clId="{00873937-8841-4394-9081-668AB0E0F950}" dt="2026-08-25T01:57:57.717" v="0" actId="47"/>
        <pc:sldMkLst>
          <pc:docMk/>
          <pc:sldMk cId="0" sldId="572"/>
        </pc:sldMkLst>
      </pc:sldChg>
      <pc:sldChg chg="del">
        <pc:chgData name="Amanda Countryman" userId="0be1c61d-c610-49a2-ae7e-a4e60bd07712" providerId="ADAL" clId="{00873937-8841-4394-9081-668AB0E0F950}" dt="2026-08-25T01:57:57.717" v="0" actId="47"/>
        <pc:sldMkLst>
          <pc:docMk/>
          <pc:sldMk cId="0" sldId="573"/>
        </pc:sldMkLst>
      </pc:sldChg>
      <pc:sldChg chg="modSp mod">
        <pc:chgData name="Amanda Countryman" userId="0be1c61d-c610-49a2-ae7e-a4e60bd07712" providerId="ADAL" clId="{00873937-8841-4394-9081-668AB0E0F950}" dt="2026-08-25T01:58:21.687" v="7" actId="20577"/>
        <pc:sldMkLst>
          <pc:docMk/>
          <pc:sldMk cId="0" sldId="587"/>
        </pc:sldMkLst>
        <pc:spChg chg="mod">
          <ac:chgData name="Amanda Countryman" userId="0be1c61d-c610-49a2-ae7e-a4e60bd07712" providerId="ADAL" clId="{00873937-8841-4394-9081-668AB0E0F950}" dt="2026-08-25T01:58:21.687" v="7" actId="20577"/>
          <ac:spMkLst>
            <pc:docMk/>
            <pc:sldMk cId="0" sldId="587"/>
            <ac:spMk id="2043" creationId="{00000000-0000-0000-0000-000000000000}"/>
          </ac:spMkLst>
        </pc:spChg>
      </pc:sldChg>
      <pc:sldChg chg="del">
        <pc:chgData name="Amanda Countryman" userId="0be1c61d-c610-49a2-ae7e-a4e60bd07712" providerId="ADAL" clId="{00873937-8841-4394-9081-668AB0E0F950}" dt="2026-08-25T01:57:57.717" v="0" actId="47"/>
        <pc:sldMkLst>
          <pc:docMk/>
          <pc:sldMk cId="2406920554" sldId="623"/>
        </pc:sldMkLst>
      </pc:sldChg>
      <pc:sldChg chg="del">
        <pc:chgData name="Amanda Countryman" userId="0be1c61d-c610-49a2-ae7e-a4e60bd07712" providerId="ADAL" clId="{00873937-8841-4394-9081-668AB0E0F950}" dt="2026-08-25T01:57:57.717" v="0" actId="47"/>
        <pc:sldMkLst>
          <pc:docMk/>
          <pc:sldMk cId="1461415041" sldId="624"/>
        </pc:sldMkLst>
      </pc:sldChg>
      <pc:sldChg chg="del">
        <pc:chgData name="Amanda Countryman" userId="0be1c61d-c610-49a2-ae7e-a4e60bd07712" providerId="ADAL" clId="{00873937-8841-4394-9081-668AB0E0F950}" dt="2026-08-25T01:57:57.717" v="0" actId="47"/>
        <pc:sldMkLst>
          <pc:docMk/>
          <pc:sldMk cId="3456568805" sldId="625"/>
        </pc:sldMkLst>
      </pc:sldChg>
      <pc:sldChg chg="del">
        <pc:chgData name="Amanda Countryman" userId="0be1c61d-c610-49a2-ae7e-a4e60bd07712" providerId="ADAL" clId="{00873937-8841-4394-9081-668AB0E0F950}" dt="2026-08-25T01:57:57.717" v="0" actId="47"/>
        <pc:sldMkLst>
          <pc:docMk/>
          <pc:sldMk cId="2974497477" sldId="626"/>
        </pc:sldMkLst>
      </pc:sldChg>
      <pc:sldChg chg="del">
        <pc:chgData name="Amanda Countryman" userId="0be1c61d-c610-49a2-ae7e-a4e60bd07712" providerId="ADAL" clId="{00873937-8841-4394-9081-668AB0E0F950}" dt="2026-08-25T01:57:57.717" v="0" actId="47"/>
        <pc:sldMkLst>
          <pc:docMk/>
          <pc:sldMk cId="3220196752" sldId="627"/>
        </pc:sldMkLst>
      </pc:sldChg>
      <pc:sldChg chg="del">
        <pc:chgData name="Amanda Countryman" userId="0be1c61d-c610-49a2-ae7e-a4e60bd07712" providerId="ADAL" clId="{00873937-8841-4394-9081-668AB0E0F950}" dt="2026-08-25T01:57:57.717" v="0" actId="47"/>
        <pc:sldMkLst>
          <pc:docMk/>
          <pc:sldMk cId="4290813059" sldId="628"/>
        </pc:sldMkLst>
      </pc:sldChg>
      <pc:sldChg chg="del">
        <pc:chgData name="Amanda Countryman" userId="0be1c61d-c610-49a2-ae7e-a4e60bd07712" providerId="ADAL" clId="{00873937-8841-4394-9081-668AB0E0F950}" dt="2026-08-25T01:57:57.717" v="0" actId="47"/>
        <pc:sldMkLst>
          <pc:docMk/>
          <pc:sldMk cId="3979346413" sldId="629"/>
        </pc:sldMkLst>
      </pc:sldChg>
      <pc:sldChg chg="del">
        <pc:chgData name="Amanda Countryman" userId="0be1c61d-c610-49a2-ae7e-a4e60bd07712" providerId="ADAL" clId="{00873937-8841-4394-9081-668AB0E0F950}" dt="2026-08-25T01:57:57.717" v="0" actId="47"/>
        <pc:sldMkLst>
          <pc:docMk/>
          <pc:sldMk cId="3005082278" sldId="630"/>
        </pc:sldMkLst>
      </pc:sldChg>
      <pc:sldChg chg="del">
        <pc:chgData name="Amanda Countryman" userId="0be1c61d-c610-49a2-ae7e-a4e60bd07712" providerId="ADAL" clId="{00873937-8841-4394-9081-668AB0E0F950}" dt="2026-08-25T01:57:57.717" v="0" actId="47"/>
        <pc:sldMkLst>
          <pc:docMk/>
          <pc:sldMk cId="1331653884" sldId="631"/>
        </pc:sldMkLst>
      </pc:sldChg>
      <pc:sldChg chg="del">
        <pc:chgData name="Amanda Countryman" userId="0be1c61d-c610-49a2-ae7e-a4e60bd07712" providerId="ADAL" clId="{00873937-8841-4394-9081-668AB0E0F950}" dt="2026-08-25T01:57:57.717" v="0" actId="47"/>
        <pc:sldMkLst>
          <pc:docMk/>
          <pc:sldMk cId="3018907001" sldId="632"/>
        </pc:sldMkLst>
      </pc:sldChg>
      <pc:sldChg chg="del">
        <pc:chgData name="Amanda Countryman" userId="0be1c61d-c610-49a2-ae7e-a4e60bd07712" providerId="ADAL" clId="{00873937-8841-4394-9081-668AB0E0F950}" dt="2026-08-25T01:57:57.717" v="0" actId="47"/>
        <pc:sldMkLst>
          <pc:docMk/>
          <pc:sldMk cId="3294043409" sldId="634"/>
        </pc:sldMkLst>
      </pc:sldChg>
      <pc:sldChg chg="del">
        <pc:chgData name="Amanda Countryman" userId="0be1c61d-c610-49a2-ae7e-a4e60bd07712" providerId="ADAL" clId="{00873937-8841-4394-9081-668AB0E0F950}" dt="2026-08-25T01:57:57.717" v="0" actId="47"/>
        <pc:sldMkLst>
          <pc:docMk/>
          <pc:sldMk cId="3591963411" sldId="636"/>
        </pc:sldMkLst>
      </pc:sldChg>
      <pc:sldChg chg="del">
        <pc:chgData name="Amanda Countryman" userId="0be1c61d-c610-49a2-ae7e-a4e60bd07712" providerId="ADAL" clId="{00873937-8841-4394-9081-668AB0E0F950}" dt="2026-08-25T01:57:57.717" v="0" actId="47"/>
        <pc:sldMkLst>
          <pc:docMk/>
          <pc:sldMk cId="4147910204" sldId="637"/>
        </pc:sldMkLst>
      </pc:sldChg>
      <pc:sldChg chg="del">
        <pc:chgData name="Amanda Countryman" userId="0be1c61d-c610-49a2-ae7e-a4e60bd07712" providerId="ADAL" clId="{00873937-8841-4394-9081-668AB0E0F950}" dt="2026-08-25T01:57:57.717" v="0" actId="47"/>
        <pc:sldMkLst>
          <pc:docMk/>
          <pc:sldMk cId="4086080035" sldId="638"/>
        </pc:sldMkLst>
      </pc:sldChg>
      <pc:sldChg chg="del">
        <pc:chgData name="Amanda Countryman" userId="0be1c61d-c610-49a2-ae7e-a4e60bd07712" providerId="ADAL" clId="{00873937-8841-4394-9081-668AB0E0F950}" dt="2026-08-25T01:57:57.717" v="0" actId="47"/>
        <pc:sldMkLst>
          <pc:docMk/>
          <pc:sldMk cId="541951211" sldId="640"/>
        </pc:sldMkLst>
      </pc:sldChg>
      <pc:sldChg chg="del">
        <pc:chgData name="Amanda Countryman" userId="0be1c61d-c610-49a2-ae7e-a4e60bd07712" providerId="ADAL" clId="{00873937-8841-4394-9081-668AB0E0F950}" dt="2026-08-25T01:57:57.717" v="0" actId="47"/>
        <pc:sldMkLst>
          <pc:docMk/>
          <pc:sldMk cId="3554610212" sldId="641"/>
        </pc:sldMkLst>
      </pc:sldChg>
      <pc:sldChg chg="del">
        <pc:chgData name="Amanda Countryman" userId="0be1c61d-c610-49a2-ae7e-a4e60bd07712" providerId="ADAL" clId="{00873937-8841-4394-9081-668AB0E0F950}" dt="2026-08-25T01:57:57.717" v="0" actId="47"/>
        <pc:sldMkLst>
          <pc:docMk/>
          <pc:sldMk cId="84309754" sldId="642"/>
        </pc:sldMkLst>
      </pc:sldChg>
      <pc:sldChg chg="del">
        <pc:chgData name="Amanda Countryman" userId="0be1c61d-c610-49a2-ae7e-a4e60bd07712" providerId="ADAL" clId="{00873937-8841-4394-9081-668AB0E0F950}" dt="2026-08-25T01:57:57.717" v="0" actId="47"/>
        <pc:sldMkLst>
          <pc:docMk/>
          <pc:sldMk cId="4132345226" sldId="643"/>
        </pc:sldMkLst>
      </pc:sldChg>
      <pc:sldChg chg="del">
        <pc:chgData name="Amanda Countryman" userId="0be1c61d-c610-49a2-ae7e-a4e60bd07712" providerId="ADAL" clId="{00873937-8841-4394-9081-668AB0E0F950}" dt="2026-08-25T01:57:57.717" v="0" actId="47"/>
        <pc:sldMkLst>
          <pc:docMk/>
          <pc:sldMk cId="4231278966" sldId="644"/>
        </pc:sldMkLst>
      </pc:sldChg>
      <pc:sldChg chg="del">
        <pc:chgData name="Amanda Countryman" userId="0be1c61d-c610-49a2-ae7e-a4e60bd07712" providerId="ADAL" clId="{00873937-8841-4394-9081-668AB0E0F950}" dt="2026-08-25T01:57:57.717" v="0" actId="47"/>
        <pc:sldMkLst>
          <pc:docMk/>
          <pc:sldMk cId="1725424007" sldId="645"/>
        </pc:sldMkLst>
      </pc:sldChg>
      <pc:sldChg chg="del">
        <pc:chgData name="Amanda Countryman" userId="0be1c61d-c610-49a2-ae7e-a4e60bd07712" providerId="ADAL" clId="{00873937-8841-4394-9081-668AB0E0F950}" dt="2026-08-25T01:57:57.717" v="0" actId="47"/>
        <pc:sldMkLst>
          <pc:docMk/>
          <pc:sldMk cId="2345553980" sldId="646"/>
        </pc:sldMkLst>
      </pc:sldChg>
      <pc:sldChg chg="del">
        <pc:chgData name="Amanda Countryman" userId="0be1c61d-c610-49a2-ae7e-a4e60bd07712" providerId="ADAL" clId="{00873937-8841-4394-9081-668AB0E0F950}" dt="2026-08-25T01:57:57.717" v="0" actId="47"/>
        <pc:sldMkLst>
          <pc:docMk/>
          <pc:sldMk cId="2803429261" sldId="647"/>
        </pc:sldMkLst>
      </pc:sldChg>
      <pc:sldChg chg="del">
        <pc:chgData name="Amanda Countryman" userId="0be1c61d-c610-49a2-ae7e-a4e60bd07712" providerId="ADAL" clId="{00873937-8841-4394-9081-668AB0E0F950}" dt="2026-08-25T01:57:57.717" v="0" actId="47"/>
        <pc:sldMkLst>
          <pc:docMk/>
          <pc:sldMk cId="3017040870" sldId="648"/>
        </pc:sldMkLst>
      </pc:sldChg>
      <pc:sldChg chg="del">
        <pc:chgData name="Amanda Countryman" userId="0be1c61d-c610-49a2-ae7e-a4e60bd07712" providerId="ADAL" clId="{00873937-8841-4394-9081-668AB0E0F950}" dt="2026-08-25T01:57:57.717" v="0" actId="47"/>
        <pc:sldMkLst>
          <pc:docMk/>
          <pc:sldMk cId="831580178" sldId="649"/>
        </pc:sldMkLst>
      </pc:sldChg>
      <pc:sldChg chg="del">
        <pc:chgData name="Amanda Countryman" userId="0be1c61d-c610-49a2-ae7e-a4e60bd07712" providerId="ADAL" clId="{00873937-8841-4394-9081-668AB0E0F950}" dt="2026-08-25T01:57:57.717" v="0" actId="47"/>
        <pc:sldMkLst>
          <pc:docMk/>
          <pc:sldMk cId="822023103" sldId="650"/>
        </pc:sldMkLst>
      </pc:sldChg>
      <pc:sldChg chg="del">
        <pc:chgData name="Amanda Countryman" userId="0be1c61d-c610-49a2-ae7e-a4e60bd07712" providerId="ADAL" clId="{00873937-8841-4394-9081-668AB0E0F950}" dt="2026-08-25T01:57:57.717" v="0" actId="47"/>
        <pc:sldMkLst>
          <pc:docMk/>
          <pc:sldMk cId="2325916051" sldId="651"/>
        </pc:sldMkLst>
      </pc:sldChg>
      <pc:sldChg chg="del">
        <pc:chgData name="Amanda Countryman" userId="0be1c61d-c610-49a2-ae7e-a4e60bd07712" providerId="ADAL" clId="{00873937-8841-4394-9081-668AB0E0F950}" dt="2026-08-25T01:57:57.717" v="0" actId="47"/>
        <pc:sldMkLst>
          <pc:docMk/>
          <pc:sldMk cId="1099178025" sldId="652"/>
        </pc:sldMkLst>
      </pc:sldChg>
      <pc:sldChg chg="del">
        <pc:chgData name="Amanda Countryman" userId="0be1c61d-c610-49a2-ae7e-a4e60bd07712" providerId="ADAL" clId="{00873937-8841-4394-9081-668AB0E0F950}" dt="2026-08-25T01:57:57.717" v="0" actId="47"/>
        <pc:sldMkLst>
          <pc:docMk/>
          <pc:sldMk cId="547711769" sldId="653"/>
        </pc:sldMkLst>
      </pc:sldChg>
      <pc:sldChg chg="del">
        <pc:chgData name="Amanda Countryman" userId="0be1c61d-c610-49a2-ae7e-a4e60bd07712" providerId="ADAL" clId="{00873937-8841-4394-9081-668AB0E0F950}" dt="2026-08-25T01:57:57.717" v="0" actId="47"/>
        <pc:sldMkLst>
          <pc:docMk/>
          <pc:sldMk cId="1879296121" sldId="654"/>
        </pc:sldMkLst>
      </pc:sldChg>
      <pc:sldChg chg="del">
        <pc:chgData name="Amanda Countryman" userId="0be1c61d-c610-49a2-ae7e-a4e60bd07712" providerId="ADAL" clId="{00873937-8841-4394-9081-668AB0E0F950}" dt="2026-08-25T01:57:57.717" v="0" actId="47"/>
        <pc:sldMkLst>
          <pc:docMk/>
          <pc:sldMk cId="846787941" sldId="655"/>
        </pc:sldMkLst>
      </pc:sldChg>
      <pc:sldChg chg="del">
        <pc:chgData name="Amanda Countryman" userId="0be1c61d-c610-49a2-ae7e-a4e60bd07712" providerId="ADAL" clId="{00873937-8841-4394-9081-668AB0E0F950}" dt="2026-08-25T01:57:57.717" v="0" actId="47"/>
        <pc:sldMkLst>
          <pc:docMk/>
          <pc:sldMk cId="2007472656" sldId="656"/>
        </pc:sldMkLst>
      </pc:sldChg>
      <pc:sldChg chg="del">
        <pc:chgData name="Amanda Countryman" userId="0be1c61d-c610-49a2-ae7e-a4e60bd07712" providerId="ADAL" clId="{00873937-8841-4394-9081-668AB0E0F950}" dt="2026-08-25T01:57:57.717" v="0" actId="47"/>
        <pc:sldMkLst>
          <pc:docMk/>
          <pc:sldMk cId="3791664624" sldId="657"/>
        </pc:sldMkLst>
      </pc:sldChg>
      <pc:sldChg chg="del">
        <pc:chgData name="Amanda Countryman" userId="0be1c61d-c610-49a2-ae7e-a4e60bd07712" providerId="ADAL" clId="{00873937-8841-4394-9081-668AB0E0F950}" dt="2026-08-25T01:57:57.717" v="0" actId="47"/>
        <pc:sldMkLst>
          <pc:docMk/>
          <pc:sldMk cId="910570828" sldId="658"/>
        </pc:sldMkLst>
      </pc:sldChg>
      <pc:sldChg chg="del">
        <pc:chgData name="Amanda Countryman" userId="0be1c61d-c610-49a2-ae7e-a4e60bd07712" providerId="ADAL" clId="{00873937-8841-4394-9081-668AB0E0F950}" dt="2026-08-25T01:57:57.717" v="0" actId="47"/>
        <pc:sldMkLst>
          <pc:docMk/>
          <pc:sldMk cId="1203829888" sldId="659"/>
        </pc:sldMkLst>
      </pc:sldChg>
      <pc:sldChg chg="del">
        <pc:chgData name="Amanda Countryman" userId="0be1c61d-c610-49a2-ae7e-a4e60bd07712" providerId="ADAL" clId="{00873937-8841-4394-9081-668AB0E0F950}" dt="2026-08-25T01:57:57.717" v="0" actId="47"/>
        <pc:sldMkLst>
          <pc:docMk/>
          <pc:sldMk cId="3016396798" sldId="660"/>
        </pc:sldMkLst>
      </pc:sldChg>
      <pc:sldChg chg="del">
        <pc:chgData name="Amanda Countryman" userId="0be1c61d-c610-49a2-ae7e-a4e60bd07712" providerId="ADAL" clId="{00873937-8841-4394-9081-668AB0E0F950}" dt="2026-08-25T01:57:57.717" v="0" actId="47"/>
        <pc:sldMkLst>
          <pc:docMk/>
          <pc:sldMk cId="529741311" sldId="661"/>
        </pc:sldMkLst>
      </pc:sldChg>
      <pc:sldChg chg="del">
        <pc:chgData name="Amanda Countryman" userId="0be1c61d-c610-49a2-ae7e-a4e60bd07712" providerId="ADAL" clId="{00873937-8841-4394-9081-668AB0E0F950}" dt="2026-08-25T01:57:57.717" v="0" actId="47"/>
        <pc:sldMkLst>
          <pc:docMk/>
          <pc:sldMk cId="1496512939" sldId="662"/>
        </pc:sldMkLst>
      </pc:sldChg>
      <pc:sldChg chg="del">
        <pc:chgData name="Amanda Countryman" userId="0be1c61d-c610-49a2-ae7e-a4e60bd07712" providerId="ADAL" clId="{00873937-8841-4394-9081-668AB0E0F950}" dt="2026-08-25T01:57:57.717" v="0" actId="47"/>
        <pc:sldMkLst>
          <pc:docMk/>
          <pc:sldMk cId="3311294054" sldId="663"/>
        </pc:sldMkLst>
      </pc:sldChg>
      <pc:sldChg chg="del">
        <pc:chgData name="Amanda Countryman" userId="0be1c61d-c610-49a2-ae7e-a4e60bd07712" providerId="ADAL" clId="{00873937-8841-4394-9081-668AB0E0F950}" dt="2026-08-25T01:57:57.717" v="0" actId="47"/>
        <pc:sldMkLst>
          <pc:docMk/>
          <pc:sldMk cId="1370277252" sldId="664"/>
        </pc:sldMkLst>
      </pc:sldChg>
      <pc:sldChg chg="del">
        <pc:chgData name="Amanda Countryman" userId="0be1c61d-c610-49a2-ae7e-a4e60bd07712" providerId="ADAL" clId="{00873937-8841-4394-9081-668AB0E0F950}" dt="2026-08-25T01:57:57.717" v="0" actId="47"/>
        <pc:sldMkLst>
          <pc:docMk/>
          <pc:sldMk cId="2905375063" sldId="674"/>
        </pc:sldMkLst>
      </pc:sldChg>
      <pc:sldChg chg="del">
        <pc:chgData name="Amanda Countryman" userId="0be1c61d-c610-49a2-ae7e-a4e60bd07712" providerId="ADAL" clId="{00873937-8841-4394-9081-668AB0E0F950}" dt="2026-08-25T01:57:57.717" v="0" actId="47"/>
        <pc:sldMkLst>
          <pc:docMk/>
          <pc:sldMk cId="1867379302" sldId="675"/>
        </pc:sldMkLst>
      </pc:sldChg>
      <pc:sldChg chg="del">
        <pc:chgData name="Amanda Countryman" userId="0be1c61d-c610-49a2-ae7e-a4e60bd07712" providerId="ADAL" clId="{00873937-8841-4394-9081-668AB0E0F950}" dt="2026-08-25T01:57:57.717" v="0" actId="47"/>
        <pc:sldMkLst>
          <pc:docMk/>
          <pc:sldMk cId="920164417" sldId="676"/>
        </pc:sldMkLst>
      </pc:sldChg>
      <pc:sldChg chg="del">
        <pc:chgData name="Amanda Countryman" userId="0be1c61d-c610-49a2-ae7e-a4e60bd07712" providerId="ADAL" clId="{00873937-8841-4394-9081-668AB0E0F950}" dt="2026-08-25T01:57:57.717" v="0" actId="47"/>
        <pc:sldMkLst>
          <pc:docMk/>
          <pc:sldMk cId="1790891452" sldId="677"/>
        </pc:sldMkLst>
      </pc:sldChg>
      <pc:sldChg chg="del">
        <pc:chgData name="Amanda Countryman" userId="0be1c61d-c610-49a2-ae7e-a4e60bd07712" providerId="ADAL" clId="{00873937-8841-4394-9081-668AB0E0F950}" dt="2026-08-25T01:57:57.717" v="0" actId="47"/>
        <pc:sldMkLst>
          <pc:docMk/>
          <pc:sldMk cId="1964728646" sldId="678"/>
        </pc:sldMkLst>
      </pc:sldChg>
      <pc:sldChg chg="del">
        <pc:chgData name="Amanda Countryman" userId="0be1c61d-c610-49a2-ae7e-a4e60bd07712" providerId="ADAL" clId="{00873937-8841-4394-9081-668AB0E0F950}" dt="2026-08-25T01:57:57.717" v="0" actId="47"/>
        <pc:sldMkLst>
          <pc:docMk/>
          <pc:sldMk cId="3209933386" sldId="680"/>
        </pc:sldMkLst>
      </pc:sldChg>
      <pc:sldChg chg="del">
        <pc:chgData name="Amanda Countryman" userId="0be1c61d-c610-49a2-ae7e-a4e60bd07712" providerId="ADAL" clId="{00873937-8841-4394-9081-668AB0E0F950}" dt="2026-08-25T01:57:57.717" v="0" actId="47"/>
        <pc:sldMkLst>
          <pc:docMk/>
          <pc:sldMk cId="189957461" sldId="681"/>
        </pc:sldMkLst>
      </pc:sldChg>
      <pc:sldMasterChg chg="delSldLayout">
        <pc:chgData name="Amanda Countryman" userId="0be1c61d-c610-49a2-ae7e-a4e60bd07712" providerId="ADAL" clId="{00873937-8841-4394-9081-668AB0E0F950}" dt="2026-08-25T01:57:57.717" v="0" actId="47"/>
        <pc:sldMasterMkLst>
          <pc:docMk/>
          <pc:sldMasterMk cId="0" sldId="2147483659"/>
        </pc:sldMasterMkLst>
        <pc:sldLayoutChg chg="del">
          <pc:chgData name="Amanda Countryman" userId="0be1c61d-c610-49a2-ae7e-a4e60bd07712" providerId="ADAL" clId="{00873937-8841-4394-9081-668AB0E0F950}" dt="2026-08-25T01:57:57.717" v="0" actId="47"/>
          <pc:sldLayoutMkLst>
            <pc:docMk/>
            <pc:sldMasterMk cId="0" sldId="2147483659"/>
            <pc:sldLayoutMk cId="0" sldId="2147483651"/>
          </pc:sldLayoutMkLst>
        </pc:sldLayoutChg>
        <pc:sldLayoutChg chg="del">
          <pc:chgData name="Amanda Countryman" userId="0be1c61d-c610-49a2-ae7e-a4e60bd07712" providerId="ADAL" clId="{00873937-8841-4394-9081-668AB0E0F950}" dt="2026-08-25T01:57:57.717" v="0" actId="47"/>
          <pc:sldLayoutMkLst>
            <pc:docMk/>
            <pc:sldMasterMk cId="0" sldId="2147483659"/>
            <pc:sldLayoutMk cId="0" sldId="2147483652"/>
          </pc:sldLayoutMkLst>
        </pc:sldLayoutChg>
        <pc:sldLayoutChg chg="del">
          <pc:chgData name="Amanda Countryman" userId="0be1c61d-c610-49a2-ae7e-a4e60bd07712" providerId="ADAL" clId="{00873937-8841-4394-9081-668AB0E0F950}" dt="2026-08-25T01:57:57.717" v="0" actId="47"/>
          <pc:sldLayoutMkLst>
            <pc:docMk/>
            <pc:sldMasterMk cId="0" sldId="2147483659"/>
            <pc:sldLayoutMk cId="0" sldId="2147483654"/>
          </pc:sldLayoutMkLst>
        </pc:sldLayoutChg>
        <pc:sldLayoutChg chg="del">
          <pc:chgData name="Amanda Countryman" userId="0be1c61d-c610-49a2-ae7e-a4e60bd07712" providerId="ADAL" clId="{00873937-8841-4394-9081-668AB0E0F950}" dt="2026-08-25T01:57:57.717" v="0" actId="47"/>
          <pc:sldLayoutMkLst>
            <pc:docMk/>
            <pc:sldMasterMk cId="0" sldId="2147483659"/>
            <pc:sldLayoutMk cId="0" sldId="214748365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e8fa69a014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e8fa69a014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7"/>
        <p:cNvGrpSpPr/>
        <p:nvPr/>
      </p:nvGrpSpPr>
      <p:grpSpPr>
        <a:xfrm>
          <a:off x="0" y="0"/>
          <a:ext cx="0" cy="0"/>
          <a:chOff x="0" y="0"/>
          <a:chExt cx="0" cy="0"/>
        </a:xfrm>
      </p:grpSpPr>
      <p:sp>
        <p:nvSpPr>
          <p:cNvPr id="1798" name="Google Shape;1798;g10121f3ced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9" name="Google Shape;1799;g10121f3ced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2"/>
        <p:cNvGrpSpPr/>
        <p:nvPr/>
      </p:nvGrpSpPr>
      <p:grpSpPr>
        <a:xfrm>
          <a:off x="0" y="0"/>
          <a:ext cx="0" cy="0"/>
          <a:chOff x="0" y="0"/>
          <a:chExt cx="0" cy="0"/>
        </a:xfrm>
      </p:grpSpPr>
      <p:sp>
        <p:nvSpPr>
          <p:cNvPr id="1803" name="Google Shape;1803;g10121f3cedf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4" name="Google Shape;1804;g10121f3cedf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8"/>
        <p:cNvGrpSpPr/>
        <p:nvPr/>
      </p:nvGrpSpPr>
      <p:grpSpPr>
        <a:xfrm>
          <a:off x="0" y="0"/>
          <a:ext cx="0" cy="0"/>
          <a:chOff x="0" y="0"/>
          <a:chExt cx="0" cy="0"/>
        </a:xfrm>
      </p:grpSpPr>
      <p:sp>
        <p:nvSpPr>
          <p:cNvPr id="1809" name="Google Shape;1809;g10121f3cedf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0" name="Google Shape;1810;g10121f3ced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4"/>
        <p:cNvGrpSpPr/>
        <p:nvPr/>
      </p:nvGrpSpPr>
      <p:grpSpPr>
        <a:xfrm>
          <a:off x="0" y="0"/>
          <a:ext cx="0" cy="0"/>
          <a:chOff x="0" y="0"/>
          <a:chExt cx="0" cy="0"/>
        </a:xfrm>
      </p:grpSpPr>
      <p:sp>
        <p:nvSpPr>
          <p:cNvPr id="1815" name="Google Shape;1815;g10121f3cedf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6" name="Google Shape;1816;g10121f3ced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0"/>
        <p:cNvGrpSpPr/>
        <p:nvPr/>
      </p:nvGrpSpPr>
      <p:grpSpPr>
        <a:xfrm>
          <a:off x="0" y="0"/>
          <a:ext cx="0" cy="0"/>
          <a:chOff x="0" y="0"/>
          <a:chExt cx="0" cy="0"/>
        </a:xfrm>
      </p:grpSpPr>
      <p:sp>
        <p:nvSpPr>
          <p:cNvPr id="1821" name="Google Shape;1821;g10121f3cedf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2" name="Google Shape;1822;g10121f3cedf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6"/>
        <p:cNvGrpSpPr/>
        <p:nvPr/>
      </p:nvGrpSpPr>
      <p:grpSpPr>
        <a:xfrm>
          <a:off x="0" y="0"/>
          <a:ext cx="0" cy="0"/>
          <a:chOff x="0" y="0"/>
          <a:chExt cx="0" cy="0"/>
        </a:xfrm>
      </p:grpSpPr>
      <p:sp>
        <p:nvSpPr>
          <p:cNvPr id="1827" name="Google Shape;1827;g10121f3cedf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8" name="Google Shape;1828;g10121f3cedf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2"/>
        <p:cNvGrpSpPr/>
        <p:nvPr/>
      </p:nvGrpSpPr>
      <p:grpSpPr>
        <a:xfrm>
          <a:off x="0" y="0"/>
          <a:ext cx="0" cy="0"/>
          <a:chOff x="0" y="0"/>
          <a:chExt cx="0" cy="0"/>
        </a:xfrm>
      </p:grpSpPr>
      <p:sp>
        <p:nvSpPr>
          <p:cNvPr id="1833" name="Google Shape;1833;g10121f3cedf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4" name="Google Shape;1834;g10121f3cedf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8"/>
        <p:cNvGrpSpPr/>
        <p:nvPr/>
      </p:nvGrpSpPr>
      <p:grpSpPr>
        <a:xfrm>
          <a:off x="0" y="0"/>
          <a:ext cx="0" cy="0"/>
          <a:chOff x="0" y="0"/>
          <a:chExt cx="0" cy="0"/>
        </a:xfrm>
      </p:grpSpPr>
      <p:sp>
        <p:nvSpPr>
          <p:cNvPr id="1839" name="Google Shape;1839;g10121f3cedf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0" name="Google Shape;1840;g10121f3cedf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4"/>
        <p:cNvGrpSpPr/>
        <p:nvPr/>
      </p:nvGrpSpPr>
      <p:grpSpPr>
        <a:xfrm>
          <a:off x="0" y="0"/>
          <a:ext cx="0" cy="0"/>
          <a:chOff x="0" y="0"/>
          <a:chExt cx="0" cy="0"/>
        </a:xfrm>
      </p:grpSpPr>
      <p:sp>
        <p:nvSpPr>
          <p:cNvPr id="1845" name="Google Shape;1845;g10121f3cedf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6" name="Google Shape;1846;g10121f3cedf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0"/>
        <p:cNvGrpSpPr/>
        <p:nvPr/>
      </p:nvGrpSpPr>
      <p:grpSpPr>
        <a:xfrm>
          <a:off x="0" y="0"/>
          <a:ext cx="0" cy="0"/>
          <a:chOff x="0" y="0"/>
          <a:chExt cx="0" cy="0"/>
        </a:xfrm>
      </p:grpSpPr>
      <p:sp>
        <p:nvSpPr>
          <p:cNvPr id="1851" name="Google Shape;1851;g10121f3cedf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2" name="Google Shape;1852;g10121f3cedf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2"/>
        <p:cNvGrpSpPr/>
        <p:nvPr/>
      </p:nvGrpSpPr>
      <p:grpSpPr>
        <a:xfrm>
          <a:off x="0" y="0"/>
          <a:ext cx="0" cy="0"/>
          <a:chOff x="0" y="0"/>
          <a:chExt cx="0" cy="0"/>
        </a:xfrm>
      </p:grpSpPr>
      <p:sp>
        <p:nvSpPr>
          <p:cNvPr id="1963" name="Google Shape;1963;gfbb8891193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4" name="Google Shape;1964;gfbb889119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7"/>
        <p:cNvGrpSpPr/>
        <p:nvPr/>
      </p:nvGrpSpPr>
      <p:grpSpPr>
        <a:xfrm>
          <a:off x="0" y="0"/>
          <a:ext cx="0" cy="0"/>
          <a:chOff x="0" y="0"/>
          <a:chExt cx="0" cy="0"/>
        </a:xfrm>
      </p:grpSpPr>
      <p:sp>
        <p:nvSpPr>
          <p:cNvPr id="1968" name="Google Shape;1968;gfbb889119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9" name="Google Shape;1969;gfbb889119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3"/>
        <p:cNvGrpSpPr/>
        <p:nvPr/>
      </p:nvGrpSpPr>
      <p:grpSpPr>
        <a:xfrm>
          <a:off x="0" y="0"/>
          <a:ext cx="0" cy="0"/>
          <a:chOff x="0" y="0"/>
          <a:chExt cx="0" cy="0"/>
        </a:xfrm>
      </p:grpSpPr>
      <p:sp>
        <p:nvSpPr>
          <p:cNvPr id="1974" name="Google Shape;1974;gfbb889119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5" name="Google Shape;1975;gfbb889119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9"/>
        <p:cNvGrpSpPr/>
        <p:nvPr/>
      </p:nvGrpSpPr>
      <p:grpSpPr>
        <a:xfrm>
          <a:off x="0" y="0"/>
          <a:ext cx="0" cy="0"/>
          <a:chOff x="0" y="0"/>
          <a:chExt cx="0" cy="0"/>
        </a:xfrm>
      </p:grpSpPr>
      <p:sp>
        <p:nvSpPr>
          <p:cNvPr id="1980" name="Google Shape;1980;gfbb8891193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1" name="Google Shape;1981;gfbb8891193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5"/>
        <p:cNvGrpSpPr/>
        <p:nvPr/>
      </p:nvGrpSpPr>
      <p:grpSpPr>
        <a:xfrm>
          <a:off x="0" y="0"/>
          <a:ext cx="0" cy="0"/>
          <a:chOff x="0" y="0"/>
          <a:chExt cx="0" cy="0"/>
        </a:xfrm>
      </p:grpSpPr>
      <p:sp>
        <p:nvSpPr>
          <p:cNvPr id="1986" name="Google Shape;1986;gfbb8891193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7" name="Google Shape;1987;gfbb8891193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1"/>
        <p:cNvGrpSpPr/>
        <p:nvPr/>
      </p:nvGrpSpPr>
      <p:grpSpPr>
        <a:xfrm>
          <a:off x="0" y="0"/>
          <a:ext cx="0" cy="0"/>
          <a:chOff x="0" y="0"/>
          <a:chExt cx="0" cy="0"/>
        </a:xfrm>
      </p:grpSpPr>
      <p:sp>
        <p:nvSpPr>
          <p:cNvPr id="1992" name="Google Shape;1992;gfbb8891193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3" name="Google Shape;1993;gfbb8891193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7"/>
        <p:cNvGrpSpPr/>
        <p:nvPr/>
      </p:nvGrpSpPr>
      <p:grpSpPr>
        <a:xfrm>
          <a:off x="0" y="0"/>
          <a:ext cx="0" cy="0"/>
          <a:chOff x="0" y="0"/>
          <a:chExt cx="0" cy="0"/>
        </a:xfrm>
      </p:grpSpPr>
      <p:sp>
        <p:nvSpPr>
          <p:cNvPr id="1998" name="Google Shape;1998;gfbb8891193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9" name="Google Shape;1999;gfbb8891193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3"/>
        <p:cNvGrpSpPr/>
        <p:nvPr/>
      </p:nvGrpSpPr>
      <p:grpSpPr>
        <a:xfrm>
          <a:off x="0" y="0"/>
          <a:ext cx="0" cy="0"/>
          <a:chOff x="0" y="0"/>
          <a:chExt cx="0" cy="0"/>
        </a:xfrm>
      </p:grpSpPr>
      <p:sp>
        <p:nvSpPr>
          <p:cNvPr id="2004" name="Google Shape;2004;gfbb8891193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5" name="Google Shape;2005;gfbb8891193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9"/>
        <p:cNvGrpSpPr/>
        <p:nvPr/>
      </p:nvGrpSpPr>
      <p:grpSpPr>
        <a:xfrm>
          <a:off x="0" y="0"/>
          <a:ext cx="0" cy="0"/>
          <a:chOff x="0" y="0"/>
          <a:chExt cx="0" cy="0"/>
        </a:xfrm>
      </p:grpSpPr>
      <p:sp>
        <p:nvSpPr>
          <p:cNvPr id="2010" name="Google Shape;2010;gfbb8891193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1" name="Google Shape;2011;gfbb8891193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5"/>
        <p:cNvGrpSpPr/>
        <p:nvPr/>
      </p:nvGrpSpPr>
      <p:grpSpPr>
        <a:xfrm>
          <a:off x="0" y="0"/>
          <a:ext cx="0" cy="0"/>
          <a:chOff x="0" y="0"/>
          <a:chExt cx="0" cy="0"/>
        </a:xfrm>
      </p:grpSpPr>
      <p:sp>
        <p:nvSpPr>
          <p:cNvPr id="2016" name="Google Shape;2016;gfbb8891193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7" name="Google Shape;2017;gfbb8891193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1"/>
        <p:cNvGrpSpPr/>
        <p:nvPr/>
      </p:nvGrpSpPr>
      <p:grpSpPr>
        <a:xfrm>
          <a:off x="0" y="0"/>
          <a:ext cx="0" cy="0"/>
          <a:chOff x="0" y="0"/>
          <a:chExt cx="0" cy="0"/>
        </a:xfrm>
      </p:grpSpPr>
      <p:sp>
        <p:nvSpPr>
          <p:cNvPr id="2022" name="Google Shape;2022;gfbb8891193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3" name="Google Shape;2023;gfbb8891193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7"/>
        <p:cNvGrpSpPr/>
        <p:nvPr/>
      </p:nvGrpSpPr>
      <p:grpSpPr>
        <a:xfrm>
          <a:off x="0" y="0"/>
          <a:ext cx="0" cy="0"/>
          <a:chOff x="0" y="0"/>
          <a:chExt cx="0" cy="0"/>
        </a:xfrm>
      </p:grpSpPr>
      <p:sp>
        <p:nvSpPr>
          <p:cNvPr id="2028" name="Google Shape;2028;gfbb8891193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9" name="Google Shape;2029;gfbb8891193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3"/>
        <p:cNvGrpSpPr/>
        <p:nvPr/>
      </p:nvGrpSpPr>
      <p:grpSpPr>
        <a:xfrm>
          <a:off x="0" y="0"/>
          <a:ext cx="0" cy="0"/>
          <a:chOff x="0" y="0"/>
          <a:chExt cx="0" cy="0"/>
        </a:xfrm>
      </p:grpSpPr>
      <p:sp>
        <p:nvSpPr>
          <p:cNvPr id="2034" name="Google Shape;2034;gfc7611e98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5" name="Google Shape;2035;gfc7611e98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3"/>
        <p:cNvGrpSpPr/>
        <p:nvPr/>
      </p:nvGrpSpPr>
      <p:grpSpPr>
        <a:xfrm>
          <a:off x="0" y="0"/>
          <a:ext cx="0" cy="0"/>
          <a:chOff x="0" y="0"/>
          <a:chExt cx="0" cy="0"/>
        </a:xfrm>
      </p:grpSpPr>
      <p:sp>
        <p:nvSpPr>
          <p:cNvPr id="2034" name="Google Shape;2034;gfc7611e98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5" name="Google Shape;2035;gfc7611e98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428255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9"/>
        <p:cNvGrpSpPr/>
        <p:nvPr/>
      </p:nvGrpSpPr>
      <p:grpSpPr>
        <a:xfrm>
          <a:off x="0" y="0"/>
          <a:ext cx="0" cy="0"/>
          <a:chOff x="0" y="0"/>
          <a:chExt cx="0" cy="0"/>
        </a:xfrm>
      </p:grpSpPr>
      <p:sp>
        <p:nvSpPr>
          <p:cNvPr id="2040" name="Google Shape;2040;g104bb44124e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1" name="Google Shape;2041;g104bb44124e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4"/>
        <p:cNvGrpSpPr/>
        <p:nvPr/>
      </p:nvGrpSpPr>
      <p:grpSpPr>
        <a:xfrm>
          <a:off x="0" y="0"/>
          <a:ext cx="0" cy="0"/>
          <a:chOff x="0" y="0"/>
          <a:chExt cx="0" cy="0"/>
        </a:xfrm>
      </p:grpSpPr>
      <p:sp>
        <p:nvSpPr>
          <p:cNvPr id="2045" name="Google Shape;2045;g104bb44124e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6" name="Google Shape;2046;g104bb44124e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0"/>
        <p:cNvGrpSpPr/>
        <p:nvPr/>
      </p:nvGrpSpPr>
      <p:grpSpPr>
        <a:xfrm>
          <a:off x="0" y="0"/>
          <a:ext cx="0" cy="0"/>
          <a:chOff x="0" y="0"/>
          <a:chExt cx="0" cy="0"/>
        </a:xfrm>
      </p:grpSpPr>
      <p:sp>
        <p:nvSpPr>
          <p:cNvPr id="2051" name="Google Shape;2051;g104bb44124e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2" name="Google Shape;2052;g104bb44124e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7"/>
        <p:cNvGrpSpPr/>
        <p:nvPr/>
      </p:nvGrpSpPr>
      <p:grpSpPr>
        <a:xfrm>
          <a:off x="0" y="0"/>
          <a:ext cx="0" cy="0"/>
          <a:chOff x="0" y="0"/>
          <a:chExt cx="0" cy="0"/>
        </a:xfrm>
      </p:grpSpPr>
      <p:sp>
        <p:nvSpPr>
          <p:cNvPr id="2058" name="Google Shape;2058;g104bb44124e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9" name="Google Shape;2059;g104bb44124e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3"/>
        <p:cNvGrpSpPr/>
        <p:nvPr/>
      </p:nvGrpSpPr>
      <p:grpSpPr>
        <a:xfrm>
          <a:off x="0" y="0"/>
          <a:ext cx="0" cy="0"/>
          <a:chOff x="0" y="0"/>
          <a:chExt cx="0" cy="0"/>
        </a:xfrm>
      </p:grpSpPr>
      <p:sp>
        <p:nvSpPr>
          <p:cNvPr id="2064" name="Google Shape;2064;g104bb44124e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5" name="Google Shape;2065;g104bb44124e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9"/>
        <p:cNvGrpSpPr/>
        <p:nvPr/>
      </p:nvGrpSpPr>
      <p:grpSpPr>
        <a:xfrm>
          <a:off x="0" y="0"/>
          <a:ext cx="0" cy="0"/>
          <a:chOff x="0" y="0"/>
          <a:chExt cx="0" cy="0"/>
        </a:xfrm>
      </p:grpSpPr>
      <p:sp>
        <p:nvSpPr>
          <p:cNvPr id="2070" name="Google Shape;2070;g104bb44124e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1" name="Google Shape;2071;g104bb44124e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0"/>
        <p:cNvGrpSpPr/>
        <p:nvPr/>
      </p:nvGrpSpPr>
      <p:grpSpPr>
        <a:xfrm>
          <a:off x="0" y="0"/>
          <a:ext cx="0" cy="0"/>
          <a:chOff x="0" y="0"/>
          <a:chExt cx="0" cy="0"/>
        </a:xfrm>
      </p:grpSpPr>
      <p:sp>
        <p:nvSpPr>
          <p:cNvPr id="2181" name="Google Shape;2181;g105e18b4a3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2" name="Google Shape;2182;g105e18b4a3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5"/>
        <p:cNvGrpSpPr/>
        <p:nvPr/>
      </p:nvGrpSpPr>
      <p:grpSpPr>
        <a:xfrm>
          <a:off x="0" y="0"/>
          <a:ext cx="0" cy="0"/>
          <a:chOff x="0" y="0"/>
          <a:chExt cx="0" cy="0"/>
        </a:xfrm>
      </p:grpSpPr>
      <p:sp>
        <p:nvSpPr>
          <p:cNvPr id="2186" name="Google Shape;2186;g105e18b4a38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7" name="Google Shape;2187;g105e18b4a38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1"/>
        <p:cNvGrpSpPr/>
        <p:nvPr/>
      </p:nvGrpSpPr>
      <p:grpSpPr>
        <a:xfrm>
          <a:off x="0" y="0"/>
          <a:ext cx="0" cy="0"/>
          <a:chOff x="0" y="0"/>
          <a:chExt cx="0" cy="0"/>
        </a:xfrm>
      </p:grpSpPr>
      <p:sp>
        <p:nvSpPr>
          <p:cNvPr id="2192" name="Google Shape;2192;g105e18b4a38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3" name="Google Shape;2193;g105e18b4a38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7"/>
        <p:cNvGrpSpPr/>
        <p:nvPr/>
      </p:nvGrpSpPr>
      <p:grpSpPr>
        <a:xfrm>
          <a:off x="0" y="0"/>
          <a:ext cx="0" cy="0"/>
          <a:chOff x="0" y="0"/>
          <a:chExt cx="0" cy="0"/>
        </a:xfrm>
      </p:grpSpPr>
      <p:sp>
        <p:nvSpPr>
          <p:cNvPr id="2198" name="Google Shape;2198;g105e18b4a38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9" name="Google Shape;2199;g105e18b4a38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4"/>
        <p:cNvGrpSpPr/>
        <p:nvPr/>
      </p:nvGrpSpPr>
      <p:grpSpPr>
        <a:xfrm>
          <a:off x="0" y="0"/>
          <a:ext cx="0" cy="0"/>
          <a:chOff x="0" y="0"/>
          <a:chExt cx="0" cy="0"/>
        </a:xfrm>
      </p:grpSpPr>
      <p:sp>
        <p:nvSpPr>
          <p:cNvPr id="2205" name="Google Shape;2205;g105e18b4a38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6" name="Google Shape;2206;g105e18b4a38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0"/>
        <p:cNvGrpSpPr/>
        <p:nvPr/>
      </p:nvGrpSpPr>
      <p:grpSpPr>
        <a:xfrm>
          <a:off x="0" y="0"/>
          <a:ext cx="0" cy="0"/>
          <a:chOff x="0" y="0"/>
          <a:chExt cx="0" cy="0"/>
        </a:xfrm>
      </p:grpSpPr>
      <p:sp>
        <p:nvSpPr>
          <p:cNvPr id="2211" name="Google Shape;2211;g105e18b4a38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2" name="Google Shape;2212;g105e18b4a38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6"/>
        <p:cNvGrpSpPr/>
        <p:nvPr/>
      </p:nvGrpSpPr>
      <p:grpSpPr>
        <a:xfrm>
          <a:off x="0" y="0"/>
          <a:ext cx="0" cy="0"/>
          <a:chOff x="0" y="0"/>
          <a:chExt cx="0" cy="0"/>
        </a:xfrm>
      </p:grpSpPr>
      <p:sp>
        <p:nvSpPr>
          <p:cNvPr id="2217" name="Google Shape;2217;g105e18b4a38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8" name="Google Shape;2218;g105e18b4a38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2"/>
        <p:cNvGrpSpPr/>
        <p:nvPr/>
      </p:nvGrpSpPr>
      <p:grpSpPr>
        <a:xfrm>
          <a:off x="0" y="0"/>
          <a:ext cx="0" cy="0"/>
          <a:chOff x="0" y="0"/>
          <a:chExt cx="0" cy="0"/>
        </a:xfrm>
      </p:grpSpPr>
      <p:sp>
        <p:nvSpPr>
          <p:cNvPr id="2223" name="Google Shape;2223;g105e18b4a38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4" name="Google Shape;2224;g105e18b4a38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8"/>
        <p:cNvGrpSpPr/>
        <p:nvPr/>
      </p:nvGrpSpPr>
      <p:grpSpPr>
        <a:xfrm>
          <a:off x="0" y="0"/>
          <a:ext cx="0" cy="0"/>
          <a:chOff x="0" y="0"/>
          <a:chExt cx="0" cy="0"/>
        </a:xfrm>
      </p:grpSpPr>
      <p:sp>
        <p:nvSpPr>
          <p:cNvPr id="2229" name="Google Shape;2229;g105e18b4a38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0" name="Google Shape;2230;g105e18b4a38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5"/>
        <p:cNvGrpSpPr/>
        <p:nvPr/>
      </p:nvGrpSpPr>
      <p:grpSpPr>
        <a:xfrm>
          <a:off x="0" y="0"/>
          <a:ext cx="0" cy="0"/>
          <a:chOff x="0" y="0"/>
          <a:chExt cx="0" cy="0"/>
        </a:xfrm>
      </p:grpSpPr>
      <p:sp>
        <p:nvSpPr>
          <p:cNvPr id="2236" name="Google Shape;2236;g1032aba474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7" name="Google Shape;2237;g1032aba474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1"/>
        <p:cNvGrpSpPr/>
        <p:nvPr/>
      </p:nvGrpSpPr>
      <p:grpSpPr>
        <a:xfrm>
          <a:off x="0" y="0"/>
          <a:ext cx="0" cy="0"/>
          <a:chOff x="0" y="0"/>
          <a:chExt cx="0" cy="0"/>
        </a:xfrm>
      </p:grpSpPr>
      <p:sp>
        <p:nvSpPr>
          <p:cNvPr id="2242" name="Google Shape;2242;g1032aba4745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3" name="Google Shape;2243;g1032aba4745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1"/>
        <p:cNvGrpSpPr/>
        <p:nvPr/>
      </p:nvGrpSpPr>
      <p:grpSpPr>
        <a:xfrm>
          <a:off x="0" y="0"/>
          <a:ext cx="0" cy="0"/>
          <a:chOff x="0" y="0"/>
          <a:chExt cx="0" cy="0"/>
        </a:xfrm>
      </p:grpSpPr>
      <p:sp>
        <p:nvSpPr>
          <p:cNvPr id="2242" name="Google Shape;2242;g1032aba4745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3" name="Google Shape;2243;g1032aba4745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228600" algn="l" rtl="0">
              <a:spcBef>
                <a:spcPts val="0"/>
              </a:spcBef>
              <a:spcAft>
                <a:spcPts val="0"/>
              </a:spcAft>
              <a:buAutoNum type="arabicPeriod"/>
            </a:pPr>
            <a:r>
              <a:rPr lang="en-US" dirty="0"/>
              <a:t>Theft of ideas can harm the person whose ideas are stolen; it can also damage reputation by association</a:t>
            </a:r>
          </a:p>
          <a:p>
            <a:pPr marL="228600" lvl="0" indent="-228600" algn="l" rtl="0">
              <a:spcBef>
                <a:spcPts val="0"/>
              </a:spcBef>
              <a:spcAft>
                <a:spcPts val="0"/>
              </a:spcAft>
              <a:buAutoNum type="arabicPeriod"/>
            </a:pPr>
            <a:r>
              <a:rPr lang="en-US" dirty="0"/>
              <a:t>Harm to research subjects. May be health or economic. IRB is charged with regulating this risk</a:t>
            </a:r>
          </a:p>
          <a:p>
            <a:pPr marL="228600" lvl="0" indent="-228600" algn="l" rtl="0">
              <a:spcBef>
                <a:spcPts val="0"/>
              </a:spcBef>
              <a:spcAft>
                <a:spcPts val="0"/>
              </a:spcAft>
              <a:buAutoNum type="arabicPeriod"/>
            </a:pPr>
            <a:r>
              <a:rPr lang="en-US" dirty="0"/>
              <a:t>Harm of data manipulation accrues to students and collaborators. Students can protect themselves by always questioning. Having clear conversations about methods</a:t>
            </a:r>
          </a:p>
          <a:p>
            <a:pPr marL="228600" lvl="0" indent="-228600" algn="l" rtl="0">
              <a:spcBef>
                <a:spcPts val="0"/>
              </a:spcBef>
              <a:spcAft>
                <a:spcPts val="0"/>
              </a:spcAft>
              <a:buAutoNum type="arabicPeriod"/>
            </a:pPr>
            <a:r>
              <a:rPr lang="en-US" dirty="0"/>
              <a:t>Dissemination of unethical research harms everyone because it erodes trust in </a:t>
            </a:r>
            <a:r>
              <a:rPr lang="en-US"/>
              <a:t>the institutions</a:t>
            </a:r>
            <a:endParaRPr lang="en-US" dirty="0"/>
          </a:p>
          <a:p>
            <a:pPr marL="228600" lvl="0" indent="-228600" algn="l" rtl="0">
              <a:spcBef>
                <a:spcPts val="0"/>
              </a:spcBef>
              <a:spcAft>
                <a:spcPts val="0"/>
              </a:spcAft>
              <a:buAutoNum type="arabicPeriod"/>
            </a:pPr>
            <a:endParaRPr dirty="0"/>
          </a:p>
        </p:txBody>
      </p:sp>
    </p:spTree>
    <p:extLst>
      <p:ext uri="{BB962C8B-B14F-4D97-AF65-F5344CB8AC3E}">
        <p14:creationId xmlns:p14="http://schemas.microsoft.com/office/powerpoint/2010/main" val="13777855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7"/>
        <p:cNvGrpSpPr/>
        <p:nvPr/>
      </p:nvGrpSpPr>
      <p:grpSpPr>
        <a:xfrm>
          <a:off x="0" y="0"/>
          <a:ext cx="0" cy="0"/>
          <a:chOff x="0" y="0"/>
          <a:chExt cx="0" cy="0"/>
        </a:xfrm>
      </p:grpSpPr>
      <p:sp>
        <p:nvSpPr>
          <p:cNvPr id="2248" name="Google Shape;2248;g1032aba4745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9" name="Google Shape;2249;g1032aba4745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5"/>
        <p:cNvGrpSpPr/>
        <p:nvPr/>
      </p:nvGrpSpPr>
      <p:grpSpPr>
        <a:xfrm>
          <a:off x="0" y="0"/>
          <a:ext cx="0" cy="0"/>
          <a:chOff x="0" y="0"/>
          <a:chExt cx="0" cy="0"/>
        </a:xfrm>
      </p:grpSpPr>
      <p:sp>
        <p:nvSpPr>
          <p:cNvPr id="2076" name="Google Shape;2076;g104bb44124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7" name="Google Shape;2077;g104bb44124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0"/>
        <p:cNvGrpSpPr/>
        <p:nvPr/>
      </p:nvGrpSpPr>
      <p:grpSpPr>
        <a:xfrm>
          <a:off x="0" y="0"/>
          <a:ext cx="0" cy="0"/>
          <a:chOff x="0" y="0"/>
          <a:chExt cx="0" cy="0"/>
        </a:xfrm>
      </p:grpSpPr>
      <p:sp>
        <p:nvSpPr>
          <p:cNvPr id="2081" name="Google Shape;2081;g104bb44124e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2" name="Google Shape;2082;g104bb44124e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6"/>
        <p:cNvGrpSpPr/>
        <p:nvPr/>
      </p:nvGrpSpPr>
      <p:grpSpPr>
        <a:xfrm>
          <a:off x="0" y="0"/>
          <a:ext cx="0" cy="0"/>
          <a:chOff x="0" y="0"/>
          <a:chExt cx="0" cy="0"/>
        </a:xfrm>
      </p:grpSpPr>
      <p:sp>
        <p:nvSpPr>
          <p:cNvPr id="2087" name="Google Shape;2087;g104bb44124e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8" name="Google Shape;2088;g104bb44124e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2"/>
        <p:cNvGrpSpPr/>
        <p:nvPr/>
      </p:nvGrpSpPr>
      <p:grpSpPr>
        <a:xfrm>
          <a:off x="0" y="0"/>
          <a:ext cx="0" cy="0"/>
          <a:chOff x="0" y="0"/>
          <a:chExt cx="0" cy="0"/>
        </a:xfrm>
      </p:grpSpPr>
      <p:sp>
        <p:nvSpPr>
          <p:cNvPr id="2093" name="Google Shape;2093;g104bb44124e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4" name="Google Shape;2094;g104bb44124e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8"/>
        <p:cNvGrpSpPr/>
        <p:nvPr/>
      </p:nvGrpSpPr>
      <p:grpSpPr>
        <a:xfrm>
          <a:off x="0" y="0"/>
          <a:ext cx="0" cy="0"/>
          <a:chOff x="0" y="0"/>
          <a:chExt cx="0" cy="0"/>
        </a:xfrm>
      </p:grpSpPr>
      <p:sp>
        <p:nvSpPr>
          <p:cNvPr id="2099" name="Google Shape;2099;g104bb44124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0" name="Google Shape;2100;g104bb44124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4"/>
        <p:cNvGrpSpPr/>
        <p:nvPr/>
      </p:nvGrpSpPr>
      <p:grpSpPr>
        <a:xfrm>
          <a:off x="0" y="0"/>
          <a:ext cx="0" cy="0"/>
          <a:chOff x="0" y="0"/>
          <a:chExt cx="0" cy="0"/>
        </a:xfrm>
      </p:grpSpPr>
      <p:sp>
        <p:nvSpPr>
          <p:cNvPr id="2105" name="Google Shape;2105;g104bb44124e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6" name="Google Shape;2106;g104bb44124e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0"/>
        <p:cNvGrpSpPr/>
        <p:nvPr/>
      </p:nvGrpSpPr>
      <p:grpSpPr>
        <a:xfrm>
          <a:off x="0" y="0"/>
          <a:ext cx="0" cy="0"/>
          <a:chOff x="0" y="0"/>
          <a:chExt cx="0" cy="0"/>
        </a:xfrm>
      </p:grpSpPr>
      <p:sp>
        <p:nvSpPr>
          <p:cNvPr id="2111" name="Google Shape;2111;g104bb44124e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2" name="Google Shape;2112;g104bb44124e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6"/>
        <p:cNvGrpSpPr/>
        <p:nvPr/>
      </p:nvGrpSpPr>
      <p:grpSpPr>
        <a:xfrm>
          <a:off x="0" y="0"/>
          <a:ext cx="0" cy="0"/>
          <a:chOff x="0" y="0"/>
          <a:chExt cx="0" cy="0"/>
        </a:xfrm>
      </p:grpSpPr>
      <p:sp>
        <p:nvSpPr>
          <p:cNvPr id="2117" name="Google Shape;2117;g104bb44124e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8" name="Google Shape;2118;g104bb44124e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2"/>
        <p:cNvGrpSpPr/>
        <p:nvPr/>
      </p:nvGrpSpPr>
      <p:grpSpPr>
        <a:xfrm>
          <a:off x="0" y="0"/>
          <a:ext cx="0" cy="0"/>
          <a:chOff x="0" y="0"/>
          <a:chExt cx="0" cy="0"/>
        </a:xfrm>
      </p:grpSpPr>
      <p:sp>
        <p:nvSpPr>
          <p:cNvPr id="2123" name="Google Shape;2123;g103c7c9e05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4" name="Google Shape;2124;g103c7c9e05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7"/>
        <p:cNvGrpSpPr/>
        <p:nvPr/>
      </p:nvGrpSpPr>
      <p:grpSpPr>
        <a:xfrm>
          <a:off x="0" y="0"/>
          <a:ext cx="0" cy="0"/>
          <a:chOff x="0" y="0"/>
          <a:chExt cx="0" cy="0"/>
        </a:xfrm>
      </p:grpSpPr>
      <p:sp>
        <p:nvSpPr>
          <p:cNvPr id="2128" name="Google Shape;2128;g103c7c9e055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9" name="Google Shape;2129;g103c7c9e055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3"/>
        <p:cNvGrpSpPr/>
        <p:nvPr/>
      </p:nvGrpSpPr>
      <p:grpSpPr>
        <a:xfrm>
          <a:off x="0" y="0"/>
          <a:ext cx="0" cy="0"/>
          <a:chOff x="0" y="0"/>
          <a:chExt cx="0" cy="0"/>
        </a:xfrm>
      </p:grpSpPr>
      <p:sp>
        <p:nvSpPr>
          <p:cNvPr id="2134" name="Google Shape;2134;g103c7c9e055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5" name="Google Shape;2135;g103c7c9e055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9"/>
        <p:cNvGrpSpPr/>
        <p:nvPr/>
      </p:nvGrpSpPr>
      <p:grpSpPr>
        <a:xfrm>
          <a:off x="0" y="0"/>
          <a:ext cx="0" cy="0"/>
          <a:chOff x="0" y="0"/>
          <a:chExt cx="0" cy="0"/>
        </a:xfrm>
      </p:grpSpPr>
      <p:sp>
        <p:nvSpPr>
          <p:cNvPr id="2140" name="Google Shape;2140;gcfae1c7053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1" name="Google Shape;2141;gcfae1c7053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4"/>
        <p:cNvGrpSpPr/>
        <p:nvPr/>
      </p:nvGrpSpPr>
      <p:grpSpPr>
        <a:xfrm>
          <a:off x="0" y="0"/>
          <a:ext cx="0" cy="0"/>
          <a:chOff x="0" y="0"/>
          <a:chExt cx="0" cy="0"/>
        </a:xfrm>
      </p:grpSpPr>
      <p:sp>
        <p:nvSpPr>
          <p:cNvPr id="2145" name="Google Shape;2145;gcfae1c705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6" name="Google Shape;2146;gcfae1c705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0"/>
        <p:cNvGrpSpPr/>
        <p:nvPr/>
      </p:nvGrpSpPr>
      <p:grpSpPr>
        <a:xfrm>
          <a:off x="0" y="0"/>
          <a:ext cx="0" cy="0"/>
          <a:chOff x="0" y="0"/>
          <a:chExt cx="0" cy="0"/>
        </a:xfrm>
      </p:grpSpPr>
      <p:sp>
        <p:nvSpPr>
          <p:cNvPr id="2151" name="Google Shape;2151;gcfae1c7053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2" name="Google Shape;2152;gcfae1c7053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6"/>
        <p:cNvGrpSpPr/>
        <p:nvPr/>
      </p:nvGrpSpPr>
      <p:grpSpPr>
        <a:xfrm>
          <a:off x="0" y="0"/>
          <a:ext cx="0" cy="0"/>
          <a:chOff x="0" y="0"/>
          <a:chExt cx="0" cy="0"/>
        </a:xfrm>
      </p:grpSpPr>
      <p:sp>
        <p:nvSpPr>
          <p:cNvPr id="2157" name="Google Shape;2157;gcfae1c7053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8" name="Google Shape;2158;gcfae1c7053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2"/>
        <p:cNvGrpSpPr/>
        <p:nvPr/>
      </p:nvGrpSpPr>
      <p:grpSpPr>
        <a:xfrm>
          <a:off x="0" y="0"/>
          <a:ext cx="0" cy="0"/>
          <a:chOff x="0" y="0"/>
          <a:chExt cx="0" cy="0"/>
        </a:xfrm>
      </p:grpSpPr>
      <p:sp>
        <p:nvSpPr>
          <p:cNvPr id="2163" name="Google Shape;2163;gcfae1c705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4" name="Google Shape;2164;gcfae1c705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7"/>
        <p:cNvGrpSpPr/>
        <p:nvPr/>
      </p:nvGrpSpPr>
      <p:grpSpPr>
        <a:xfrm>
          <a:off x="0" y="0"/>
          <a:ext cx="0" cy="0"/>
          <a:chOff x="0" y="0"/>
          <a:chExt cx="0" cy="0"/>
        </a:xfrm>
      </p:grpSpPr>
      <p:sp>
        <p:nvSpPr>
          <p:cNvPr id="2168" name="Google Shape;2168;gcfae1c7053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9" name="Google Shape;2169;gcfae1c7053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4"/>
        <p:cNvGrpSpPr/>
        <p:nvPr/>
      </p:nvGrpSpPr>
      <p:grpSpPr>
        <a:xfrm>
          <a:off x="0" y="0"/>
          <a:ext cx="0" cy="0"/>
          <a:chOff x="0" y="0"/>
          <a:chExt cx="0" cy="0"/>
        </a:xfrm>
      </p:grpSpPr>
      <p:sp>
        <p:nvSpPr>
          <p:cNvPr id="2175" name="Google Shape;2175;gcfae1c705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6" name="Google Shape;2176;gcfae1c705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5" r:id="rId5"/>
    <p:sldLayoutId id="2147483656" r:id="rId6"/>
    <p:sldLayoutId id="2147483657"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hyperlink" Target="https://www.niehs.nih.gov/research/resources/bioethics/whatis/index.cfm" TargetMode="External"/><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drive.google.com/open?id=0B-Q7fFcWeihxUWloMUhQb0tObms&amp;authuser=0" TargetMode="External"/><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hyperlink" Target="https://ideas.repec.org/p/ags/assa19/281171.html" TargetMode="External"/><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hyperlink" Target="https://www.nytimes.com/2019/10/04/well/eat/scientist-who-discredited-meat-guidelines-didnt-report-past-food-industry-ties.html" TargetMode="External"/><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hyperlink" Target="https://en.wikipedia.org/wiki/Brian_Wansink" TargetMode="External"/><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hyperlink" Target="https://www.aeaweb.org/about-aea/code-of-conduct" TargetMode="External"/><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AREC 570 Slides</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Shape 1800"/>
        <p:cNvGrpSpPr/>
        <p:nvPr/>
      </p:nvGrpSpPr>
      <p:grpSpPr>
        <a:xfrm>
          <a:off x="0" y="0"/>
          <a:ext cx="0" cy="0"/>
          <a:chOff x="0" y="0"/>
          <a:chExt cx="0" cy="0"/>
        </a:xfrm>
      </p:grpSpPr>
      <p:sp>
        <p:nvSpPr>
          <p:cNvPr id="1801" name="Google Shape;1801;p30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Unit 8</a:t>
            </a:r>
            <a:br>
              <a:rPr lang="en" dirty="0"/>
            </a:br>
            <a:r>
              <a:rPr lang="en" dirty="0"/>
              <a:t>Results/Discussion/Conclusion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05"/>
        <p:cNvGrpSpPr/>
        <p:nvPr/>
      </p:nvGrpSpPr>
      <p:grpSpPr>
        <a:xfrm>
          <a:off x="0" y="0"/>
          <a:ext cx="0" cy="0"/>
          <a:chOff x="0" y="0"/>
          <a:chExt cx="0" cy="0"/>
        </a:xfrm>
      </p:grpSpPr>
      <p:sp>
        <p:nvSpPr>
          <p:cNvPr id="1806" name="Google Shape;1806;p30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Results</a:t>
            </a:r>
            <a:endParaRPr/>
          </a:p>
        </p:txBody>
      </p:sp>
      <p:sp>
        <p:nvSpPr>
          <p:cNvPr id="1807" name="Google Shape;1807;p30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Your results are the evidence for your persuasive argument.  Use them to tell your compelling story.</a:t>
            </a:r>
            <a:endParaRPr/>
          </a:p>
          <a:p>
            <a:pPr marL="0" lvl="0" indent="0" algn="l" rtl="0">
              <a:spcBef>
                <a:spcPts val="1600"/>
              </a:spcBef>
              <a:spcAft>
                <a:spcPts val="0"/>
              </a:spcAft>
              <a:buNone/>
            </a:pPr>
            <a:r>
              <a:rPr lang="en"/>
              <a:t>You’ve conducted the analysis; what have you found.  And, why should we believe it? robustness , sensitivity, etc</a:t>
            </a:r>
            <a:endParaRPr/>
          </a:p>
          <a:p>
            <a:pPr marL="0" lvl="0" indent="0" algn="l" rtl="0">
              <a:spcBef>
                <a:spcPts val="1600"/>
              </a:spcBef>
              <a:spcAft>
                <a:spcPts val="160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11"/>
        <p:cNvGrpSpPr/>
        <p:nvPr/>
      </p:nvGrpSpPr>
      <p:grpSpPr>
        <a:xfrm>
          <a:off x="0" y="0"/>
          <a:ext cx="0" cy="0"/>
          <a:chOff x="0" y="0"/>
          <a:chExt cx="0" cy="0"/>
        </a:xfrm>
      </p:grpSpPr>
      <p:sp>
        <p:nvSpPr>
          <p:cNvPr id="1812" name="Google Shape;1812;p30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Empirical Results</a:t>
            </a:r>
            <a:endParaRPr/>
          </a:p>
        </p:txBody>
      </p:sp>
      <p:sp>
        <p:nvSpPr>
          <p:cNvPr id="1813" name="Google Shape;1813;p30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Explain the relationship between your independent and dependent variable(s) in the context of your research question</a:t>
            </a:r>
            <a:endParaRPr/>
          </a:p>
          <a:p>
            <a:pPr marL="0" lvl="0" indent="0" algn="l" rtl="0">
              <a:spcBef>
                <a:spcPts val="1600"/>
              </a:spcBef>
              <a:spcAft>
                <a:spcPts val="0"/>
              </a:spcAft>
              <a:buClr>
                <a:schemeClr val="dk1"/>
              </a:buClr>
              <a:buSzPts val="1100"/>
              <a:buFont typeface="Arial"/>
              <a:buNone/>
            </a:pPr>
            <a:r>
              <a:rPr lang="en"/>
              <a:t>How well does your model fit the data? In sample/Out of sample</a:t>
            </a:r>
            <a:endParaRPr/>
          </a:p>
          <a:p>
            <a:pPr marL="0" lvl="0" indent="0" algn="l" rtl="0">
              <a:spcBef>
                <a:spcPts val="1600"/>
              </a:spcBef>
              <a:spcAft>
                <a:spcPts val="1600"/>
              </a:spcAft>
              <a:buNone/>
            </a:pPr>
            <a:r>
              <a:rPr lang="en"/>
              <a:t>Choose appropriate tables and figures to convey your results and tell the story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17"/>
        <p:cNvGrpSpPr/>
        <p:nvPr/>
      </p:nvGrpSpPr>
      <p:grpSpPr>
        <a:xfrm>
          <a:off x="0" y="0"/>
          <a:ext cx="0" cy="0"/>
          <a:chOff x="0" y="0"/>
          <a:chExt cx="0" cy="0"/>
        </a:xfrm>
      </p:grpSpPr>
      <p:sp>
        <p:nvSpPr>
          <p:cNvPr id="1818" name="Google Shape;1818;p30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Tables</a:t>
            </a:r>
            <a:endParaRPr/>
          </a:p>
        </p:txBody>
      </p:sp>
      <p:sp>
        <p:nvSpPr>
          <p:cNvPr id="1819" name="Google Shape;1819;p30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Two main types of table: descriptive stats, and regression/simulation/model results</a:t>
            </a:r>
            <a:endParaRPr/>
          </a:p>
          <a:p>
            <a:pPr marL="0" lvl="0" indent="0" algn="l" rtl="0">
              <a:spcBef>
                <a:spcPts val="1600"/>
              </a:spcBef>
              <a:spcAft>
                <a:spcPts val="0"/>
              </a:spcAft>
              <a:buClr>
                <a:schemeClr val="dk1"/>
              </a:buClr>
              <a:buSzPts val="1100"/>
              <a:buFont typeface="Arial"/>
              <a:buNone/>
            </a:pPr>
            <a:r>
              <a:rPr lang="en"/>
              <a:t>Make sure to introduce the table with a clear statement signaling to the reader what they should expect to see.</a:t>
            </a:r>
            <a:endParaRPr/>
          </a:p>
          <a:p>
            <a:pPr marL="0" lvl="0" indent="0" algn="l" rtl="0">
              <a:spcBef>
                <a:spcPts val="1600"/>
              </a:spcBef>
              <a:spcAft>
                <a:spcPts val="0"/>
              </a:spcAft>
              <a:buClr>
                <a:schemeClr val="dk1"/>
              </a:buClr>
              <a:buSzPts val="1100"/>
              <a:buFont typeface="Arial"/>
              <a:buNone/>
            </a:pPr>
            <a:r>
              <a:rPr lang="en"/>
              <a:t>The table does not speak for itself.  Your task is to develop a narrative of the results</a:t>
            </a:r>
            <a:endParaRPr/>
          </a:p>
          <a:p>
            <a:pPr marL="0" lvl="0" indent="0" algn="l" rtl="0">
              <a:spcBef>
                <a:spcPts val="1600"/>
              </a:spcBef>
              <a:spcAft>
                <a:spcPts val="0"/>
              </a:spcAft>
              <a:buClr>
                <a:schemeClr val="dk1"/>
              </a:buClr>
              <a:buSzPts val="1100"/>
              <a:buFont typeface="Arial"/>
              <a:buNone/>
            </a:pPr>
            <a:r>
              <a:rPr lang="en"/>
              <a:t>Steer the reader to the areas that you want to make your case</a:t>
            </a:r>
            <a:endParaRPr/>
          </a:p>
          <a:p>
            <a:pPr marL="0" lvl="0" indent="0" algn="l" rtl="0">
              <a:spcBef>
                <a:spcPts val="1600"/>
              </a:spcBef>
              <a:spcAft>
                <a:spcPts val="1600"/>
              </a:spcAft>
              <a:buNone/>
            </a:pPr>
            <a:r>
              <a:rPr lang="en"/>
              <a:t>Cite the specific figure in the table so that there is no ambiguity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23"/>
        <p:cNvGrpSpPr/>
        <p:nvPr/>
      </p:nvGrpSpPr>
      <p:grpSpPr>
        <a:xfrm>
          <a:off x="0" y="0"/>
          <a:ext cx="0" cy="0"/>
          <a:chOff x="0" y="0"/>
          <a:chExt cx="0" cy="0"/>
        </a:xfrm>
      </p:grpSpPr>
      <p:sp>
        <p:nvSpPr>
          <p:cNvPr id="1824" name="Google Shape;1824;p307"/>
          <p:cNvSpPr txBox="1">
            <a:spLocks noGrp="1"/>
          </p:cNvSpPr>
          <p:nvPr>
            <p:ph type="title"/>
          </p:nvPr>
        </p:nvSpPr>
        <p:spPr>
          <a:xfrm>
            <a:off x="311700" y="2164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design (Dudenhefer p.54)</a:t>
            </a:r>
            <a:endParaRPr/>
          </a:p>
        </p:txBody>
      </p:sp>
      <p:sp>
        <p:nvSpPr>
          <p:cNvPr id="1825" name="Google Shape;1825;p307"/>
          <p:cNvSpPr txBox="1">
            <a:spLocks noGrp="1"/>
          </p:cNvSpPr>
          <p:nvPr>
            <p:ph type="body" idx="1"/>
          </p:nvPr>
        </p:nvSpPr>
        <p:spPr>
          <a:xfrm>
            <a:off x="311700" y="8476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Table number</a:t>
            </a:r>
            <a:endParaRPr/>
          </a:p>
          <a:p>
            <a:pPr marL="0" lvl="0" indent="0" algn="l" rtl="0">
              <a:spcBef>
                <a:spcPts val="1600"/>
              </a:spcBef>
              <a:spcAft>
                <a:spcPts val="0"/>
              </a:spcAft>
              <a:buClr>
                <a:schemeClr val="dk1"/>
              </a:buClr>
              <a:buSzPts val="1100"/>
              <a:buFont typeface="Arial"/>
              <a:buNone/>
            </a:pPr>
            <a:r>
              <a:rPr lang="en"/>
              <a:t>Title: brief description of contents</a:t>
            </a:r>
            <a:endParaRPr/>
          </a:p>
          <a:p>
            <a:pPr marL="0" lvl="0" indent="0" algn="l" rtl="0">
              <a:spcBef>
                <a:spcPts val="1600"/>
              </a:spcBef>
              <a:spcAft>
                <a:spcPts val="0"/>
              </a:spcAft>
              <a:buClr>
                <a:schemeClr val="dk1"/>
              </a:buClr>
              <a:buSzPts val="1100"/>
              <a:buFont typeface="Arial"/>
              <a:buNone/>
            </a:pPr>
            <a:r>
              <a:rPr lang="en"/>
              <a:t>Column headings: may have multiple levels</a:t>
            </a:r>
            <a:endParaRPr/>
          </a:p>
          <a:p>
            <a:pPr marL="0" lvl="0" indent="0" algn="l" rtl="0">
              <a:spcBef>
                <a:spcPts val="1600"/>
              </a:spcBef>
              <a:spcAft>
                <a:spcPts val="0"/>
              </a:spcAft>
              <a:buClr>
                <a:schemeClr val="dk1"/>
              </a:buClr>
              <a:buSzPts val="1100"/>
              <a:buFont typeface="Arial"/>
              <a:buNone/>
            </a:pPr>
            <a:r>
              <a:rPr lang="en"/>
              <a:t>Stub: row headings (variables in regression table)</a:t>
            </a:r>
            <a:endParaRPr/>
          </a:p>
          <a:p>
            <a:pPr marL="0" lvl="0" indent="0" algn="l" rtl="0">
              <a:spcBef>
                <a:spcPts val="1600"/>
              </a:spcBef>
              <a:spcAft>
                <a:spcPts val="0"/>
              </a:spcAft>
              <a:buClr>
                <a:schemeClr val="dk1"/>
              </a:buClr>
              <a:buSzPts val="1100"/>
              <a:buFont typeface="Arial"/>
              <a:buNone/>
            </a:pPr>
            <a:r>
              <a:rPr lang="en"/>
              <a:t>Body: contents of the table - decorate in presentations to highlight results</a:t>
            </a:r>
            <a:endParaRPr/>
          </a:p>
          <a:p>
            <a:pPr marL="0" lvl="0" indent="0" algn="l" rtl="0">
              <a:spcBef>
                <a:spcPts val="1600"/>
              </a:spcBef>
              <a:spcAft>
                <a:spcPts val="0"/>
              </a:spcAft>
              <a:buClr>
                <a:schemeClr val="dk1"/>
              </a:buClr>
              <a:buSzPts val="1100"/>
              <a:buFont typeface="Arial"/>
              <a:buNone/>
            </a:pPr>
            <a:r>
              <a:rPr lang="en"/>
              <a:t>Footnotes: tell the reader details needed to understand the tables -- units, significance stars, etc.</a:t>
            </a:r>
            <a:endParaRPr/>
          </a:p>
          <a:p>
            <a:pPr marL="0" lvl="0" indent="0" algn="l" rtl="0">
              <a:spcBef>
                <a:spcPts val="1600"/>
              </a:spcBef>
              <a:spcAft>
                <a:spcPts val="1600"/>
              </a:spcAft>
              <a:buNone/>
            </a:pPr>
            <a:r>
              <a:rPr lang="en"/>
              <a:t>Rules: use sparingly usually one on top, one below column headings, and one below last line of results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29"/>
        <p:cNvGrpSpPr/>
        <p:nvPr/>
      </p:nvGrpSpPr>
      <p:grpSpPr>
        <a:xfrm>
          <a:off x="0" y="0"/>
          <a:ext cx="0" cy="0"/>
          <a:chOff x="0" y="0"/>
          <a:chExt cx="0" cy="0"/>
        </a:xfrm>
      </p:grpSpPr>
      <p:sp>
        <p:nvSpPr>
          <p:cNvPr id="1830" name="Google Shape;1830;p30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Reporting numbers</a:t>
            </a:r>
            <a:endParaRPr/>
          </a:p>
        </p:txBody>
      </p:sp>
      <p:sp>
        <p:nvSpPr>
          <p:cNvPr id="1831" name="Google Shape;1831;p30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Establish the context: How does some number compare to something more familiar?  Is it large or small?</a:t>
            </a:r>
            <a:endParaRPr/>
          </a:p>
          <a:p>
            <a:pPr marL="0" lvl="0" indent="0" algn="l" rtl="0">
              <a:spcBef>
                <a:spcPts val="1600"/>
              </a:spcBef>
              <a:spcAft>
                <a:spcPts val="0"/>
              </a:spcAft>
              <a:buClr>
                <a:schemeClr val="dk1"/>
              </a:buClr>
              <a:buSzPts val="1100"/>
              <a:buFont typeface="Arial"/>
              <a:buNone/>
            </a:pPr>
            <a:r>
              <a:rPr lang="en"/>
              <a:t>Report and interpret: what do the numbers mean in terms of your research question</a:t>
            </a:r>
            <a:endParaRPr/>
          </a:p>
          <a:p>
            <a:pPr marL="0" lvl="0" indent="0" algn="l" rtl="0">
              <a:spcBef>
                <a:spcPts val="1600"/>
              </a:spcBef>
              <a:spcAft>
                <a:spcPts val="0"/>
              </a:spcAft>
              <a:buClr>
                <a:schemeClr val="dk1"/>
              </a:buClr>
              <a:buSzPts val="1100"/>
              <a:buFont typeface="Arial"/>
              <a:buNone/>
            </a:pPr>
            <a:r>
              <a:rPr lang="en"/>
              <a:t>Use magnitudes that are easy to comprehend</a:t>
            </a:r>
            <a:endParaRPr/>
          </a:p>
          <a:p>
            <a:pPr marL="0" lvl="0" indent="0" algn="l" rtl="0">
              <a:spcBef>
                <a:spcPts val="1600"/>
              </a:spcBef>
              <a:spcAft>
                <a:spcPts val="1600"/>
              </a:spcAft>
              <a:buNone/>
            </a:pPr>
            <a:r>
              <a:rPr lang="en"/>
              <a:t>Think of an appropriate and useful unit/transformation/context for the result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35"/>
        <p:cNvGrpSpPr/>
        <p:nvPr/>
      </p:nvGrpSpPr>
      <p:grpSpPr>
        <a:xfrm>
          <a:off x="0" y="0"/>
          <a:ext cx="0" cy="0"/>
          <a:chOff x="0" y="0"/>
          <a:chExt cx="0" cy="0"/>
        </a:xfrm>
      </p:grpSpPr>
      <p:sp>
        <p:nvSpPr>
          <p:cNvPr id="1836" name="Google Shape;1836;p30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Example</a:t>
            </a:r>
            <a:endParaRPr/>
          </a:p>
        </p:txBody>
      </p:sp>
      <p:sp>
        <p:nvSpPr>
          <p:cNvPr id="1837" name="Google Shape;1837;p30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 paper studying effect of Lyme risk on outdoor recreation time, our primary estimate is -.0248 minutes/day.  </a:t>
            </a:r>
            <a:endParaRPr/>
          </a:p>
          <a:p>
            <a:pPr marL="0" lvl="0" indent="0" algn="l" rtl="0">
              <a:spcBef>
                <a:spcPts val="1600"/>
              </a:spcBef>
              <a:spcAft>
                <a:spcPts val="0"/>
              </a:spcAft>
              <a:buNone/>
            </a:pPr>
            <a:r>
              <a:rPr lang="en"/>
              <a:t>For one, this is the marginal effect for a single case of lyme.  It is more useful to put the result in context of the data (72 cases on average in the counties) so it is 1.54 fewer minutes per person per day or 9 and a half hours per year.  </a:t>
            </a:r>
            <a:endParaRPr/>
          </a:p>
          <a:p>
            <a:pPr marL="0" lvl="0" indent="0" algn="l" rtl="0">
              <a:spcBef>
                <a:spcPts val="1600"/>
              </a:spcBef>
              <a:spcAft>
                <a:spcPts val="0"/>
              </a:spcAft>
              <a:buClr>
                <a:schemeClr val="dk1"/>
              </a:buClr>
              <a:buSzPts val="1100"/>
              <a:buFont typeface="Arial"/>
              <a:buNone/>
            </a:pPr>
            <a:r>
              <a:rPr lang="en"/>
              <a:t>Avg trips are 73 minutes, so about 8 fewer trips on avg.</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41"/>
        <p:cNvGrpSpPr/>
        <p:nvPr/>
      </p:nvGrpSpPr>
      <p:grpSpPr>
        <a:xfrm>
          <a:off x="0" y="0"/>
          <a:ext cx="0" cy="0"/>
          <a:chOff x="0" y="0"/>
          <a:chExt cx="0" cy="0"/>
        </a:xfrm>
      </p:grpSpPr>
      <p:sp>
        <p:nvSpPr>
          <p:cNvPr id="1842" name="Google Shape;1842;p31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Theory results</a:t>
            </a:r>
            <a:endParaRPr/>
          </a:p>
        </p:txBody>
      </p:sp>
      <p:sp>
        <p:nvSpPr>
          <p:cNvPr id="1843" name="Google Shape;1843;p310"/>
          <p:cNvSpPr txBox="1">
            <a:spLocks noGrp="1"/>
          </p:cNvSpPr>
          <p:nvPr>
            <p:ph type="body" idx="1"/>
          </p:nvPr>
        </p:nvSpPr>
        <p:spPr>
          <a:xfrm>
            <a:off x="311700" y="1152475"/>
            <a:ext cx="8520600" cy="350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Derive your equilibrium or main condition showing something</a:t>
            </a:r>
            <a:endParaRPr/>
          </a:p>
          <a:p>
            <a:pPr marL="0" lvl="0" indent="0" algn="l" rtl="0">
              <a:spcBef>
                <a:spcPts val="1600"/>
              </a:spcBef>
              <a:spcAft>
                <a:spcPts val="0"/>
              </a:spcAft>
              <a:buClr>
                <a:schemeClr val="dk1"/>
              </a:buClr>
              <a:buSzPts val="1100"/>
              <a:buFont typeface="Arial"/>
              <a:buNone/>
            </a:pPr>
            <a:r>
              <a:rPr lang="en"/>
              <a:t>Conduct your comparative statics/dynamics</a:t>
            </a:r>
            <a:endParaRPr/>
          </a:p>
          <a:p>
            <a:pPr marL="457200" lvl="0" indent="-342900" algn="l" rtl="0">
              <a:spcBef>
                <a:spcPts val="1600"/>
              </a:spcBef>
              <a:spcAft>
                <a:spcPts val="0"/>
              </a:spcAft>
              <a:buSzPts val="1800"/>
              <a:buChar char="●"/>
            </a:pPr>
            <a:r>
              <a:rPr lang="en"/>
              <a:t>What happens to the equilibrium when something changes?</a:t>
            </a:r>
            <a:endParaRPr/>
          </a:p>
          <a:p>
            <a:pPr marL="457200" lvl="0" indent="-342900" algn="l" rtl="0">
              <a:spcBef>
                <a:spcPts val="0"/>
              </a:spcBef>
              <a:spcAft>
                <a:spcPts val="0"/>
              </a:spcAft>
              <a:buSzPts val="1800"/>
              <a:buChar char="●"/>
            </a:pPr>
            <a:r>
              <a:rPr lang="en"/>
              <a:t>Figures are often useful to visualize these results</a:t>
            </a:r>
            <a:endParaRPr/>
          </a:p>
          <a:p>
            <a:pPr marL="457200" lvl="0" indent="-342900" algn="l" rtl="0">
              <a:spcBef>
                <a:spcPts val="0"/>
              </a:spcBef>
              <a:spcAft>
                <a:spcPts val="0"/>
              </a:spcAft>
              <a:buSzPts val="1800"/>
              <a:buChar char="●"/>
            </a:pPr>
            <a:r>
              <a:rPr lang="en"/>
              <a:t>Isocline between two relevant parameters</a:t>
            </a:r>
            <a:endParaRPr/>
          </a:p>
          <a:p>
            <a:pPr marL="457200" lvl="0" indent="-342900" algn="l" rtl="0">
              <a:spcBef>
                <a:spcPts val="0"/>
              </a:spcBef>
              <a:spcAft>
                <a:spcPts val="0"/>
              </a:spcAft>
              <a:buSzPts val="1800"/>
              <a:buChar char="●"/>
            </a:pPr>
            <a:r>
              <a:rPr lang="en"/>
              <a:t>Null-clines in a phase diagram showing the tendency toward or away from equilibrium</a:t>
            </a:r>
            <a:endParaRPr/>
          </a:p>
          <a:p>
            <a:pPr marL="457200" lvl="0" indent="-342900" algn="l" rtl="0">
              <a:spcBef>
                <a:spcPts val="0"/>
              </a:spcBef>
              <a:spcAft>
                <a:spcPts val="0"/>
              </a:spcAft>
              <a:buSzPts val="1800"/>
              <a:buChar char="●"/>
            </a:pPr>
            <a:r>
              <a:rPr lang="en"/>
              <a:t>May want to suggest how this result could be estimated</a:t>
            </a:r>
            <a:endParaRPr/>
          </a:p>
          <a:p>
            <a:pPr marL="457200" lvl="0" indent="-342900" algn="l" rtl="0">
              <a:spcBef>
                <a:spcPts val="0"/>
              </a:spcBef>
              <a:spcAft>
                <a:spcPts val="0"/>
              </a:spcAft>
              <a:buSzPts val="1800"/>
              <a:buChar char="●"/>
            </a:pPr>
            <a:r>
              <a:rPr lang="en"/>
              <a:t>You may conduct a simulation to illustrate results</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47"/>
        <p:cNvGrpSpPr/>
        <p:nvPr/>
      </p:nvGrpSpPr>
      <p:grpSpPr>
        <a:xfrm>
          <a:off x="0" y="0"/>
          <a:ext cx="0" cy="0"/>
          <a:chOff x="0" y="0"/>
          <a:chExt cx="0" cy="0"/>
        </a:xfrm>
      </p:grpSpPr>
      <p:sp>
        <p:nvSpPr>
          <p:cNvPr id="1848" name="Google Shape;1848;p311"/>
          <p:cNvSpPr txBox="1">
            <a:spLocks noGrp="1"/>
          </p:cNvSpPr>
          <p:nvPr>
            <p:ph type="title"/>
          </p:nvPr>
        </p:nvSpPr>
        <p:spPr>
          <a:xfrm>
            <a:off x="311700" y="2926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Discussion</a:t>
            </a:r>
            <a:endParaRPr/>
          </a:p>
        </p:txBody>
      </p:sp>
      <p:sp>
        <p:nvSpPr>
          <p:cNvPr id="1849" name="Google Shape;1849;p311"/>
          <p:cNvSpPr txBox="1">
            <a:spLocks noGrp="1"/>
          </p:cNvSpPr>
          <p:nvPr>
            <p:ph type="body" idx="1"/>
          </p:nvPr>
        </p:nvSpPr>
        <p:spPr>
          <a:xfrm>
            <a:off x="311700" y="10000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This section is optional and can serve a flexible role</a:t>
            </a:r>
            <a:endParaRPr/>
          </a:p>
          <a:p>
            <a:pPr marL="457200" lvl="0" indent="-342900" algn="l" rtl="0">
              <a:spcBef>
                <a:spcPts val="1600"/>
              </a:spcBef>
              <a:spcAft>
                <a:spcPts val="0"/>
              </a:spcAft>
              <a:buSzPts val="1800"/>
              <a:buChar char="●"/>
            </a:pPr>
            <a:r>
              <a:rPr lang="en"/>
              <a:t>Further context for the results</a:t>
            </a:r>
            <a:endParaRPr/>
          </a:p>
          <a:p>
            <a:pPr marL="457200" lvl="0" indent="-342900" algn="l" rtl="0">
              <a:spcBef>
                <a:spcPts val="0"/>
              </a:spcBef>
              <a:spcAft>
                <a:spcPts val="0"/>
              </a:spcAft>
              <a:buSzPts val="1800"/>
              <a:buChar char="●"/>
            </a:pPr>
            <a:r>
              <a:rPr lang="en"/>
              <a:t>Additional analysis, comparison to other results or situations, can simulations help</a:t>
            </a:r>
            <a:endParaRPr/>
          </a:p>
          <a:p>
            <a:pPr marL="914400" lvl="1" indent="-317500" algn="l" rtl="0">
              <a:spcBef>
                <a:spcPts val="0"/>
              </a:spcBef>
              <a:spcAft>
                <a:spcPts val="0"/>
              </a:spcAft>
              <a:buSzPts val="1400"/>
              <a:buChar char="○"/>
            </a:pPr>
            <a:r>
              <a:rPr lang="en"/>
              <a:t>Large game and conflict paper: we use this to compare model results with ethnographies</a:t>
            </a:r>
            <a:endParaRPr/>
          </a:p>
          <a:p>
            <a:pPr marL="0" lvl="0" indent="0" algn="l" rtl="0">
              <a:spcBef>
                <a:spcPts val="1600"/>
              </a:spcBef>
              <a:spcAft>
                <a:spcPts val="0"/>
              </a:spcAft>
              <a:buClr>
                <a:schemeClr val="dk1"/>
              </a:buClr>
              <a:buSzPts val="1100"/>
              <a:buFont typeface="Arial"/>
              <a:buNone/>
            </a:pPr>
            <a:r>
              <a:rPr lang="en"/>
              <a:t>Chance to discuss the limitations of the analysis </a:t>
            </a:r>
            <a:endParaRPr/>
          </a:p>
          <a:p>
            <a:pPr marL="457200" lvl="0" indent="-342900" algn="l" rtl="0">
              <a:spcBef>
                <a:spcPts val="1600"/>
              </a:spcBef>
              <a:spcAft>
                <a:spcPts val="0"/>
              </a:spcAft>
              <a:buSzPts val="1800"/>
              <a:buChar char="●"/>
            </a:pPr>
            <a:r>
              <a:rPr lang="en"/>
              <a:t>Delicate balance here not to trash your work</a:t>
            </a:r>
            <a:endParaRPr/>
          </a:p>
          <a:p>
            <a:pPr marL="0" lvl="0" indent="0" algn="l" rtl="0">
              <a:spcBef>
                <a:spcPts val="1600"/>
              </a:spcBef>
              <a:spcAft>
                <a:spcPts val="0"/>
              </a:spcAft>
              <a:buClr>
                <a:schemeClr val="dk1"/>
              </a:buClr>
              <a:buSzPts val="1100"/>
              <a:buFont typeface="Arial"/>
              <a:buNone/>
            </a:pPr>
            <a:r>
              <a:rPr lang="en"/>
              <a:t>Warn users where this result does not apply</a:t>
            </a:r>
            <a:endParaRPr/>
          </a:p>
          <a:p>
            <a:pPr marL="0" lvl="0" indent="0" algn="l" rtl="0">
              <a:spcBef>
                <a:spcPts val="1600"/>
              </a:spcBef>
              <a:spcAft>
                <a:spcPts val="0"/>
              </a:spcAft>
              <a:buClr>
                <a:schemeClr val="dk1"/>
              </a:buClr>
              <a:buSzPts val="1100"/>
              <a:buFont typeface="Arial"/>
              <a:buNone/>
            </a:pPr>
            <a:r>
              <a:rPr lang="en"/>
              <a:t>Be careful that this section fits and adds value to the paper</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53"/>
        <p:cNvGrpSpPr/>
        <p:nvPr/>
      </p:nvGrpSpPr>
      <p:grpSpPr>
        <a:xfrm>
          <a:off x="0" y="0"/>
          <a:ext cx="0" cy="0"/>
          <a:chOff x="0" y="0"/>
          <a:chExt cx="0" cy="0"/>
        </a:xfrm>
      </p:grpSpPr>
      <p:sp>
        <p:nvSpPr>
          <p:cNvPr id="1854" name="Google Shape;1854;p31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Conclusion Formula</a:t>
            </a:r>
            <a:endParaRPr/>
          </a:p>
        </p:txBody>
      </p:sp>
      <p:sp>
        <p:nvSpPr>
          <p:cNvPr id="1855" name="Google Shape;1855;p31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Summary: tell em what you’ve told em.  Make it slightly different.  Tell the story assuming the audience has more information now</a:t>
            </a:r>
            <a:endParaRPr/>
          </a:p>
          <a:p>
            <a:pPr marL="0" lvl="0" indent="0" algn="l" rtl="0">
              <a:spcBef>
                <a:spcPts val="1600"/>
              </a:spcBef>
              <a:spcAft>
                <a:spcPts val="0"/>
              </a:spcAft>
              <a:buNone/>
            </a:pPr>
            <a:r>
              <a:rPr lang="en"/>
              <a:t>Limitations: if not in the discussion, explain them here.  Don’t trash your work</a:t>
            </a:r>
            <a:endParaRPr/>
          </a:p>
          <a:p>
            <a:pPr marL="0" lvl="0" indent="0" algn="l" rtl="0">
              <a:spcBef>
                <a:spcPts val="1600"/>
              </a:spcBef>
              <a:spcAft>
                <a:spcPts val="0"/>
              </a:spcAft>
              <a:buNone/>
            </a:pPr>
            <a:r>
              <a:rPr lang="en"/>
              <a:t>Implications for policy: what are they?  Who wins/loses? Political feasibility? Level of difficulty to implement</a:t>
            </a:r>
            <a:endParaRPr/>
          </a:p>
          <a:p>
            <a:pPr marL="0" lvl="0" indent="0" algn="l" rtl="0">
              <a:spcBef>
                <a:spcPts val="1600"/>
              </a:spcBef>
              <a:spcAft>
                <a:spcPts val="1600"/>
              </a:spcAft>
              <a:buNone/>
            </a:pPr>
            <a:r>
              <a:rPr lang="en"/>
              <a:t>Implications for future work: where does this research project lead?  What are the natural follow-up analyses?  How could the analysis be improved?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Shape 1965"/>
        <p:cNvGrpSpPr/>
        <p:nvPr/>
      </p:nvGrpSpPr>
      <p:grpSpPr>
        <a:xfrm>
          <a:off x="0" y="0"/>
          <a:ext cx="0" cy="0"/>
          <a:chOff x="0" y="0"/>
          <a:chExt cx="0" cy="0"/>
        </a:xfrm>
      </p:grpSpPr>
      <p:sp>
        <p:nvSpPr>
          <p:cNvPr id="1966" name="Google Shape;1966;p331"/>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Unit 9</a:t>
            </a:r>
            <a:br>
              <a:rPr lang="en" dirty="0"/>
            </a:br>
            <a:r>
              <a:rPr lang="en" dirty="0"/>
              <a:t>Presentation</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70"/>
        <p:cNvGrpSpPr/>
        <p:nvPr/>
      </p:nvGrpSpPr>
      <p:grpSpPr>
        <a:xfrm>
          <a:off x="0" y="0"/>
          <a:ext cx="0" cy="0"/>
          <a:chOff x="0" y="0"/>
          <a:chExt cx="0" cy="0"/>
        </a:xfrm>
      </p:grpSpPr>
      <p:sp>
        <p:nvSpPr>
          <p:cNvPr id="1971" name="Google Shape;1971;p3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Motivation</a:t>
            </a:r>
            <a:endParaRPr/>
          </a:p>
        </p:txBody>
      </p:sp>
      <p:sp>
        <p:nvSpPr>
          <p:cNvPr id="1972" name="Google Shape;1972;p3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Presentation is an important part of the research process - not just at the end but throughout</a:t>
            </a:r>
            <a:endParaRPr dirty="0"/>
          </a:p>
          <a:p>
            <a:pPr marL="0" lvl="0" indent="0" algn="l" rtl="0">
              <a:spcBef>
                <a:spcPts val="1600"/>
              </a:spcBef>
              <a:spcAft>
                <a:spcPts val="0"/>
              </a:spcAft>
              <a:buNone/>
            </a:pPr>
            <a:r>
              <a:rPr lang="en" dirty="0"/>
              <a:t>Preparing for a presentation forces you to organize your thoughts</a:t>
            </a:r>
            <a:endParaRPr dirty="0"/>
          </a:p>
          <a:p>
            <a:pPr marL="0" lvl="0" indent="0" algn="l" rtl="0">
              <a:spcBef>
                <a:spcPts val="1600"/>
              </a:spcBef>
              <a:spcAft>
                <a:spcPts val="0"/>
              </a:spcAft>
              <a:buNone/>
            </a:pPr>
            <a:r>
              <a:rPr lang="en" dirty="0"/>
              <a:t>Repeated presentation helps you refine your message</a:t>
            </a:r>
            <a:endParaRPr dirty="0"/>
          </a:p>
          <a:p>
            <a:pPr marL="0" lvl="0" indent="0" algn="l" rtl="0">
              <a:spcBef>
                <a:spcPts val="1600"/>
              </a:spcBef>
              <a:spcAft>
                <a:spcPts val="1600"/>
              </a:spcAft>
              <a:buNone/>
            </a:pPr>
            <a:r>
              <a:rPr lang="en" dirty="0"/>
              <a:t>Presenting your work is also a form of advertisement</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76"/>
        <p:cNvGrpSpPr/>
        <p:nvPr/>
      </p:nvGrpSpPr>
      <p:grpSpPr>
        <a:xfrm>
          <a:off x="0" y="0"/>
          <a:ext cx="0" cy="0"/>
          <a:chOff x="0" y="0"/>
          <a:chExt cx="0" cy="0"/>
        </a:xfrm>
      </p:grpSpPr>
      <p:sp>
        <p:nvSpPr>
          <p:cNvPr id="1977" name="Google Shape;1977;p3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Three stages/types of presentation</a:t>
            </a:r>
            <a:endParaRPr/>
          </a:p>
        </p:txBody>
      </p:sp>
      <p:sp>
        <p:nvSpPr>
          <p:cNvPr id="1978" name="Google Shape;1978;p3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Early stage: brown bag format in front of peers that can help shape your thinking (other students or colleagues)</a:t>
            </a:r>
            <a:endParaRPr/>
          </a:p>
          <a:p>
            <a:pPr marL="0" lvl="0" indent="0" algn="l" rtl="0">
              <a:spcBef>
                <a:spcPts val="1600"/>
              </a:spcBef>
              <a:spcAft>
                <a:spcPts val="0"/>
              </a:spcAft>
              <a:buClr>
                <a:schemeClr val="dk1"/>
              </a:buClr>
              <a:buSzPts val="1100"/>
              <a:buFont typeface="Arial"/>
              <a:buNone/>
            </a:pPr>
            <a:r>
              <a:rPr lang="en"/>
              <a:t>Department seminar or conference presentation to iron out unclear parts or catch flaws before submitting</a:t>
            </a:r>
            <a:endParaRPr/>
          </a:p>
          <a:p>
            <a:pPr marL="0" lvl="0" indent="0" algn="l" rtl="0">
              <a:spcBef>
                <a:spcPts val="1600"/>
              </a:spcBef>
              <a:spcAft>
                <a:spcPts val="0"/>
              </a:spcAft>
              <a:buClr>
                <a:schemeClr val="dk1"/>
              </a:buClr>
              <a:buSzPts val="1100"/>
              <a:buFont typeface="Arial"/>
              <a:buNone/>
            </a:pPr>
            <a:r>
              <a:rPr lang="en"/>
              <a:t>Job talk is a polished presentation that should be free of flaws (you can still be open to criticism)</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82"/>
        <p:cNvGrpSpPr/>
        <p:nvPr/>
      </p:nvGrpSpPr>
      <p:grpSpPr>
        <a:xfrm>
          <a:off x="0" y="0"/>
          <a:ext cx="0" cy="0"/>
          <a:chOff x="0" y="0"/>
          <a:chExt cx="0" cy="0"/>
        </a:xfrm>
      </p:grpSpPr>
      <p:sp>
        <p:nvSpPr>
          <p:cNvPr id="1983" name="Google Shape;1983;p3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Preparation</a:t>
            </a:r>
            <a:endParaRPr/>
          </a:p>
        </p:txBody>
      </p:sp>
      <p:sp>
        <p:nvSpPr>
          <p:cNvPr id="1984" name="Google Shape;1984;p3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Make sure that you have something to say</a:t>
            </a:r>
            <a:endParaRPr/>
          </a:p>
          <a:p>
            <a:pPr marL="0" lvl="0" indent="0" algn="l" rtl="0">
              <a:spcBef>
                <a:spcPts val="1600"/>
              </a:spcBef>
              <a:spcAft>
                <a:spcPts val="0"/>
              </a:spcAft>
              <a:buClr>
                <a:schemeClr val="dk1"/>
              </a:buClr>
              <a:buSzPts val="1100"/>
              <a:buFont typeface="Arial"/>
              <a:buNone/>
            </a:pPr>
            <a:r>
              <a:rPr lang="en"/>
              <a:t>Each slide should have a message (ideally summarized by the title of the slide)</a:t>
            </a:r>
            <a:endParaRPr/>
          </a:p>
          <a:p>
            <a:pPr marL="0" lvl="0" indent="0" algn="l" rtl="0">
              <a:spcBef>
                <a:spcPts val="1600"/>
              </a:spcBef>
              <a:spcAft>
                <a:spcPts val="1600"/>
              </a:spcAft>
              <a:buNone/>
            </a:pPr>
            <a:r>
              <a:rPr lang="en"/>
              <a:t>Practice (more for job talk)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88"/>
        <p:cNvGrpSpPr/>
        <p:nvPr/>
      </p:nvGrpSpPr>
      <p:grpSpPr>
        <a:xfrm>
          <a:off x="0" y="0"/>
          <a:ext cx="0" cy="0"/>
          <a:chOff x="0" y="0"/>
          <a:chExt cx="0" cy="0"/>
        </a:xfrm>
      </p:grpSpPr>
      <p:sp>
        <p:nvSpPr>
          <p:cNvPr id="1989" name="Google Shape;1989;p3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Three parts of a talk: Introduction</a:t>
            </a:r>
            <a:endParaRPr/>
          </a:p>
        </p:txBody>
      </p:sp>
      <p:sp>
        <p:nvSpPr>
          <p:cNvPr id="1990" name="Google Shape;1990;p3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Title should indicate what the paper is about or you should do that with the title slide, then mention coauthors and funding</a:t>
            </a:r>
            <a:endParaRPr/>
          </a:p>
          <a:p>
            <a:pPr marL="0" lvl="0" indent="0" algn="l" rtl="0">
              <a:spcBef>
                <a:spcPts val="1600"/>
              </a:spcBef>
              <a:spcAft>
                <a:spcPts val="0"/>
              </a:spcAft>
              <a:buClr>
                <a:schemeClr val="dk1"/>
              </a:buClr>
              <a:buSzPts val="1100"/>
              <a:buFont typeface="Arial"/>
              <a:buNone/>
            </a:pPr>
            <a:r>
              <a:rPr lang="en"/>
              <a:t>Varian argues to cut the intro and get right to it because the audience will only remember 20 minutes</a:t>
            </a:r>
            <a:endParaRPr/>
          </a:p>
          <a:p>
            <a:pPr marL="0" lvl="0" indent="0" algn="l" rtl="0">
              <a:spcBef>
                <a:spcPts val="1600"/>
              </a:spcBef>
              <a:spcAft>
                <a:spcPts val="0"/>
              </a:spcAft>
              <a:buClr>
                <a:schemeClr val="dk1"/>
              </a:buClr>
              <a:buSzPts val="1100"/>
              <a:buFont typeface="Arial"/>
              <a:buNone/>
            </a:pPr>
            <a:r>
              <a:rPr lang="en"/>
              <a:t>Unless closely related to other paper, no need for detailed explanation of literature you read.</a:t>
            </a:r>
            <a:endParaRPr/>
          </a:p>
          <a:p>
            <a:pPr marL="0" lvl="0" indent="0" algn="l" rtl="0">
              <a:spcBef>
                <a:spcPts val="1600"/>
              </a:spcBef>
              <a:spcAft>
                <a:spcPts val="0"/>
              </a:spcAft>
              <a:buClr>
                <a:schemeClr val="dk1"/>
              </a:buClr>
              <a:buSzPts val="1100"/>
              <a:buFont typeface="Arial"/>
              <a:buNone/>
            </a:pPr>
            <a:r>
              <a:rPr lang="en"/>
              <a:t>Ideally, you can mention citations while you set up your research question and explain your contribution</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94"/>
        <p:cNvGrpSpPr/>
        <p:nvPr/>
      </p:nvGrpSpPr>
      <p:grpSpPr>
        <a:xfrm>
          <a:off x="0" y="0"/>
          <a:ext cx="0" cy="0"/>
          <a:chOff x="0" y="0"/>
          <a:chExt cx="0" cy="0"/>
        </a:xfrm>
      </p:grpSpPr>
      <p:sp>
        <p:nvSpPr>
          <p:cNvPr id="1995" name="Google Shape;1995;p3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Three parts of a talk: Introduction</a:t>
            </a:r>
            <a:endParaRPr/>
          </a:p>
        </p:txBody>
      </p:sp>
      <p:sp>
        <p:nvSpPr>
          <p:cNvPr id="1996" name="Google Shape;1996;p336"/>
          <p:cNvSpPr txBox="1">
            <a:spLocks noGrp="1"/>
          </p:cNvSpPr>
          <p:nvPr>
            <p:ph type="body" idx="1"/>
          </p:nvPr>
        </p:nvSpPr>
        <p:spPr>
          <a:xfrm>
            <a:off x="311700" y="1152475"/>
            <a:ext cx="8520600" cy="368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Don’t denigrate others’ work but emphasize the positive of what you do</a:t>
            </a:r>
            <a:endParaRPr/>
          </a:p>
          <a:p>
            <a:pPr marL="0" lvl="0" indent="0" algn="l" rtl="0">
              <a:spcBef>
                <a:spcPts val="1600"/>
              </a:spcBef>
              <a:spcAft>
                <a:spcPts val="0"/>
              </a:spcAft>
              <a:buNone/>
            </a:pPr>
            <a:r>
              <a:rPr lang="en"/>
              <a:t>Are the contributions normative (policy makers should do this), positive (the effect of x on y is…), methods (we develop a new way to do this…) </a:t>
            </a:r>
            <a:endParaRPr/>
          </a:p>
          <a:p>
            <a:pPr marL="0" lvl="0" indent="0" algn="l" rtl="0">
              <a:spcBef>
                <a:spcPts val="1600"/>
              </a:spcBef>
              <a:spcAft>
                <a:spcPts val="0"/>
              </a:spcAft>
              <a:buNone/>
            </a:pPr>
            <a:r>
              <a:rPr lang="en"/>
              <a:t>Correctly pronounce author’s names.  Ask around.</a:t>
            </a:r>
            <a:endParaRPr/>
          </a:p>
          <a:p>
            <a:pPr marL="0" lvl="0" indent="0" algn="l" rtl="0">
              <a:spcBef>
                <a:spcPts val="1600"/>
              </a:spcBef>
              <a:spcAft>
                <a:spcPts val="0"/>
              </a:spcAft>
              <a:buNone/>
            </a:pPr>
            <a:r>
              <a:rPr lang="en"/>
              <a:t>Prepare to answer these: What is the problem? Why should we care about resolving it? What should we expect to learn?</a:t>
            </a:r>
            <a:endParaRPr/>
          </a:p>
          <a:p>
            <a:pPr marL="0" lvl="0" indent="0" algn="l" rtl="0">
              <a:spcBef>
                <a:spcPts val="1600"/>
              </a:spcBef>
              <a:spcAft>
                <a:spcPts val="0"/>
              </a:spcAft>
              <a:buNone/>
            </a:pPr>
            <a:r>
              <a:rPr lang="en"/>
              <a:t>Offer an overview of approach, techniques, model</a:t>
            </a:r>
            <a:endParaRPr/>
          </a:p>
          <a:p>
            <a:pPr marL="0" lvl="0" indent="0" algn="l" rtl="0">
              <a:spcBef>
                <a:spcPts val="1600"/>
              </a:spcBef>
              <a:spcAft>
                <a:spcPts val="0"/>
              </a:spcAft>
              <a:buNone/>
            </a:pPr>
            <a:r>
              <a:rPr lang="en"/>
              <a:t>Preview your results.  It isn’t a murder mystery.</a:t>
            </a: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0"/>
        <p:cNvGrpSpPr/>
        <p:nvPr/>
      </p:nvGrpSpPr>
      <p:grpSpPr>
        <a:xfrm>
          <a:off x="0" y="0"/>
          <a:ext cx="0" cy="0"/>
          <a:chOff x="0" y="0"/>
          <a:chExt cx="0" cy="0"/>
        </a:xfrm>
      </p:grpSpPr>
      <p:sp>
        <p:nvSpPr>
          <p:cNvPr id="2001" name="Google Shape;2001;p3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Three parts of a talk: Content</a:t>
            </a:r>
            <a:endParaRPr/>
          </a:p>
        </p:txBody>
      </p:sp>
      <p:sp>
        <p:nvSpPr>
          <p:cNvPr id="2002" name="Google Shape;2002;p3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Keep things as simple as possible.  Most people won’t read the paper before presentation.  Assume they haven’t.</a:t>
            </a:r>
            <a:endParaRPr/>
          </a:p>
          <a:p>
            <a:pPr marL="0" lvl="0" indent="0" algn="l" rtl="0">
              <a:spcBef>
                <a:spcPts val="1600"/>
              </a:spcBef>
              <a:spcAft>
                <a:spcPts val="0"/>
              </a:spcAft>
              <a:buClr>
                <a:schemeClr val="dk1"/>
              </a:buClr>
              <a:buSzPts val="1100"/>
              <a:buFont typeface="Arial"/>
              <a:buNone/>
            </a:pPr>
            <a:r>
              <a:rPr lang="en"/>
              <a:t>Model</a:t>
            </a:r>
            <a:endParaRPr/>
          </a:p>
          <a:p>
            <a:pPr marL="457200" lvl="0" indent="-342900" algn="l" rtl="0">
              <a:spcBef>
                <a:spcPts val="1600"/>
              </a:spcBef>
              <a:spcAft>
                <a:spcPts val="0"/>
              </a:spcAft>
              <a:buSzPts val="1800"/>
              <a:buChar char="●"/>
            </a:pPr>
            <a:r>
              <a:rPr lang="en"/>
              <a:t>Keep notation simple and obvious or predictable</a:t>
            </a:r>
            <a:endParaRPr/>
          </a:p>
          <a:p>
            <a:pPr marL="457200" lvl="0" indent="-342900" algn="l" rtl="0">
              <a:spcBef>
                <a:spcPts val="0"/>
              </a:spcBef>
              <a:spcAft>
                <a:spcPts val="0"/>
              </a:spcAft>
              <a:buSzPts val="1800"/>
              <a:buChar char="●"/>
            </a:pPr>
            <a:r>
              <a:rPr lang="en"/>
              <a:t>Present special case (easy case)</a:t>
            </a:r>
            <a:endParaRPr/>
          </a:p>
          <a:p>
            <a:pPr marL="457200" lvl="0" indent="-342900" algn="l" rtl="0">
              <a:spcBef>
                <a:spcPts val="0"/>
              </a:spcBef>
              <a:spcAft>
                <a:spcPts val="0"/>
              </a:spcAft>
              <a:buSzPts val="1800"/>
              <a:buChar char="●"/>
            </a:pPr>
            <a:r>
              <a:rPr lang="en"/>
              <a:t>Emphasize contributions if they are in the methods</a:t>
            </a:r>
            <a:endParaRPr/>
          </a:p>
          <a:p>
            <a:pPr marL="0" lvl="0" indent="0" algn="l" rtl="0">
              <a:spcBef>
                <a:spcPts val="1600"/>
              </a:spcBef>
              <a:spcAft>
                <a:spcPts val="0"/>
              </a:spcAft>
              <a:buClr>
                <a:schemeClr val="dk1"/>
              </a:buClr>
              <a:buSzPts val="1100"/>
              <a:buFont typeface="Arial"/>
              <a:buNone/>
            </a:pPr>
            <a:r>
              <a:rPr lang="en"/>
              <a:t>Data</a:t>
            </a:r>
            <a:endParaRPr/>
          </a:p>
          <a:p>
            <a:pPr marL="457200" lvl="0" indent="-342900" algn="l" rtl="0">
              <a:spcBef>
                <a:spcPts val="1600"/>
              </a:spcBef>
              <a:spcAft>
                <a:spcPts val="0"/>
              </a:spcAft>
              <a:buSzPts val="1800"/>
              <a:buChar char="●"/>
            </a:pPr>
            <a:r>
              <a:rPr lang="en"/>
              <a:t>Overview of the data unless something is very novel, then focus on the novel aspect</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06"/>
        <p:cNvGrpSpPr/>
        <p:nvPr/>
      </p:nvGrpSpPr>
      <p:grpSpPr>
        <a:xfrm>
          <a:off x="0" y="0"/>
          <a:ext cx="0" cy="0"/>
          <a:chOff x="0" y="0"/>
          <a:chExt cx="0" cy="0"/>
        </a:xfrm>
      </p:grpSpPr>
      <p:sp>
        <p:nvSpPr>
          <p:cNvPr id="2007" name="Google Shape;2007;p3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Three parts of a talk: Content</a:t>
            </a:r>
            <a:endParaRPr/>
          </a:p>
        </p:txBody>
      </p:sp>
      <p:sp>
        <p:nvSpPr>
          <p:cNvPr id="2008" name="Google Shape;2008;p3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Main result: Don’t forget to provide the audience with insight or intuition for why you get a result</a:t>
            </a:r>
            <a:endParaRPr dirty="0"/>
          </a:p>
          <a:p>
            <a:pPr marL="457200" lvl="0" indent="-342900" algn="l" rtl="0">
              <a:spcBef>
                <a:spcPts val="1600"/>
              </a:spcBef>
              <a:spcAft>
                <a:spcPts val="0"/>
              </a:spcAft>
              <a:buSzPts val="1800"/>
              <a:buChar char="●"/>
            </a:pPr>
            <a:r>
              <a:rPr lang="en" dirty="0"/>
              <a:t>What is the lever in the model?</a:t>
            </a:r>
            <a:endParaRPr dirty="0"/>
          </a:p>
          <a:p>
            <a:pPr marL="457200" lvl="0" indent="-342900" algn="l" rtl="0">
              <a:spcBef>
                <a:spcPts val="0"/>
              </a:spcBef>
              <a:spcAft>
                <a:spcPts val="0"/>
              </a:spcAft>
              <a:buSzPts val="1800"/>
              <a:buChar char="●"/>
            </a:pPr>
            <a:r>
              <a:rPr lang="en" dirty="0"/>
              <a:t>What drives the main result?</a:t>
            </a:r>
          </a:p>
          <a:p>
            <a:pPr marL="457200" lvl="0" indent="-342900" algn="l" rtl="0">
              <a:spcBef>
                <a:spcPts val="0"/>
              </a:spcBef>
              <a:spcAft>
                <a:spcPts val="0"/>
              </a:spcAft>
              <a:buSzPts val="1800"/>
              <a:buChar char="●"/>
            </a:pPr>
            <a:r>
              <a:rPr lang="en" dirty="0"/>
              <a:t>What is the key source of variation in your data?</a:t>
            </a:r>
            <a:endParaRPr dirty="0"/>
          </a:p>
          <a:p>
            <a:pPr marL="0" lvl="0" indent="0" algn="l" rtl="0">
              <a:spcBef>
                <a:spcPts val="1600"/>
              </a:spcBef>
              <a:spcAft>
                <a:spcPts val="0"/>
              </a:spcAft>
              <a:buClr>
                <a:schemeClr val="dk1"/>
              </a:buClr>
              <a:buSzPts val="1100"/>
              <a:buFont typeface="Arial"/>
              <a:buNone/>
            </a:pPr>
            <a:r>
              <a:rPr lang="en" dirty="0"/>
              <a:t>Allocate time based on what you want the audience to learn.  Don’t rederive consumer surplus from demand just because you actually had to do it.  </a:t>
            </a:r>
            <a:endParaRPr dirty="0"/>
          </a:p>
          <a:p>
            <a:pPr marL="0" lvl="0" indent="0" algn="l" rtl="0">
              <a:spcBef>
                <a:spcPts val="1600"/>
              </a:spcBef>
              <a:spcAft>
                <a:spcPts val="0"/>
              </a:spcAft>
              <a:buClr>
                <a:schemeClr val="dk1"/>
              </a:buClr>
              <a:buSzPts val="1100"/>
              <a:buFont typeface="Arial"/>
              <a:buNone/>
            </a:pPr>
            <a:r>
              <a:rPr lang="en" dirty="0"/>
              <a:t>However, you should be familiar enough with the details that you could grab a pen and do it on the board.</a:t>
            </a:r>
            <a:endParaRPr dirty="0"/>
          </a:p>
          <a:p>
            <a:pPr marL="0" lvl="0" indent="0" algn="l" rtl="0">
              <a:spcBef>
                <a:spcPts val="1600"/>
              </a:spcBef>
              <a:spcAft>
                <a:spcPts val="0"/>
              </a:spcAft>
              <a:buClr>
                <a:schemeClr val="dk1"/>
              </a:buClr>
              <a:buSzPts val="1100"/>
              <a:buFont typeface="Arial"/>
              <a:buNone/>
            </a:pPr>
            <a:endParaRPr dirty="0"/>
          </a:p>
          <a:p>
            <a:pPr marL="0" lvl="0" indent="0" algn="l" rtl="0">
              <a:spcBef>
                <a:spcPts val="1600"/>
              </a:spcBef>
              <a:spcAft>
                <a:spcPts val="0"/>
              </a:spcAft>
              <a:buNone/>
            </a:pPr>
            <a:endParaRPr dirty="0"/>
          </a:p>
          <a:p>
            <a:pPr marL="0" lvl="0" indent="0" algn="l" rtl="0">
              <a:spcBef>
                <a:spcPts val="1600"/>
              </a:spcBef>
              <a:spcAft>
                <a:spcPts val="0"/>
              </a:spcAft>
              <a:buNone/>
            </a:pPr>
            <a:endParaRPr dirty="0"/>
          </a:p>
          <a:p>
            <a:pPr marL="0" lvl="0" indent="0" algn="l" rtl="0">
              <a:spcBef>
                <a:spcPts val="1600"/>
              </a:spcBef>
              <a:spcAft>
                <a:spcPts val="1600"/>
              </a:spcAft>
              <a:buNone/>
            </a:pP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12"/>
        <p:cNvGrpSpPr/>
        <p:nvPr/>
      </p:nvGrpSpPr>
      <p:grpSpPr>
        <a:xfrm>
          <a:off x="0" y="0"/>
          <a:ext cx="0" cy="0"/>
          <a:chOff x="0" y="0"/>
          <a:chExt cx="0" cy="0"/>
        </a:xfrm>
      </p:grpSpPr>
      <p:sp>
        <p:nvSpPr>
          <p:cNvPr id="2013" name="Google Shape;2013;p3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Three parts of a talk: Conclusion</a:t>
            </a:r>
            <a:endParaRPr/>
          </a:p>
        </p:txBody>
      </p:sp>
      <p:sp>
        <p:nvSpPr>
          <p:cNvPr id="2014" name="Google Shape;2014;p3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Summarize and highlight the main results.  Remind them of the takeaway.</a:t>
            </a:r>
            <a:endParaRPr dirty="0"/>
          </a:p>
          <a:p>
            <a:pPr marL="0" lvl="0" indent="0" algn="l" rtl="0">
              <a:spcBef>
                <a:spcPts val="1600"/>
              </a:spcBef>
              <a:spcAft>
                <a:spcPts val="0"/>
              </a:spcAft>
              <a:buClr>
                <a:schemeClr val="dk1"/>
              </a:buClr>
              <a:buSzPts val="1100"/>
              <a:buFont typeface="Arial"/>
              <a:buNone/>
            </a:pPr>
            <a:r>
              <a:rPr lang="en" dirty="0"/>
              <a:t>Don’t underestimate the importance of conclusions – finish strong and with energy because that is what leaves an impression</a:t>
            </a:r>
            <a:endParaRPr dirty="0"/>
          </a:p>
          <a:p>
            <a:pPr marL="0" lvl="0" indent="0" algn="l" rtl="0">
              <a:spcBef>
                <a:spcPts val="1600"/>
              </a:spcBef>
              <a:spcAft>
                <a:spcPts val="1600"/>
              </a:spcAft>
              <a:buClr>
                <a:schemeClr val="dk1"/>
              </a:buClr>
              <a:buSzPts val="1100"/>
              <a:buFont typeface="Arial"/>
              <a:buNone/>
            </a:pP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18"/>
        <p:cNvGrpSpPr/>
        <p:nvPr/>
      </p:nvGrpSpPr>
      <p:grpSpPr>
        <a:xfrm>
          <a:off x="0" y="0"/>
          <a:ext cx="0" cy="0"/>
          <a:chOff x="0" y="0"/>
          <a:chExt cx="0" cy="0"/>
        </a:xfrm>
      </p:grpSpPr>
      <p:sp>
        <p:nvSpPr>
          <p:cNvPr id="2019" name="Google Shape;2019;p3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Software</a:t>
            </a:r>
            <a:endParaRPr/>
          </a:p>
        </p:txBody>
      </p:sp>
      <p:sp>
        <p:nvSpPr>
          <p:cNvPr id="2020" name="Google Shape;2020;p34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err="1"/>
              <a:t>Powerpoint</a:t>
            </a:r>
            <a:r>
              <a:rPr lang="en"/>
              <a:t>: common so most machines have it; easy and flexible; good for one offs</a:t>
            </a:r>
            <a:endParaRPr/>
          </a:p>
          <a:p>
            <a:pPr marL="0" lvl="0" indent="0" algn="l" rtl="0">
              <a:spcBef>
                <a:spcPts val="1600"/>
              </a:spcBef>
              <a:spcAft>
                <a:spcPts val="0"/>
              </a:spcAft>
              <a:buNone/>
            </a:pPr>
            <a:r>
              <a:rPr lang="en"/>
              <a:t>Google Slides: web browser; easy and nice defaults; good for one offs</a:t>
            </a:r>
            <a:endParaRPr/>
          </a:p>
          <a:p>
            <a:pPr marL="0" lvl="0" indent="0" algn="l" rtl="0">
              <a:spcBef>
                <a:spcPts val="1600"/>
              </a:spcBef>
              <a:spcAft>
                <a:spcPts val="0"/>
              </a:spcAft>
              <a:buNone/>
            </a:pPr>
            <a:r>
              <a:rPr lang="en"/>
              <a:t>Beamer (latex): lots of control; good if you write in latex; good for tables and equations; formatting complex slides can take time</a:t>
            </a:r>
            <a:endParaRPr/>
          </a:p>
          <a:p>
            <a:pPr marL="0" lvl="0" indent="0" algn="l" rtl="0">
              <a:spcBef>
                <a:spcPts val="1600"/>
              </a:spcBef>
              <a:spcAft>
                <a:spcPts val="1600"/>
              </a:spcAft>
              <a:buNone/>
            </a:pPr>
            <a:r>
              <a:rPr lang="en"/>
              <a:t>reveal.js (quarto): I like the aesthetics; good for simple talks; </a:t>
            </a:r>
            <a:r>
              <a:rPr lang="en" err="1"/>
              <a:t>Rmarkdown</a:t>
            </a:r>
            <a:r>
              <a:rPr lang="en"/>
              <a:t> outputs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24"/>
        <p:cNvGrpSpPr/>
        <p:nvPr/>
      </p:nvGrpSpPr>
      <p:grpSpPr>
        <a:xfrm>
          <a:off x="0" y="0"/>
          <a:ext cx="0" cy="0"/>
          <a:chOff x="0" y="0"/>
          <a:chExt cx="0" cy="0"/>
        </a:xfrm>
      </p:grpSpPr>
      <p:sp>
        <p:nvSpPr>
          <p:cNvPr id="2025" name="Google Shape;2025;p3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Slides</a:t>
            </a:r>
            <a:endParaRPr/>
          </a:p>
        </p:txBody>
      </p:sp>
      <p:sp>
        <p:nvSpPr>
          <p:cNvPr id="2026" name="Google Shape;2026;p34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Ask yourself on each slide: What do I want the audience to learn from this?  Will they understand it (given their knowledge or what you have said until then)?</a:t>
            </a:r>
            <a:endParaRPr dirty="0"/>
          </a:p>
          <a:p>
            <a:pPr marL="0" lvl="0" indent="0" algn="l" rtl="0">
              <a:spcBef>
                <a:spcPts val="1600"/>
              </a:spcBef>
              <a:spcAft>
                <a:spcPts val="0"/>
              </a:spcAft>
              <a:buClr>
                <a:schemeClr val="dk1"/>
              </a:buClr>
              <a:buSzPts val="1100"/>
              <a:buFont typeface="Arial"/>
              <a:buNone/>
            </a:pPr>
            <a:r>
              <a:rPr lang="en" dirty="0"/>
              <a:t>Keep them simple and avoid wild animations</a:t>
            </a:r>
          </a:p>
          <a:p>
            <a:pPr marL="0" lvl="0" indent="0" algn="l" rtl="0">
              <a:spcBef>
                <a:spcPts val="1600"/>
              </a:spcBef>
              <a:spcAft>
                <a:spcPts val="0"/>
              </a:spcAft>
              <a:buClr>
                <a:schemeClr val="dk1"/>
              </a:buClr>
              <a:buSzPts val="1100"/>
              <a:buFont typeface="Arial"/>
              <a:buNone/>
            </a:pPr>
            <a:r>
              <a:rPr lang="en" dirty="0"/>
              <a:t>Minimize words – you want the audience to focus on what you are saying</a:t>
            </a:r>
            <a:endParaRPr dirty="0"/>
          </a:p>
          <a:p>
            <a:pPr marL="0" lvl="0" indent="0" algn="l" rtl="0">
              <a:spcBef>
                <a:spcPts val="1600"/>
              </a:spcBef>
              <a:spcAft>
                <a:spcPts val="0"/>
              </a:spcAft>
              <a:buClr>
                <a:schemeClr val="dk1"/>
              </a:buClr>
              <a:buSzPts val="1100"/>
              <a:buFont typeface="Arial"/>
              <a:buNone/>
            </a:pPr>
            <a:r>
              <a:rPr lang="en" dirty="0"/>
              <a:t>Reveal is fine but not necessary.  Use it to get people to focus on something or build a complex slide.</a:t>
            </a:r>
            <a:endParaRPr dirty="0"/>
          </a:p>
          <a:p>
            <a:pPr marL="0" lvl="0" indent="0" algn="l" rtl="0">
              <a:spcBef>
                <a:spcPts val="1600"/>
              </a:spcBef>
              <a:spcAft>
                <a:spcPts val="1600"/>
              </a:spcAft>
              <a:buNone/>
            </a:pP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30"/>
        <p:cNvGrpSpPr/>
        <p:nvPr/>
      </p:nvGrpSpPr>
      <p:grpSpPr>
        <a:xfrm>
          <a:off x="0" y="0"/>
          <a:ext cx="0" cy="0"/>
          <a:chOff x="0" y="0"/>
          <a:chExt cx="0" cy="0"/>
        </a:xfrm>
      </p:grpSpPr>
      <p:sp>
        <p:nvSpPr>
          <p:cNvPr id="2031" name="Google Shape;2031;p3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Slides</a:t>
            </a:r>
            <a:endParaRPr/>
          </a:p>
        </p:txBody>
      </p:sp>
      <p:sp>
        <p:nvSpPr>
          <p:cNvPr id="2032" name="Google Shape;2032;p34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Use large font (min 20pt as rule of thumb) dual purpose:</a:t>
            </a:r>
            <a:endParaRPr/>
          </a:p>
          <a:p>
            <a:pPr marL="457200" lvl="0" indent="-342900" algn="l" rtl="0">
              <a:spcBef>
                <a:spcPts val="1600"/>
              </a:spcBef>
              <a:spcAft>
                <a:spcPts val="0"/>
              </a:spcAft>
              <a:buSzPts val="1800"/>
              <a:buChar char="●"/>
            </a:pPr>
            <a:r>
              <a:rPr lang="en"/>
              <a:t>Easy to read</a:t>
            </a:r>
            <a:endParaRPr/>
          </a:p>
          <a:p>
            <a:pPr marL="457200" lvl="0" indent="-342900" algn="l" rtl="0">
              <a:spcBef>
                <a:spcPts val="0"/>
              </a:spcBef>
              <a:spcAft>
                <a:spcPts val="0"/>
              </a:spcAft>
              <a:buSzPts val="1800"/>
              <a:buChar char="●"/>
            </a:pPr>
            <a:r>
              <a:rPr lang="en"/>
              <a:t>Helps you keep slide simple</a:t>
            </a:r>
            <a:endParaRPr/>
          </a:p>
          <a:p>
            <a:pPr marL="0" lvl="0" indent="0" algn="l" rtl="0">
              <a:spcBef>
                <a:spcPts val="1600"/>
              </a:spcBef>
              <a:spcAft>
                <a:spcPts val="0"/>
              </a:spcAft>
              <a:buNone/>
            </a:pPr>
            <a:r>
              <a:rPr lang="en"/>
              <a:t>Graphics:</a:t>
            </a:r>
            <a:endParaRPr/>
          </a:p>
          <a:p>
            <a:pPr marL="457200" lvl="0" indent="-342900" algn="l" rtl="0">
              <a:spcBef>
                <a:spcPts val="1600"/>
              </a:spcBef>
              <a:spcAft>
                <a:spcPts val="0"/>
              </a:spcAft>
              <a:buSzPts val="1800"/>
              <a:buChar char="●"/>
            </a:pPr>
            <a:r>
              <a:rPr lang="en"/>
              <a:t>Only include those that you will discuss</a:t>
            </a:r>
            <a:endParaRPr/>
          </a:p>
          <a:p>
            <a:pPr marL="457200" lvl="0" indent="-342900" algn="l" rtl="0">
              <a:spcBef>
                <a:spcPts val="0"/>
              </a:spcBef>
              <a:spcAft>
                <a:spcPts val="0"/>
              </a:spcAft>
              <a:buSzPts val="1800"/>
              <a:buChar char="●"/>
            </a:pPr>
            <a:r>
              <a:rPr lang="en"/>
              <a:t>Make sure they are legible </a:t>
            </a:r>
            <a:endParaRPr/>
          </a:p>
          <a:p>
            <a:pPr marL="457200" lvl="0" indent="-342900" algn="l" rtl="0">
              <a:spcBef>
                <a:spcPts val="0"/>
              </a:spcBef>
              <a:spcAft>
                <a:spcPts val="0"/>
              </a:spcAft>
              <a:buSzPts val="1800"/>
              <a:buChar char="●"/>
            </a:pPr>
            <a:r>
              <a:rPr lang="en"/>
              <a:t>may need to re-export or re-create figures</a:t>
            </a:r>
            <a:endParaRPr/>
          </a:p>
          <a:p>
            <a:pPr marL="457200" lvl="0" indent="-342900" algn="l" rtl="0">
              <a:spcBef>
                <a:spcPts val="0"/>
              </a:spcBef>
              <a:spcAft>
                <a:spcPts val="0"/>
              </a:spcAft>
              <a:buSzPts val="1800"/>
              <a:buChar char="●"/>
            </a:pPr>
            <a:r>
              <a:rPr lang="en"/>
              <a:t>high enough resolution</a:t>
            </a:r>
            <a:endParaRPr/>
          </a:p>
          <a:p>
            <a:pPr marL="457200" lvl="0" indent="-342900" algn="l" rtl="0">
              <a:spcBef>
                <a:spcPts val="0"/>
              </a:spcBef>
              <a:spcAft>
                <a:spcPts val="0"/>
              </a:spcAft>
              <a:buSzPts val="1800"/>
              <a:buChar char="●"/>
            </a:pPr>
            <a:r>
              <a:rPr lang="en"/>
              <a:t>PDF them if you don’t have animations</a:t>
            </a:r>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36"/>
        <p:cNvGrpSpPr/>
        <p:nvPr/>
      </p:nvGrpSpPr>
      <p:grpSpPr>
        <a:xfrm>
          <a:off x="0" y="0"/>
          <a:ext cx="0" cy="0"/>
          <a:chOff x="0" y="0"/>
          <a:chExt cx="0" cy="0"/>
        </a:xfrm>
      </p:grpSpPr>
      <p:sp>
        <p:nvSpPr>
          <p:cNvPr id="2037" name="Google Shape;2037;p3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Time management</a:t>
            </a:r>
            <a:endParaRPr/>
          </a:p>
        </p:txBody>
      </p:sp>
      <p:sp>
        <p:nvSpPr>
          <p:cNvPr id="2038" name="Google Shape;2038;p34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Be aware of time.  Rule of thumb: 2 min per slide</a:t>
            </a:r>
          </a:p>
          <a:p>
            <a:pPr marL="0" lvl="0" indent="0" algn="l" rtl="0">
              <a:spcBef>
                <a:spcPts val="1600"/>
              </a:spcBef>
              <a:spcAft>
                <a:spcPts val="0"/>
              </a:spcAft>
              <a:buNone/>
            </a:pPr>
            <a:r>
              <a:rPr lang="en" dirty="0"/>
              <a:t>Practice can help you align the content with time.  </a:t>
            </a:r>
            <a:endParaRPr dirty="0"/>
          </a:p>
          <a:p>
            <a:pPr marL="0" lvl="0" indent="0" algn="l" rtl="0">
              <a:spcBef>
                <a:spcPts val="1600"/>
              </a:spcBef>
              <a:spcAft>
                <a:spcPts val="0"/>
              </a:spcAft>
              <a:buNone/>
            </a:pPr>
            <a:r>
              <a:rPr lang="en" dirty="0"/>
              <a:t>Make sure that you can get to your main results and end with the conclusion.  </a:t>
            </a:r>
            <a:endParaRPr dirty="0"/>
          </a:p>
          <a:p>
            <a:pPr marL="0" lvl="0" indent="0" algn="l" rtl="0">
              <a:spcBef>
                <a:spcPts val="1600"/>
              </a:spcBef>
              <a:spcAft>
                <a:spcPts val="0"/>
              </a:spcAft>
              <a:buClr>
                <a:schemeClr val="dk1"/>
              </a:buClr>
              <a:buSzPts val="1100"/>
              <a:buFont typeface="Arial"/>
              <a:buNone/>
            </a:pPr>
            <a:r>
              <a:rPr lang="en" dirty="0"/>
              <a:t>If you are running short on time, mention and skip the robustness check.</a:t>
            </a:r>
            <a:endParaRPr dirty="0"/>
          </a:p>
          <a:p>
            <a:pPr marL="0" lvl="0" indent="0" algn="l" rtl="0">
              <a:spcBef>
                <a:spcPts val="1600"/>
              </a:spcBef>
              <a:spcAft>
                <a:spcPts val="0"/>
              </a:spcAft>
              <a:buClr>
                <a:schemeClr val="dk1"/>
              </a:buClr>
              <a:buSzPts val="1100"/>
              <a:buFont typeface="Arial"/>
              <a:buNone/>
            </a:pPr>
            <a:r>
              <a:rPr lang="en" dirty="0"/>
              <a:t>You can finish early but try not to run over time</a:t>
            </a:r>
            <a:endParaRPr dirty="0"/>
          </a:p>
          <a:p>
            <a:pPr marL="0" lvl="0" indent="0" algn="l" rtl="0">
              <a:spcBef>
                <a:spcPts val="1600"/>
              </a:spcBef>
              <a:spcAft>
                <a:spcPts val="0"/>
              </a:spcAft>
              <a:buClr>
                <a:schemeClr val="dk1"/>
              </a:buClr>
              <a:buSzPts val="1100"/>
              <a:buFont typeface="Arial"/>
              <a:buNone/>
            </a:pPr>
            <a:r>
              <a:rPr lang="en" dirty="0"/>
              <a:t>Allow ~15-20% of time for questions/discussion</a:t>
            </a:r>
            <a:endParaRPr dirty="0"/>
          </a:p>
          <a:p>
            <a:pPr marL="0" lvl="0" indent="0" algn="l" rtl="0">
              <a:spcBef>
                <a:spcPts val="1600"/>
              </a:spcBef>
              <a:spcAft>
                <a:spcPts val="0"/>
              </a:spcAft>
              <a:buClr>
                <a:schemeClr val="dk1"/>
              </a:buClr>
              <a:buSzPts val="1100"/>
              <a:buFont typeface="Arial"/>
              <a:buNone/>
            </a:pPr>
            <a:endParaRPr dirty="0"/>
          </a:p>
          <a:p>
            <a:pPr marL="0" lvl="0" indent="0" algn="l" rtl="0">
              <a:spcBef>
                <a:spcPts val="1600"/>
              </a:spcBef>
              <a:spcAft>
                <a:spcPts val="1600"/>
              </a:spcAft>
              <a:buNone/>
            </a:pP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36"/>
        <p:cNvGrpSpPr/>
        <p:nvPr/>
      </p:nvGrpSpPr>
      <p:grpSpPr>
        <a:xfrm>
          <a:off x="0" y="0"/>
          <a:ext cx="0" cy="0"/>
          <a:chOff x="0" y="0"/>
          <a:chExt cx="0" cy="0"/>
        </a:xfrm>
      </p:grpSpPr>
      <p:sp>
        <p:nvSpPr>
          <p:cNvPr id="2037" name="Google Shape;2037;p3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Questions &amp; audience management</a:t>
            </a:r>
            <a:endParaRPr dirty="0"/>
          </a:p>
        </p:txBody>
      </p:sp>
      <p:sp>
        <p:nvSpPr>
          <p:cNvPr id="2038" name="Google Shape;2038;p34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1600"/>
              </a:spcBef>
              <a:spcAft>
                <a:spcPts val="0"/>
              </a:spcAft>
              <a:buClr>
                <a:schemeClr val="dk1"/>
              </a:buClr>
              <a:buSzPts val="1100"/>
              <a:buFont typeface="Arial"/>
              <a:buNone/>
            </a:pPr>
            <a:r>
              <a:rPr lang="en-US" dirty="0"/>
              <a:t>Most seminars are free-for-all question format, and people will interrupt; Shorter formats tend to hold questions until the end</a:t>
            </a:r>
          </a:p>
          <a:p>
            <a:pPr marL="0" lvl="0" indent="0" algn="l" rtl="0">
              <a:spcBef>
                <a:spcPts val="1600"/>
              </a:spcBef>
              <a:spcAft>
                <a:spcPts val="0"/>
              </a:spcAft>
              <a:buClr>
                <a:schemeClr val="dk1"/>
              </a:buClr>
              <a:buSzPts val="1100"/>
              <a:buFont typeface="Arial"/>
              <a:buNone/>
            </a:pPr>
            <a:r>
              <a:rPr lang="en-US" dirty="0"/>
              <a:t>Questions and dialogue are what differentiate presentation from written communication</a:t>
            </a:r>
          </a:p>
          <a:p>
            <a:pPr marL="0" lvl="0" indent="0" algn="l" rtl="0">
              <a:spcBef>
                <a:spcPts val="1600"/>
              </a:spcBef>
              <a:spcAft>
                <a:spcPts val="0"/>
              </a:spcAft>
              <a:buClr>
                <a:schemeClr val="dk1"/>
              </a:buClr>
              <a:buSzPts val="1100"/>
              <a:buFont typeface="Arial"/>
              <a:buNone/>
            </a:pPr>
            <a:r>
              <a:rPr lang="en-US" dirty="0"/>
              <a:t>Answer questions directly. If you don’t know, say that and mention how you might address it.</a:t>
            </a:r>
          </a:p>
          <a:p>
            <a:pPr marL="0" lvl="0" indent="0" algn="l" rtl="0">
              <a:spcBef>
                <a:spcPts val="1600"/>
              </a:spcBef>
              <a:spcAft>
                <a:spcPts val="0"/>
              </a:spcAft>
              <a:buClr>
                <a:schemeClr val="dk1"/>
              </a:buClr>
              <a:buSzPts val="1100"/>
              <a:buFont typeface="Arial"/>
              <a:buNone/>
            </a:pPr>
            <a:r>
              <a:rPr lang="en-US" dirty="0"/>
              <a:t>Have pen and paper to write down questions. It is a reference for future you and signals that you are taking the feedback seriously.</a:t>
            </a:r>
            <a:endParaRPr dirty="0"/>
          </a:p>
          <a:p>
            <a:pPr marL="0" lvl="0" indent="0" algn="l" rtl="0">
              <a:spcBef>
                <a:spcPts val="1600"/>
              </a:spcBef>
              <a:spcAft>
                <a:spcPts val="1600"/>
              </a:spcAft>
              <a:buNone/>
            </a:pPr>
            <a:endParaRPr dirty="0"/>
          </a:p>
        </p:txBody>
      </p:sp>
    </p:spTree>
    <p:extLst>
      <p:ext uri="{BB962C8B-B14F-4D97-AF65-F5344CB8AC3E}">
        <p14:creationId xmlns:p14="http://schemas.microsoft.com/office/powerpoint/2010/main" val="14721616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B5ABB-FAD7-9079-1817-8BCFFA69A423}"/>
              </a:ext>
            </a:extLst>
          </p:cNvPr>
          <p:cNvSpPr>
            <a:spLocks noGrp="1"/>
          </p:cNvSpPr>
          <p:nvPr>
            <p:ph type="title"/>
          </p:nvPr>
        </p:nvSpPr>
        <p:spPr/>
        <p:txBody>
          <a:bodyPr/>
          <a:lstStyle/>
          <a:p>
            <a:r>
              <a:rPr lang="en-US" dirty="0"/>
              <a:t>Anything else?</a:t>
            </a:r>
          </a:p>
        </p:txBody>
      </p:sp>
      <p:sp>
        <p:nvSpPr>
          <p:cNvPr id="3" name="Text Placeholder 2">
            <a:extLst>
              <a:ext uri="{FF2B5EF4-FFF2-40B4-BE49-F238E27FC236}">
                <a16:creationId xmlns:a16="http://schemas.microsoft.com/office/drawing/2014/main" id="{410EAF79-C895-E5C4-4A12-6333E2537907}"/>
              </a:ext>
            </a:extLst>
          </p:cNvPr>
          <p:cNvSpPr>
            <a:spLocks noGrp="1"/>
          </p:cNvSpPr>
          <p:nvPr>
            <p:ph type="body" idx="1"/>
          </p:nvPr>
        </p:nvSpPr>
        <p:spPr/>
        <p:txBody>
          <a:bodyPr/>
          <a:lstStyle/>
          <a:p>
            <a:pPr marL="114300" indent="0">
              <a:buNone/>
            </a:pPr>
            <a:r>
              <a:rPr lang="en-US" dirty="0"/>
              <a:t>What are lessons you have learned from presenting?</a:t>
            </a:r>
          </a:p>
          <a:p>
            <a:pPr marL="114300" indent="0">
              <a:buNone/>
            </a:pPr>
            <a:endParaRPr lang="en-US" dirty="0"/>
          </a:p>
          <a:p>
            <a:pPr marL="114300" indent="0">
              <a:buNone/>
            </a:pPr>
            <a:r>
              <a:rPr lang="en-US" dirty="0"/>
              <a:t>Any lingering questions?</a:t>
            </a:r>
          </a:p>
        </p:txBody>
      </p:sp>
    </p:spTree>
    <p:extLst>
      <p:ext uri="{BB962C8B-B14F-4D97-AF65-F5344CB8AC3E}">
        <p14:creationId xmlns:p14="http://schemas.microsoft.com/office/powerpoint/2010/main" val="9817782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Shape 2042"/>
        <p:cNvGrpSpPr/>
        <p:nvPr/>
      </p:nvGrpSpPr>
      <p:grpSpPr>
        <a:xfrm>
          <a:off x="0" y="0"/>
          <a:ext cx="0" cy="0"/>
          <a:chOff x="0" y="0"/>
          <a:chExt cx="0" cy="0"/>
        </a:xfrm>
      </p:grpSpPr>
      <p:sp>
        <p:nvSpPr>
          <p:cNvPr id="2043" name="Google Shape;2043;p34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Unit 9</a:t>
            </a:r>
            <a:br>
              <a:rPr lang="en"/>
            </a:br>
            <a:r>
              <a:rPr lang="en"/>
              <a:t>Ethics in Research</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047"/>
        <p:cNvGrpSpPr/>
        <p:nvPr/>
      </p:nvGrpSpPr>
      <p:grpSpPr>
        <a:xfrm>
          <a:off x="0" y="0"/>
          <a:ext cx="0" cy="0"/>
          <a:chOff x="0" y="0"/>
          <a:chExt cx="0" cy="0"/>
        </a:xfrm>
      </p:grpSpPr>
      <p:sp>
        <p:nvSpPr>
          <p:cNvPr id="2048" name="Google Shape;2048;p3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Ethics in research is a broad topic</a:t>
            </a:r>
            <a:endParaRPr/>
          </a:p>
        </p:txBody>
      </p:sp>
      <p:sp>
        <p:nvSpPr>
          <p:cNvPr id="2049" name="Google Shape;2049;p34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Research ethics are the moral principles that govern how researchers should carry out their work.</a:t>
            </a:r>
            <a:endParaRPr/>
          </a:p>
          <a:p>
            <a:pPr marL="0" lvl="0" indent="0" algn="l" rtl="0">
              <a:spcBef>
                <a:spcPts val="1600"/>
              </a:spcBef>
              <a:spcAft>
                <a:spcPts val="0"/>
              </a:spcAft>
              <a:buNone/>
            </a:pPr>
            <a:r>
              <a:rPr lang="en"/>
              <a:t>Promote: </a:t>
            </a:r>
            <a:endParaRPr/>
          </a:p>
          <a:p>
            <a:pPr marL="457200" lvl="0" indent="-342900" algn="l" rtl="0">
              <a:spcBef>
                <a:spcPts val="1600"/>
              </a:spcBef>
              <a:spcAft>
                <a:spcPts val="0"/>
              </a:spcAft>
              <a:buSzPts val="1800"/>
              <a:buChar char="●"/>
            </a:pPr>
            <a:r>
              <a:rPr lang="en"/>
              <a:t>Goals of research</a:t>
            </a:r>
            <a:endParaRPr/>
          </a:p>
          <a:p>
            <a:pPr marL="457200" lvl="0" indent="-342900" algn="l" rtl="0">
              <a:spcBef>
                <a:spcPts val="0"/>
              </a:spcBef>
              <a:spcAft>
                <a:spcPts val="0"/>
              </a:spcAft>
              <a:buSzPts val="1800"/>
              <a:buChar char="●"/>
            </a:pPr>
            <a:r>
              <a:rPr lang="en"/>
              <a:t>Collaboration</a:t>
            </a:r>
            <a:endParaRPr/>
          </a:p>
          <a:p>
            <a:pPr marL="457200" lvl="0" indent="-342900" algn="l" rtl="0">
              <a:spcBef>
                <a:spcPts val="0"/>
              </a:spcBef>
              <a:spcAft>
                <a:spcPts val="0"/>
              </a:spcAft>
              <a:buSzPts val="1800"/>
              <a:buChar char="●"/>
            </a:pPr>
            <a:r>
              <a:rPr lang="en"/>
              <a:t>Accountability to the public</a:t>
            </a:r>
            <a:endParaRPr/>
          </a:p>
          <a:p>
            <a:pPr marL="0" lvl="0" indent="0" algn="l" rtl="0">
              <a:spcBef>
                <a:spcPts val="1600"/>
              </a:spcBef>
              <a:spcAft>
                <a:spcPts val="1600"/>
              </a:spcAft>
              <a:buNone/>
            </a:pPr>
            <a:r>
              <a:rPr lang="en"/>
              <a:t>Many disciplines and organizations have an ethical statement or code of conduct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053"/>
        <p:cNvGrpSpPr/>
        <p:nvPr/>
      </p:nvGrpSpPr>
      <p:grpSpPr>
        <a:xfrm>
          <a:off x="0" y="0"/>
          <a:ext cx="0" cy="0"/>
          <a:chOff x="0" y="0"/>
          <a:chExt cx="0" cy="0"/>
        </a:xfrm>
      </p:grpSpPr>
      <p:sp>
        <p:nvSpPr>
          <p:cNvPr id="2054" name="Google Shape;2054;p3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Common themes in ethics statements</a:t>
            </a:r>
            <a:endParaRPr/>
          </a:p>
        </p:txBody>
      </p:sp>
      <p:sp>
        <p:nvSpPr>
          <p:cNvPr id="2055" name="Google Shape;2055;p34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Honesty - strive for honesty in all aspects of research; don’t falsify data/results</a:t>
            </a:r>
            <a:endParaRPr/>
          </a:p>
          <a:p>
            <a:pPr marL="0" lvl="0" indent="0" algn="l" rtl="0">
              <a:spcBef>
                <a:spcPts val="1600"/>
              </a:spcBef>
              <a:spcAft>
                <a:spcPts val="0"/>
              </a:spcAft>
              <a:buNone/>
            </a:pPr>
            <a:r>
              <a:rPr lang="en"/>
              <a:t>Objectivity - strive to avoid/minimize bias including in the research design</a:t>
            </a:r>
            <a:endParaRPr/>
          </a:p>
          <a:p>
            <a:pPr marL="0" lvl="0" indent="0" algn="l" rtl="0">
              <a:spcBef>
                <a:spcPts val="1600"/>
              </a:spcBef>
              <a:spcAft>
                <a:spcPts val="0"/>
              </a:spcAft>
              <a:buNone/>
            </a:pPr>
            <a:r>
              <a:rPr lang="en"/>
              <a:t>Integrity - keep promises; acti with sincerity</a:t>
            </a:r>
            <a:endParaRPr/>
          </a:p>
          <a:p>
            <a:pPr marL="0" lvl="0" indent="0" algn="l" rtl="0">
              <a:spcBef>
                <a:spcPts val="1600"/>
              </a:spcBef>
              <a:spcAft>
                <a:spcPts val="0"/>
              </a:spcAft>
              <a:buNone/>
            </a:pPr>
            <a:r>
              <a:rPr lang="en"/>
              <a:t>Carefulness - strive to avoid careless mistakes/errors</a:t>
            </a:r>
            <a:endParaRPr/>
          </a:p>
          <a:p>
            <a:pPr marL="0" lvl="0" indent="0" algn="l" rtl="0">
              <a:spcBef>
                <a:spcPts val="1600"/>
              </a:spcBef>
              <a:spcAft>
                <a:spcPts val="0"/>
              </a:spcAft>
              <a:buNone/>
            </a:pPr>
            <a:r>
              <a:rPr lang="en"/>
              <a:t>Openness - Share data, results, ideas, tools, resources. </a:t>
            </a:r>
            <a:endParaRPr/>
          </a:p>
          <a:p>
            <a:pPr marL="0" lvl="0" indent="0" algn="l" rtl="0">
              <a:spcBef>
                <a:spcPts val="1600"/>
              </a:spcBef>
              <a:spcAft>
                <a:spcPts val="0"/>
              </a:spcAft>
              <a:buNone/>
            </a:pPr>
            <a:r>
              <a:rPr lang="en"/>
              <a:t>Transparency - Disclose methods, materials, assumptions, analyses, and other information needed to evaluate your research</a:t>
            </a:r>
            <a:endParaRPr/>
          </a:p>
          <a:p>
            <a:pPr marL="0" lvl="0" indent="0" algn="l" rtl="0">
              <a:spcBef>
                <a:spcPts val="1600"/>
              </a:spcBef>
              <a:spcAft>
                <a:spcPts val="1600"/>
              </a:spcAft>
              <a:buNone/>
            </a:pPr>
            <a:endParaRPr/>
          </a:p>
        </p:txBody>
      </p:sp>
      <p:sp>
        <p:nvSpPr>
          <p:cNvPr id="2056" name="Google Shape;2056;p346"/>
          <p:cNvSpPr txBox="1"/>
          <p:nvPr/>
        </p:nvSpPr>
        <p:spPr>
          <a:xfrm>
            <a:off x="744175" y="4705750"/>
            <a:ext cx="8043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Taken from: </a:t>
            </a:r>
            <a:r>
              <a:rPr lang="en" u="sng">
                <a:solidFill>
                  <a:schemeClr val="hlink"/>
                </a:solidFill>
                <a:hlinkClick r:id="rId3"/>
              </a:rPr>
              <a:t>https://www.niehs.nih.gov/research/resources/bioethics/whatis/index.cfm</a:t>
            </a:r>
            <a:r>
              <a:rPr lang="en"/>
              <a:t>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060"/>
        <p:cNvGrpSpPr/>
        <p:nvPr/>
      </p:nvGrpSpPr>
      <p:grpSpPr>
        <a:xfrm>
          <a:off x="0" y="0"/>
          <a:ext cx="0" cy="0"/>
          <a:chOff x="0" y="0"/>
          <a:chExt cx="0" cy="0"/>
        </a:xfrm>
      </p:grpSpPr>
      <p:sp>
        <p:nvSpPr>
          <p:cNvPr id="2061" name="Google Shape;2061;p3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Common themes in ethics statements</a:t>
            </a:r>
            <a:endParaRPr/>
          </a:p>
        </p:txBody>
      </p:sp>
      <p:sp>
        <p:nvSpPr>
          <p:cNvPr id="2062" name="Google Shape;2062;p34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Accountability - take responsibility for your part in the research; be prepared to discuss/defend</a:t>
            </a:r>
            <a:endParaRPr/>
          </a:p>
          <a:p>
            <a:pPr marL="0" lvl="0" indent="0" algn="l" rtl="0">
              <a:spcBef>
                <a:spcPts val="1600"/>
              </a:spcBef>
              <a:spcAft>
                <a:spcPts val="0"/>
              </a:spcAft>
              <a:buNone/>
            </a:pPr>
            <a:r>
              <a:rPr lang="en"/>
              <a:t>Intellectual property - give proper attribution; don’t plagiarise</a:t>
            </a:r>
            <a:endParaRPr/>
          </a:p>
          <a:p>
            <a:pPr marL="0" lvl="0" indent="0" algn="l" rtl="0">
              <a:spcBef>
                <a:spcPts val="1600"/>
              </a:spcBef>
              <a:spcAft>
                <a:spcPts val="0"/>
              </a:spcAft>
              <a:buNone/>
            </a:pPr>
            <a:r>
              <a:rPr lang="en"/>
              <a:t>Confidentiality - protect confidential communications; reviews</a:t>
            </a:r>
            <a:endParaRPr/>
          </a:p>
          <a:p>
            <a:pPr marL="0" lvl="0" indent="0" algn="l" rtl="0">
              <a:spcBef>
                <a:spcPts val="1600"/>
              </a:spcBef>
              <a:spcAft>
                <a:spcPts val="0"/>
              </a:spcAft>
              <a:buNone/>
            </a:pPr>
            <a:r>
              <a:rPr lang="en"/>
              <a:t>Publish responsibly - publish to advance science and not your career</a:t>
            </a:r>
            <a:endParaRPr/>
          </a:p>
          <a:p>
            <a:pPr marL="0" lvl="0" indent="0" algn="l" rtl="0">
              <a:spcBef>
                <a:spcPts val="1600"/>
              </a:spcBef>
              <a:spcAft>
                <a:spcPts val="0"/>
              </a:spcAft>
              <a:buNone/>
            </a:pPr>
            <a:r>
              <a:rPr lang="en"/>
              <a:t>Responsible mentoring - promote students and their welfare</a:t>
            </a:r>
            <a:endParaRPr/>
          </a:p>
          <a:p>
            <a:pPr marL="0" lvl="0" indent="0" algn="l" rtl="0">
              <a:spcBef>
                <a:spcPts val="1600"/>
              </a:spcBef>
              <a:spcAft>
                <a:spcPts val="0"/>
              </a:spcAft>
              <a:buNone/>
            </a:pPr>
            <a:r>
              <a:rPr lang="en"/>
              <a:t>Respect for colleagues - treat colleagues with respect</a:t>
            </a:r>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066"/>
        <p:cNvGrpSpPr/>
        <p:nvPr/>
      </p:nvGrpSpPr>
      <p:grpSpPr>
        <a:xfrm>
          <a:off x="0" y="0"/>
          <a:ext cx="0" cy="0"/>
          <a:chOff x="0" y="0"/>
          <a:chExt cx="0" cy="0"/>
        </a:xfrm>
      </p:grpSpPr>
      <p:sp>
        <p:nvSpPr>
          <p:cNvPr id="2067" name="Google Shape;2067;p3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Common themes in ethics statements</a:t>
            </a:r>
            <a:endParaRPr/>
          </a:p>
        </p:txBody>
      </p:sp>
      <p:sp>
        <p:nvSpPr>
          <p:cNvPr id="2068" name="Google Shape;2068;p348"/>
          <p:cNvSpPr txBox="1">
            <a:spLocks noGrp="1"/>
          </p:cNvSpPr>
          <p:nvPr>
            <p:ph type="body" idx="1"/>
          </p:nvPr>
        </p:nvSpPr>
        <p:spPr>
          <a:xfrm>
            <a:off x="311700" y="1152475"/>
            <a:ext cx="8520600" cy="381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Social responsibility - Strive to promote social good and prevent or mitigate social harms through research, public education, and advocacy</a:t>
            </a:r>
            <a:endParaRPr/>
          </a:p>
          <a:p>
            <a:pPr marL="0" lvl="0" indent="0" algn="l" rtl="0">
              <a:spcBef>
                <a:spcPts val="1600"/>
              </a:spcBef>
              <a:spcAft>
                <a:spcPts val="0"/>
              </a:spcAft>
              <a:buNone/>
            </a:pPr>
            <a:r>
              <a:rPr lang="en"/>
              <a:t>Non-discrimination - avoid discrimination on any basis</a:t>
            </a:r>
            <a:endParaRPr/>
          </a:p>
          <a:p>
            <a:pPr marL="0" lvl="0" indent="0" algn="l" rtl="0">
              <a:spcBef>
                <a:spcPts val="1600"/>
              </a:spcBef>
              <a:spcAft>
                <a:spcPts val="0"/>
              </a:spcAft>
              <a:buNone/>
            </a:pPr>
            <a:r>
              <a:rPr lang="en"/>
              <a:t>Competence - maintain and improve competence through continued learning</a:t>
            </a:r>
            <a:endParaRPr/>
          </a:p>
          <a:p>
            <a:pPr marL="0" lvl="0" indent="0" algn="l" rtl="0">
              <a:spcBef>
                <a:spcPts val="1600"/>
              </a:spcBef>
              <a:spcAft>
                <a:spcPts val="0"/>
              </a:spcAft>
              <a:buNone/>
            </a:pPr>
            <a:r>
              <a:rPr lang="en"/>
              <a:t>Legality - know and understand laws of government and institutions</a:t>
            </a:r>
            <a:endParaRPr/>
          </a:p>
          <a:p>
            <a:pPr marL="0" lvl="0" indent="0" algn="l" rtl="0">
              <a:spcBef>
                <a:spcPts val="1600"/>
              </a:spcBef>
              <a:spcAft>
                <a:spcPts val="1600"/>
              </a:spcAft>
              <a:buNone/>
            </a:pPr>
            <a:r>
              <a:rPr lang="en"/>
              <a:t>Human subjects - When conducting research on human subjects, minimize harms and risks and maximize benefits; respect human dignity, privacy, and autonomy; take special precautions with vulnerable populations; and strive to distribute the benefits and burdens of research fairly.</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072"/>
        <p:cNvGrpSpPr/>
        <p:nvPr/>
      </p:nvGrpSpPr>
      <p:grpSpPr>
        <a:xfrm>
          <a:off x="0" y="0"/>
          <a:ext cx="0" cy="0"/>
          <a:chOff x="0" y="0"/>
          <a:chExt cx="0" cy="0"/>
        </a:xfrm>
      </p:grpSpPr>
      <p:sp>
        <p:nvSpPr>
          <p:cNvPr id="2073" name="Google Shape;2073;p3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Ethics and the public good</a:t>
            </a:r>
            <a:endParaRPr/>
          </a:p>
        </p:txBody>
      </p:sp>
      <p:sp>
        <p:nvSpPr>
          <p:cNvPr id="2074" name="Google Shape;2074;p34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Ethical research promotes credibility and confidence in the scientific body of knowledge</a:t>
            </a:r>
            <a:endParaRPr/>
          </a:p>
          <a:p>
            <a:pPr marL="0" lvl="0" indent="0" algn="l" rtl="0">
              <a:spcBef>
                <a:spcPts val="1600"/>
              </a:spcBef>
              <a:spcAft>
                <a:spcPts val="1600"/>
              </a:spcAft>
              <a:buNone/>
            </a:pPr>
            <a:r>
              <a:rPr lang="en"/>
              <a:t>Failure to adhere to ethical standards erodes trust and damages the reputation of the scientific community</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183"/>
        <p:cNvGrpSpPr/>
        <p:nvPr/>
      </p:nvGrpSpPr>
      <p:grpSpPr>
        <a:xfrm>
          <a:off x="0" y="0"/>
          <a:ext cx="0" cy="0"/>
          <a:chOff x="0" y="0"/>
          <a:chExt cx="0" cy="0"/>
        </a:xfrm>
      </p:grpSpPr>
      <p:sp>
        <p:nvSpPr>
          <p:cNvPr id="2184" name="Google Shape;2184;p368"/>
          <p:cNvSpPr txBox="1">
            <a:spLocks noGrp="1"/>
          </p:cNvSpPr>
          <p:nvPr>
            <p:ph type="title"/>
          </p:nvPr>
        </p:nvSpPr>
        <p:spPr>
          <a:xfrm>
            <a:off x="311700" y="2150850"/>
            <a:ext cx="8520600" cy="1165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Ethics and the </a:t>
            </a:r>
            <a:endParaRPr/>
          </a:p>
          <a:p>
            <a:pPr marL="0" lvl="0" indent="0" algn="ctr" rtl="0">
              <a:spcBef>
                <a:spcPts val="0"/>
              </a:spcBef>
              <a:spcAft>
                <a:spcPts val="0"/>
              </a:spcAft>
              <a:buNone/>
            </a:pPr>
            <a:r>
              <a:rPr lang="en"/>
              <a:t>Institutional Review Board (IRB)</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88"/>
        <p:cNvGrpSpPr/>
        <p:nvPr/>
      </p:nvGrpSpPr>
      <p:grpSpPr>
        <a:xfrm>
          <a:off x="0" y="0"/>
          <a:ext cx="0" cy="0"/>
          <a:chOff x="0" y="0"/>
          <a:chExt cx="0" cy="0"/>
        </a:xfrm>
      </p:grpSpPr>
      <p:sp>
        <p:nvSpPr>
          <p:cNvPr id="2189" name="Google Shape;2189;p36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the Institutional Review Board</a:t>
            </a:r>
            <a:endParaRPr/>
          </a:p>
        </p:txBody>
      </p:sp>
      <p:sp>
        <p:nvSpPr>
          <p:cNvPr id="2190" name="Google Shape;2190;p36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Universities and other research institutions must comply with </a:t>
            </a:r>
            <a:r>
              <a:rPr lang="en" u="sng">
                <a:solidFill>
                  <a:schemeClr val="hlink"/>
                </a:solidFill>
                <a:hlinkClick r:id="rId3"/>
              </a:rPr>
              <a:t>federal regulations</a:t>
            </a:r>
            <a:r>
              <a:rPr lang="en"/>
              <a:t> governing review of research that involves </a:t>
            </a:r>
            <a:r>
              <a:rPr lang="en" b="1"/>
              <a:t>human subjects</a:t>
            </a:r>
            <a:endParaRPr b="1"/>
          </a:p>
          <a:p>
            <a:pPr marL="0" lvl="0" indent="0" algn="l" rtl="0">
              <a:spcBef>
                <a:spcPts val="1600"/>
              </a:spcBef>
              <a:spcAft>
                <a:spcPts val="1600"/>
              </a:spcAft>
              <a:buNone/>
            </a:pPr>
            <a:r>
              <a:rPr lang="en"/>
              <a:t>The IRB administrates the actions to comply with the requirements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194"/>
        <p:cNvGrpSpPr/>
        <p:nvPr/>
      </p:nvGrpSpPr>
      <p:grpSpPr>
        <a:xfrm>
          <a:off x="0" y="0"/>
          <a:ext cx="0" cy="0"/>
          <a:chOff x="0" y="0"/>
          <a:chExt cx="0" cy="0"/>
        </a:xfrm>
      </p:grpSpPr>
      <p:sp>
        <p:nvSpPr>
          <p:cNvPr id="2195" name="Google Shape;2195;p37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Origins</a:t>
            </a:r>
            <a:endParaRPr/>
          </a:p>
        </p:txBody>
      </p:sp>
      <p:sp>
        <p:nvSpPr>
          <p:cNvPr id="2196" name="Google Shape;2196;p37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Scientific research has produced substantial social benefits. </a:t>
            </a:r>
            <a:endParaRPr/>
          </a:p>
          <a:p>
            <a:pPr marL="0" lvl="0" indent="0" algn="l" rtl="0">
              <a:spcBef>
                <a:spcPts val="1600"/>
              </a:spcBef>
              <a:spcAft>
                <a:spcPts val="0"/>
              </a:spcAft>
              <a:buNone/>
            </a:pPr>
            <a:r>
              <a:rPr lang="en"/>
              <a:t>It has also posed some troubling ethical questions. </a:t>
            </a:r>
            <a:endParaRPr/>
          </a:p>
          <a:p>
            <a:pPr marL="0" lvl="0" indent="0" algn="l" rtl="0">
              <a:spcBef>
                <a:spcPts val="1600"/>
              </a:spcBef>
              <a:spcAft>
                <a:spcPts val="0"/>
              </a:spcAft>
              <a:buNone/>
            </a:pPr>
            <a:r>
              <a:rPr lang="en"/>
              <a:t>Public attention was drawn to these questions by reported abuses of human subjects in biomedical experiments, especially during the Second World War. </a:t>
            </a:r>
            <a:endParaRPr/>
          </a:p>
          <a:p>
            <a:pPr marL="0" lvl="0" indent="0" algn="l" rtl="0">
              <a:spcBef>
                <a:spcPts val="1600"/>
              </a:spcBef>
              <a:spcAft>
                <a:spcPts val="1600"/>
              </a:spcAft>
              <a:buNone/>
            </a:pPr>
            <a:r>
              <a:rPr lang="en"/>
              <a:t>During the Nuremberg War Crime Trials, the Nuremberg code was drafted as a set of standards for judging physicians and scientists who had conducted biomedical experiments on concentration camp prisoners.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200"/>
        <p:cNvGrpSpPr/>
        <p:nvPr/>
      </p:nvGrpSpPr>
      <p:grpSpPr>
        <a:xfrm>
          <a:off x="0" y="0"/>
          <a:ext cx="0" cy="0"/>
          <a:chOff x="0" y="0"/>
          <a:chExt cx="0" cy="0"/>
        </a:xfrm>
      </p:grpSpPr>
      <p:sp>
        <p:nvSpPr>
          <p:cNvPr id="2201" name="Google Shape;2201;p37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Three key principles</a:t>
            </a:r>
            <a:endParaRPr/>
          </a:p>
        </p:txBody>
      </p:sp>
      <p:sp>
        <p:nvSpPr>
          <p:cNvPr id="2202" name="Google Shape;2202;p37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1. Respect for Persons </a:t>
            </a:r>
            <a:endParaRPr/>
          </a:p>
          <a:p>
            <a:pPr marL="0" lvl="0" indent="0" algn="l" rtl="0">
              <a:spcBef>
                <a:spcPts val="1600"/>
              </a:spcBef>
              <a:spcAft>
                <a:spcPts val="0"/>
              </a:spcAft>
              <a:buClr>
                <a:schemeClr val="dk1"/>
              </a:buClr>
              <a:buSzPts val="1100"/>
              <a:buFont typeface="Arial"/>
              <a:buNone/>
            </a:pPr>
            <a:r>
              <a:rPr lang="en"/>
              <a:t>2. Beneficence</a:t>
            </a:r>
            <a:endParaRPr/>
          </a:p>
          <a:p>
            <a:pPr marL="0" lvl="0" indent="0" algn="l" rtl="0">
              <a:spcBef>
                <a:spcPts val="1600"/>
              </a:spcBef>
              <a:spcAft>
                <a:spcPts val="0"/>
              </a:spcAft>
              <a:buClr>
                <a:schemeClr val="dk1"/>
              </a:buClr>
              <a:buSzPts val="1100"/>
              <a:buFont typeface="Arial"/>
              <a:buNone/>
            </a:pPr>
            <a:r>
              <a:rPr lang="en"/>
              <a:t>3. Justice</a:t>
            </a:r>
            <a:endParaRPr/>
          </a:p>
          <a:p>
            <a:pPr marL="0" lvl="0" indent="0" algn="l" rtl="0">
              <a:spcBef>
                <a:spcPts val="1600"/>
              </a:spcBef>
              <a:spcAft>
                <a:spcPts val="1600"/>
              </a:spcAft>
              <a:buNone/>
            </a:pPr>
            <a:endParaRPr/>
          </a:p>
        </p:txBody>
      </p:sp>
      <p:sp>
        <p:nvSpPr>
          <p:cNvPr id="2203" name="Google Shape;2203;p371"/>
          <p:cNvSpPr txBox="1"/>
          <p:nvPr/>
        </p:nvSpPr>
        <p:spPr>
          <a:xfrm>
            <a:off x="1882300" y="4683875"/>
            <a:ext cx="6785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From Belmont Report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207"/>
        <p:cNvGrpSpPr/>
        <p:nvPr/>
      </p:nvGrpSpPr>
      <p:grpSpPr>
        <a:xfrm>
          <a:off x="0" y="0"/>
          <a:ext cx="0" cy="0"/>
          <a:chOff x="0" y="0"/>
          <a:chExt cx="0" cy="0"/>
        </a:xfrm>
      </p:grpSpPr>
      <p:sp>
        <p:nvSpPr>
          <p:cNvPr id="2208" name="Google Shape;2208;p37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Respect for persons</a:t>
            </a:r>
            <a:endParaRPr/>
          </a:p>
        </p:txBody>
      </p:sp>
      <p:sp>
        <p:nvSpPr>
          <p:cNvPr id="2209" name="Google Shape;2209;p37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Respect for persons incorporates at least two ethical convictions: </a:t>
            </a:r>
            <a:endParaRPr/>
          </a:p>
          <a:p>
            <a:pPr marL="457200" lvl="0" indent="-342900" algn="l" rtl="0">
              <a:spcBef>
                <a:spcPts val="1600"/>
              </a:spcBef>
              <a:spcAft>
                <a:spcPts val="0"/>
              </a:spcAft>
              <a:buSzPts val="1800"/>
              <a:buChar char="-"/>
            </a:pPr>
            <a:r>
              <a:rPr lang="en"/>
              <a:t>first, that individuals should be treated as autonomous agents, and </a:t>
            </a:r>
            <a:endParaRPr/>
          </a:p>
          <a:p>
            <a:pPr marL="457200" lvl="0" indent="-342900" algn="l" rtl="0">
              <a:spcBef>
                <a:spcPts val="0"/>
              </a:spcBef>
              <a:spcAft>
                <a:spcPts val="0"/>
              </a:spcAft>
              <a:buSzPts val="1800"/>
              <a:buChar char="-"/>
            </a:pPr>
            <a:r>
              <a:rPr lang="en"/>
              <a:t>second, that persons with diminished autonomy are entitled to protection.</a:t>
            </a:r>
            <a:endParaRPr/>
          </a:p>
          <a:p>
            <a:pPr marL="0" lvl="0" indent="0" algn="l" rtl="0">
              <a:spcBef>
                <a:spcPts val="1600"/>
              </a:spcBef>
              <a:spcAft>
                <a:spcPts val="0"/>
              </a:spcAft>
              <a:buNone/>
            </a:pPr>
            <a:r>
              <a:rPr lang="en"/>
              <a:t>An autonomous person is an individual capable of deliberation about personal goals and of acting under the direction of such deliberation.</a:t>
            </a:r>
            <a:endParaRPr/>
          </a:p>
          <a:p>
            <a:pPr marL="0" lvl="0" indent="0" algn="l" rtl="0">
              <a:spcBef>
                <a:spcPts val="1600"/>
              </a:spcBef>
              <a:spcAft>
                <a:spcPts val="1600"/>
              </a:spcAft>
              <a:buNone/>
            </a:pPr>
            <a:r>
              <a:rPr lang="en"/>
              <a:t>Children are obviously not autonomous persons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213"/>
        <p:cNvGrpSpPr/>
        <p:nvPr/>
      </p:nvGrpSpPr>
      <p:grpSpPr>
        <a:xfrm>
          <a:off x="0" y="0"/>
          <a:ext cx="0" cy="0"/>
          <a:chOff x="0" y="0"/>
          <a:chExt cx="0" cy="0"/>
        </a:xfrm>
      </p:grpSpPr>
      <p:sp>
        <p:nvSpPr>
          <p:cNvPr id="2214" name="Google Shape;2214;p37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Beneficence</a:t>
            </a:r>
            <a:endParaRPr/>
          </a:p>
        </p:txBody>
      </p:sp>
      <p:sp>
        <p:nvSpPr>
          <p:cNvPr id="2215" name="Google Shape;2215;p37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 this context: </a:t>
            </a:r>
            <a:endParaRPr/>
          </a:p>
          <a:p>
            <a:pPr marL="0" lvl="0" indent="0" algn="l" rtl="0">
              <a:spcBef>
                <a:spcPts val="1600"/>
              </a:spcBef>
              <a:spcAft>
                <a:spcPts val="0"/>
              </a:spcAft>
              <a:buNone/>
            </a:pPr>
            <a:r>
              <a:rPr lang="en"/>
              <a:t>(1) do not harm and </a:t>
            </a:r>
            <a:endParaRPr/>
          </a:p>
          <a:p>
            <a:pPr marL="0" lvl="0" indent="0" algn="l" rtl="0">
              <a:spcBef>
                <a:spcPts val="1600"/>
              </a:spcBef>
              <a:spcAft>
                <a:spcPts val="0"/>
              </a:spcAft>
              <a:buNone/>
            </a:pPr>
            <a:r>
              <a:rPr lang="en"/>
              <a:t>(2) maximize possible benefits and minimize possible harms</a:t>
            </a:r>
            <a:endParaRPr/>
          </a:p>
          <a:p>
            <a:pPr marL="0" lvl="0" indent="0" algn="l" rtl="0">
              <a:spcBef>
                <a:spcPts val="1600"/>
              </a:spcBef>
              <a:spcAft>
                <a:spcPts val="0"/>
              </a:spcAft>
              <a:buNone/>
            </a:pPr>
            <a:r>
              <a:rPr lang="en"/>
              <a:t>The problem posed by these imperatives is to decide when it is justifiable to seek certain benefits despite the risks involved, and when the benefits should be foregone because of the risks.</a:t>
            </a:r>
            <a:endParaRPr/>
          </a:p>
          <a:p>
            <a:pPr marL="0" lvl="0" indent="0" algn="l" rtl="0">
              <a:spcBef>
                <a:spcPts val="1600"/>
              </a:spcBef>
              <a:spcAft>
                <a:spcPts val="1600"/>
              </a:spcAft>
              <a:buNone/>
            </a:pPr>
            <a:r>
              <a:rPr lang="en"/>
              <a:t>Investigation of a therapy that may harm children but may also lead to further benefits.  Admissible?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219"/>
        <p:cNvGrpSpPr/>
        <p:nvPr/>
      </p:nvGrpSpPr>
      <p:grpSpPr>
        <a:xfrm>
          <a:off x="0" y="0"/>
          <a:ext cx="0" cy="0"/>
          <a:chOff x="0" y="0"/>
          <a:chExt cx="0" cy="0"/>
        </a:xfrm>
      </p:grpSpPr>
      <p:sp>
        <p:nvSpPr>
          <p:cNvPr id="2220" name="Google Shape;2220;p37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Justice</a:t>
            </a:r>
            <a:endParaRPr/>
          </a:p>
        </p:txBody>
      </p:sp>
      <p:sp>
        <p:nvSpPr>
          <p:cNvPr id="2221" name="Google Shape;2221;p37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Who ought to receive the benefits of research and bear its burdens? This is a question of justice, in the sense of "fairness in distribution" or "what is deserved."</a:t>
            </a:r>
            <a:endParaRPr/>
          </a:p>
          <a:p>
            <a:pPr marL="0" lvl="0" indent="0" algn="l" rtl="0">
              <a:spcBef>
                <a:spcPts val="1600"/>
              </a:spcBef>
              <a:spcAft>
                <a:spcPts val="0"/>
              </a:spcAft>
              <a:buNone/>
            </a:pPr>
            <a:r>
              <a:rPr lang="en"/>
              <a:t>The exploitation of unwilling prisoners as research subjects in Nazi concentration camps was condemned as a particularly flagrant injustice. </a:t>
            </a:r>
            <a:endParaRPr/>
          </a:p>
          <a:p>
            <a:pPr marL="0" lvl="0" indent="0" algn="l" rtl="0">
              <a:spcBef>
                <a:spcPts val="1600"/>
              </a:spcBef>
              <a:spcAft>
                <a:spcPts val="1600"/>
              </a:spcAft>
              <a:buNone/>
            </a:pPr>
            <a:r>
              <a:rPr lang="en"/>
              <a:t>In this country, in the 1940's, the Tuskegee syphilis study used disadvantaged, rural black men to study the untreated course of a disease that is by no means confined to that population. These subjects were deprived of demonstrably effective treatment in order not to interrupt the project, long after such treatment became generally available.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225"/>
        <p:cNvGrpSpPr/>
        <p:nvPr/>
      </p:nvGrpSpPr>
      <p:grpSpPr>
        <a:xfrm>
          <a:off x="0" y="0"/>
          <a:ext cx="0" cy="0"/>
          <a:chOff x="0" y="0"/>
          <a:chExt cx="0" cy="0"/>
        </a:xfrm>
      </p:grpSpPr>
      <p:sp>
        <p:nvSpPr>
          <p:cNvPr id="2226" name="Google Shape;2226;p37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Application of the three principles</a:t>
            </a:r>
            <a:endParaRPr/>
          </a:p>
        </p:txBody>
      </p:sp>
      <p:sp>
        <p:nvSpPr>
          <p:cNvPr id="2227" name="Google Shape;2227;p37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lnSpc>
                <a:spcPct val="100000"/>
              </a:lnSpc>
              <a:spcBef>
                <a:spcPts val="0"/>
              </a:spcBef>
              <a:spcAft>
                <a:spcPts val="0"/>
              </a:spcAft>
              <a:buSzPts val="1800"/>
              <a:buAutoNum type="arabicPeriod"/>
            </a:pPr>
            <a:r>
              <a:rPr lang="en"/>
              <a:t>Informed consent: provide information to the prospective subjects, make sure they are able to comprehend, it is always voluntary</a:t>
            </a:r>
            <a:endParaRPr/>
          </a:p>
          <a:p>
            <a:pPr marL="457200" lvl="0" indent="-342900" algn="l" rtl="0">
              <a:lnSpc>
                <a:spcPct val="100000"/>
              </a:lnSpc>
              <a:spcBef>
                <a:spcPts val="1000"/>
              </a:spcBef>
              <a:spcAft>
                <a:spcPts val="0"/>
              </a:spcAft>
              <a:buSzPts val="1800"/>
              <a:buAutoNum type="arabicPeriod"/>
            </a:pPr>
            <a:r>
              <a:rPr lang="en"/>
              <a:t>Risk/benefit assessment: identify and systematically review the risks and benefits of the research</a:t>
            </a:r>
            <a:endParaRPr/>
          </a:p>
          <a:p>
            <a:pPr marL="457200" lvl="0" indent="-342900" algn="l" rtl="0">
              <a:lnSpc>
                <a:spcPct val="100000"/>
              </a:lnSpc>
              <a:spcBef>
                <a:spcPts val="1000"/>
              </a:spcBef>
              <a:spcAft>
                <a:spcPts val="1000"/>
              </a:spcAft>
              <a:buSzPts val="1800"/>
              <a:buAutoNum type="arabicPeriod"/>
            </a:pPr>
            <a:r>
              <a:rPr lang="en"/>
              <a:t>Selection of research subjects: Individual justice in the selection of subjects would require that researchers exhibit fairness: thus, they should not offer potentially beneficial research only to some patients who are in their favor or select only "undesirable" persons for risky research.</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231"/>
        <p:cNvGrpSpPr/>
        <p:nvPr/>
      </p:nvGrpSpPr>
      <p:grpSpPr>
        <a:xfrm>
          <a:off x="0" y="0"/>
          <a:ext cx="0" cy="0"/>
          <a:chOff x="0" y="0"/>
          <a:chExt cx="0" cy="0"/>
        </a:xfrm>
      </p:grpSpPr>
      <p:sp>
        <p:nvSpPr>
          <p:cNvPr id="2232" name="Google Shape;2232;p37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Beyond IRB</a:t>
            </a:r>
            <a:endParaRPr/>
          </a:p>
        </p:txBody>
      </p:sp>
      <p:sp>
        <p:nvSpPr>
          <p:cNvPr id="2233" name="Google Shape;2233;p37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IRB is focused on human subjects, but many economics studies do not study individual human subjects.  Does that mean that there are no ethical issues?</a:t>
            </a:r>
            <a:endParaRPr/>
          </a:p>
          <a:p>
            <a:pPr marL="0" lvl="0" indent="0" algn="l" rtl="0">
              <a:spcBef>
                <a:spcPts val="1600"/>
              </a:spcBef>
              <a:spcAft>
                <a:spcPts val="1600"/>
              </a:spcAft>
              <a:buNone/>
            </a:pPr>
            <a:r>
              <a:rPr lang="en"/>
              <a:t>The authors draw on general principles in the Belmont Report and attempt to apply them to the lifecycle of a research project</a:t>
            </a:r>
            <a:endParaRPr/>
          </a:p>
        </p:txBody>
      </p:sp>
      <p:sp>
        <p:nvSpPr>
          <p:cNvPr id="2234" name="Google Shape;2234;p376"/>
          <p:cNvSpPr txBox="1"/>
          <p:nvPr/>
        </p:nvSpPr>
        <p:spPr>
          <a:xfrm>
            <a:off x="1488325" y="4651025"/>
            <a:ext cx="5132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3"/>
              </a:rPr>
              <a:t>https://ideas.repec.org/p/ags/assa19/281171.html</a:t>
            </a:r>
            <a:r>
              <a:rPr lang="en"/>
              <a:t>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238"/>
        <p:cNvGrpSpPr/>
        <p:nvPr/>
      </p:nvGrpSpPr>
      <p:grpSpPr>
        <a:xfrm>
          <a:off x="0" y="0"/>
          <a:ext cx="0" cy="0"/>
          <a:chOff x="0" y="0"/>
          <a:chExt cx="0" cy="0"/>
        </a:xfrm>
      </p:grpSpPr>
      <p:sp>
        <p:nvSpPr>
          <p:cNvPr id="2239" name="Google Shape;2239;p37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Ethics throughout the project lifecycle</a:t>
            </a:r>
            <a:endParaRPr dirty="0"/>
          </a:p>
        </p:txBody>
      </p:sp>
      <p:sp>
        <p:nvSpPr>
          <p:cNvPr id="2240" name="Google Shape;2240;p37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114300" lvl="0" indent="0" algn="l" rtl="0">
              <a:spcBef>
                <a:spcPts val="0"/>
              </a:spcBef>
              <a:spcAft>
                <a:spcPts val="0"/>
              </a:spcAft>
              <a:buSzPts val="1800"/>
              <a:buNone/>
            </a:pPr>
            <a:r>
              <a:rPr lang="en-US" dirty="0"/>
              <a:t>Who is affected by this research, and how might the choices of the principal investigator (PI) help or harm those individuals or institutions?</a:t>
            </a:r>
          </a:p>
          <a:p>
            <a:pPr marL="114300" lvl="0" indent="0" algn="l" rtl="0">
              <a:spcBef>
                <a:spcPts val="0"/>
              </a:spcBef>
              <a:spcAft>
                <a:spcPts val="0"/>
              </a:spcAft>
              <a:buSzPts val="1800"/>
              <a:buNone/>
            </a:pPr>
            <a:endParaRPr lang="en" dirty="0"/>
          </a:p>
          <a:p>
            <a:pPr marL="457200" lvl="0" indent="-342900" algn="l" rtl="0">
              <a:spcBef>
                <a:spcPts val="0"/>
              </a:spcBef>
              <a:spcAft>
                <a:spcPts val="0"/>
              </a:spcAft>
              <a:buSzPts val="1800"/>
              <a:buAutoNum type="arabicPeriod"/>
            </a:pPr>
            <a:r>
              <a:rPr lang="en" dirty="0"/>
              <a:t>Project development</a:t>
            </a:r>
            <a:endParaRPr dirty="0"/>
          </a:p>
          <a:p>
            <a:pPr marL="457200" lvl="0" indent="-342900" algn="l" rtl="0">
              <a:spcBef>
                <a:spcPts val="0"/>
              </a:spcBef>
              <a:spcAft>
                <a:spcPts val="0"/>
              </a:spcAft>
              <a:buSzPts val="1800"/>
              <a:buAutoNum type="arabicPeriod"/>
            </a:pPr>
            <a:r>
              <a:rPr lang="en" dirty="0"/>
              <a:t>Data collection</a:t>
            </a:r>
            <a:endParaRPr dirty="0"/>
          </a:p>
          <a:p>
            <a:pPr marL="457200" lvl="0" indent="-342900" algn="l" rtl="0">
              <a:spcBef>
                <a:spcPts val="0"/>
              </a:spcBef>
              <a:spcAft>
                <a:spcPts val="0"/>
              </a:spcAft>
              <a:buSzPts val="1800"/>
              <a:buAutoNum type="arabicPeriod"/>
            </a:pPr>
            <a:r>
              <a:rPr lang="en" dirty="0"/>
              <a:t>Data analysis</a:t>
            </a:r>
            <a:endParaRPr dirty="0"/>
          </a:p>
          <a:p>
            <a:pPr marL="457200" lvl="0" indent="-342900" algn="l" rtl="0">
              <a:spcBef>
                <a:spcPts val="0"/>
              </a:spcBef>
              <a:spcAft>
                <a:spcPts val="0"/>
              </a:spcAft>
              <a:buSzPts val="1800"/>
              <a:buAutoNum type="arabicPeriod"/>
            </a:pPr>
            <a:r>
              <a:rPr lang="en" dirty="0"/>
              <a:t>Dissemination</a:t>
            </a:r>
            <a:endParaRPr dirty="0"/>
          </a:p>
          <a:p>
            <a:pPr marL="457200" lvl="0" indent="-342900" algn="l" rtl="0">
              <a:spcBef>
                <a:spcPts val="0"/>
              </a:spcBef>
              <a:spcAft>
                <a:spcPts val="0"/>
              </a:spcAft>
              <a:buSzPts val="1800"/>
              <a:buAutoNum type="arabicPeriod"/>
            </a:pPr>
            <a:r>
              <a:rPr lang="en" dirty="0"/>
              <a:t>Beyond publication</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244"/>
        <p:cNvGrpSpPr/>
        <p:nvPr/>
      </p:nvGrpSpPr>
      <p:grpSpPr>
        <a:xfrm>
          <a:off x="0" y="0"/>
          <a:ext cx="0" cy="0"/>
          <a:chOff x="0" y="0"/>
          <a:chExt cx="0" cy="0"/>
        </a:xfrm>
      </p:grpSpPr>
      <p:sp>
        <p:nvSpPr>
          <p:cNvPr id="2245" name="Google Shape;2245;p37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Ethics throughout the project lifecycle</a:t>
            </a:r>
            <a:endParaRPr dirty="0"/>
          </a:p>
        </p:txBody>
      </p:sp>
      <p:sp>
        <p:nvSpPr>
          <p:cNvPr id="2246" name="Google Shape;2246;p37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en" dirty="0"/>
              <a:t>Project development: theft of ideas impacts students; funding agencies</a:t>
            </a:r>
            <a:endParaRPr dirty="0"/>
          </a:p>
          <a:p>
            <a:pPr marL="457200" lvl="0" indent="-342900" algn="l" rtl="0">
              <a:spcBef>
                <a:spcPts val="0"/>
              </a:spcBef>
              <a:spcAft>
                <a:spcPts val="0"/>
              </a:spcAft>
              <a:buSzPts val="1800"/>
              <a:buAutoNum type="arabicPeriod"/>
            </a:pPr>
            <a:r>
              <a:rPr lang="en" dirty="0"/>
              <a:t>Data collection: authors focus on exposure to risk and violation of privacy; cell data.  Impact on students, collaborators, and institutions</a:t>
            </a:r>
            <a:endParaRPr dirty="0"/>
          </a:p>
          <a:p>
            <a:pPr marL="457200" lvl="0" indent="-342900" algn="l" rtl="0">
              <a:spcBef>
                <a:spcPts val="0"/>
              </a:spcBef>
              <a:spcAft>
                <a:spcPts val="0"/>
              </a:spcAft>
              <a:buSzPts val="1800"/>
              <a:buAutoNum type="arabicPeriod"/>
            </a:pPr>
            <a:r>
              <a:rPr lang="en" dirty="0"/>
              <a:t>Data analysis: p-hacking and other forms of manipulation.  Impacts students, journals, funders</a:t>
            </a:r>
            <a:endParaRPr dirty="0"/>
          </a:p>
          <a:p>
            <a:pPr marL="457200" lvl="0" indent="-342900" algn="l" rtl="0">
              <a:spcBef>
                <a:spcPts val="0"/>
              </a:spcBef>
              <a:spcAft>
                <a:spcPts val="0"/>
              </a:spcAft>
              <a:buSzPts val="1800"/>
              <a:buAutoNum type="arabicPeriod"/>
            </a:pPr>
            <a:r>
              <a:rPr lang="en" dirty="0"/>
              <a:t>Dissemination: impact on others competing for funding, journal space, etc.</a:t>
            </a:r>
            <a:endParaRPr dirty="0"/>
          </a:p>
          <a:p>
            <a:pPr marL="457200" lvl="0" indent="-342900" algn="l" rtl="0">
              <a:spcBef>
                <a:spcPts val="0"/>
              </a:spcBef>
              <a:spcAft>
                <a:spcPts val="0"/>
              </a:spcAft>
              <a:buSzPts val="1800"/>
              <a:buAutoNum type="arabicPeriod"/>
            </a:pPr>
            <a:r>
              <a:rPr lang="en" dirty="0"/>
              <a:t>Beyond publication: reputational impacts to students, colleagues, and science more broadly</a:t>
            </a:r>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244"/>
        <p:cNvGrpSpPr/>
        <p:nvPr/>
      </p:nvGrpSpPr>
      <p:grpSpPr>
        <a:xfrm>
          <a:off x="0" y="0"/>
          <a:ext cx="0" cy="0"/>
          <a:chOff x="0" y="0"/>
          <a:chExt cx="0" cy="0"/>
        </a:xfrm>
      </p:grpSpPr>
      <p:sp>
        <p:nvSpPr>
          <p:cNvPr id="2245" name="Google Shape;2245;p37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Typology of research ethics</a:t>
            </a:r>
            <a:endParaRPr dirty="0"/>
          </a:p>
        </p:txBody>
      </p:sp>
      <p:sp>
        <p:nvSpPr>
          <p:cNvPr id="2246" name="Google Shape;2246;p37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en-US" dirty="0"/>
              <a:t>Theft of ideas</a:t>
            </a:r>
          </a:p>
          <a:p>
            <a:pPr marL="457200" lvl="0" indent="-342900" algn="l" rtl="0">
              <a:spcBef>
                <a:spcPts val="0"/>
              </a:spcBef>
              <a:spcAft>
                <a:spcPts val="0"/>
              </a:spcAft>
              <a:buSzPts val="1800"/>
              <a:buAutoNum type="arabicPeriod"/>
            </a:pPr>
            <a:r>
              <a:rPr lang="en-US" dirty="0"/>
              <a:t>Harm by creating unnecessary risk</a:t>
            </a:r>
          </a:p>
          <a:p>
            <a:pPr marL="457200" lvl="0" indent="-342900" algn="l" rtl="0">
              <a:spcBef>
                <a:spcPts val="0"/>
              </a:spcBef>
              <a:spcAft>
                <a:spcPts val="0"/>
              </a:spcAft>
              <a:buSzPts val="1800"/>
              <a:buAutoNum type="arabicPeriod"/>
            </a:pPr>
            <a:r>
              <a:rPr lang="en-US" dirty="0"/>
              <a:t>Harm through manipulation of data</a:t>
            </a:r>
          </a:p>
          <a:p>
            <a:pPr marL="457200" lvl="0" indent="-342900" algn="l" rtl="0">
              <a:spcBef>
                <a:spcPts val="0"/>
              </a:spcBef>
              <a:spcAft>
                <a:spcPts val="0"/>
              </a:spcAft>
              <a:buSzPts val="1800"/>
              <a:buAutoNum type="arabicPeriod"/>
            </a:pPr>
            <a:r>
              <a:rPr lang="en-US" dirty="0"/>
              <a:t>Harm through the corruption of the scientific record</a:t>
            </a:r>
            <a:endParaRPr dirty="0"/>
          </a:p>
        </p:txBody>
      </p:sp>
    </p:spTree>
    <p:extLst>
      <p:ext uri="{BB962C8B-B14F-4D97-AF65-F5344CB8AC3E}">
        <p14:creationId xmlns:p14="http://schemas.microsoft.com/office/powerpoint/2010/main" val="33936745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250"/>
        <p:cNvGrpSpPr/>
        <p:nvPr/>
      </p:nvGrpSpPr>
      <p:grpSpPr>
        <a:xfrm>
          <a:off x="0" y="0"/>
          <a:ext cx="0" cy="0"/>
          <a:chOff x="0" y="0"/>
          <a:chExt cx="0" cy="0"/>
        </a:xfrm>
      </p:grpSpPr>
      <p:sp>
        <p:nvSpPr>
          <p:cNvPr id="2251" name="Google Shape;2251;p37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Goals</a:t>
            </a:r>
            <a:endParaRPr/>
          </a:p>
        </p:txBody>
      </p:sp>
      <p:sp>
        <p:nvSpPr>
          <p:cNvPr id="2252" name="Google Shape;2252;p37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Meant to stimulate discussion about ethics in applied economics</a:t>
            </a:r>
            <a:endParaRPr/>
          </a:p>
          <a:p>
            <a:pPr marL="0" lvl="0" indent="0" algn="l" rtl="0">
              <a:spcBef>
                <a:spcPts val="1600"/>
              </a:spcBef>
              <a:spcAft>
                <a:spcPts val="0"/>
              </a:spcAft>
              <a:buNone/>
            </a:pPr>
            <a:r>
              <a:rPr lang="en"/>
              <a:t>No definitive conclusions or suggestions</a:t>
            </a:r>
            <a:endParaRPr/>
          </a:p>
          <a:p>
            <a:pPr marL="0" lvl="0" indent="0" algn="l" rtl="0">
              <a:spcBef>
                <a:spcPts val="1600"/>
              </a:spcBef>
              <a:spcAft>
                <a:spcPts val="1600"/>
              </a:spcAft>
              <a:buNone/>
            </a:pPr>
            <a:r>
              <a:rPr lang="en"/>
              <a:t>Authors seem skeptical of IRB as an entity for legal cover rather than enforcing ethics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078"/>
        <p:cNvGrpSpPr/>
        <p:nvPr/>
      </p:nvGrpSpPr>
      <p:grpSpPr>
        <a:xfrm>
          <a:off x="0" y="0"/>
          <a:ext cx="0" cy="0"/>
          <a:chOff x="0" y="0"/>
          <a:chExt cx="0" cy="0"/>
        </a:xfrm>
      </p:grpSpPr>
      <p:sp>
        <p:nvSpPr>
          <p:cNvPr id="2079" name="Google Shape;2079;p35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Johnston - Red Meat Consumption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083"/>
        <p:cNvGrpSpPr/>
        <p:nvPr/>
      </p:nvGrpSpPr>
      <p:grpSpPr>
        <a:xfrm>
          <a:off x="0" y="0"/>
          <a:ext cx="0" cy="0"/>
          <a:chOff x="0" y="0"/>
          <a:chExt cx="0" cy="0"/>
        </a:xfrm>
      </p:grpSpPr>
      <p:sp>
        <p:nvSpPr>
          <p:cNvPr id="2084" name="Google Shape;2084;p3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Why?</a:t>
            </a:r>
            <a:endParaRPr/>
          </a:p>
        </p:txBody>
      </p:sp>
      <p:sp>
        <p:nvSpPr>
          <p:cNvPr id="2085" name="Google Shape;2085;p35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article highlights a scientific debate</a:t>
            </a:r>
            <a:endParaRPr/>
          </a:p>
          <a:p>
            <a:pPr marL="0" lvl="0" indent="0" algn="l" rtl="0">
              <a:spcBef>
                <a:spcPts val="1600"/>
              </a:spcBef>
              <a:spcAft>
                <a:spcPts val="0"/>
              </a:spcAft>
              <a:buNone/>
            </a:pPr>
            <a:r>
              <a:rPr lang="en"/>
              <a:t>There are also several ethical issues raised in the article</a:t>
            </a:r>
            <a:endParaRPr/>
          </a:p>
          <a:p>
            <a:pPr marL="0" lvl="0" indent="0" algn="l" rtl="0">
              <a:spcBef>
                <a:spcPts val="1600"/>
              </a:spcBef>
              <a:spcAft>
                <a:spcPts val="1600"/>
              </a:spcAft>
              <a:buNone/>
            </a:pP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089"/>
        <p:cNvGrpSpPr/>
        <p:nvPr/>
      </p:nvGrpSpPr>
      <p:grpSpPr>
        <a:xfrm>
          <a:off x="0" y="0"/>
          <a:ext cx="0" cy="0"/>
          <a:chOff x="0" y="0"/>
          <a:chExt cx="0" cy="0"/>
        </a:xfrm>
      </p:grpSpPr>
      <p:sp>
        <p:nvSpPr>
          <p:cNvPr id="2090" name="Google Shape;2090;p3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the author’s argument?</a:t>
            </a:r>
            <a:endParaRPr/>
          </a:p>
        </p:txBody>
      </p:sp>
      <p:sp>
        <p:nvSpPr>
          <p:cNvPr id="2091" name="Google Shape;2091;p35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Recommendations are based on weak evidence that may be subject to unethical practices</a:t>
            </a:r>
            <a:endParaRPr dirty="0"/>
          </a:p>
          <a:p>
            <a:pPr marL="0" lvl="0" indent="0" algn="l" rtl="0">
              <a:spcBef>
                <a:spcPts val="1600"/>
              </a:spcBef>
              <a:spcAft>
                <a:spcPts val="0"/>
              </a:spcAft>
              <a:buNone/>
            </a:pPr>
            <a:r>
              <a:rPr lang="en" dirty="0"/>
              <a:t>No systematic review of the literature</a:t>
            </a:r>
            <a:endParaRPr dirty="0"/>
          </a:p>
          <a:p>
            <a:pPr marL="0" lvl="0" indent="0" algn="l" rtl="0">
              <a:spcBef>
                <a:spcPts val="1600"/>
              </a:spcBef>
              <a:spcAft>
                <a:spcPts val="0"/>
              </a:spcAft>
              <a:buNone/>
            </a:pPr>
            <a:r>
              <a:rPr lang="en" dirty="0"/>
              <a:t>Observational studies not suitable for causal inference</a:t>
            </a:r>
            <a:endParaRPr dirty="0"/>
          </a:p>
          <a:p>
            <a:pPr marL="0" lvl="0" indent="0" algn="l" rtl="0">
              <a:spcBef>
                <a:spcPts val="1600"/>
              </a:spcBef>
              <a:spcAft>
                <a:spcPts val="1600"/>
              </a:spcAft>
              <a:buNone/>
            </a:pPr>
            <a:r>
              <a:rPr lang="en-US" dirty="0"/>
              <a:t>Limited management of conflict of interest</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91">
                                            <p:txEl>
                                              <p:pRg st="0" end="0"/>
                                            </p:txEl>
                                          </p:spTgt>
                                        </p:tgtEl>
                                        <p:attrNameLst>
                                          <p:attrName>style.visibility</p:attrName>
                                        </p:attrNameLst>
                                      </p:cBhvr>
                                      <p:to>
                                        <p:strVal val="visible"/>
                                      </p:to>
                                    </p:set>
                                    <p:animEffect transition="in" filter="fade">
                                      <p:cBhvr>
                                        <p:cTn id="7" dur="1"/>
                                        <p:tgtEl>
                                          <p:spTgt spid="20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91">
                                            <p:txEl>
                                              <p:pRg st="1" end="1"/>
                                            </p:txEl>
                                          </p:spTgt>
                                        </p:tgtEl>
                                        <p:attrNameLst>
                                          <p:attrName>style.visibility</p:attrName>
                                        </p:attrNameLst>
                                      </p:cBhvr>
                                      <p:to>
                                        <p:strVal val="visible"/>
                                      </p:to>
                                    </p:set>
                                    <p:animEffect transition="in" filter="fade">
                                      <p:cBhvr>
                                        <p:cTn id="12" dur="1"/>
                                        <p:tgtEl>
                                          <p:spTgt spid="20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91">
                                            <p:txEl>
                                              <p:pRg st="2" end="2"/>
                                            </p:txEl>
                                          </p:spTgt>
                                        </p:tgtEl>
                                        <p:attrNameLst>
                                          <p:attrName>style.visibility</p:attrName>
                                        </p:attrNameLst>
                                      </p:cBhvr>
                                      <p:to>
                                        <p:strVal val="visible"/>
                                      </p:to>
                                    </p:set>
                                    <p:animEffect transition="in" filter="fade">
                                      <p:cBhvr>
                                        <p:cTn id="17" dur="1"/>
                                        <p:tgtEl>
                                          <p:spTgt spid="20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91">
                                            <p:txEl>
                                              <p:pRg st="3" end="3"/>
                                            </p:txEl>
                                          </p:spTgt>
                                        </p:tgtEl>
                                        <p:attrNameLst>
                                          <p:attrName>style.visibility</p:attrName>
                                        </p:attrNameLst>
                                      </p:cBhvr>
                                      <p:to>
                                        <p:strVal val="visible"/>
                                      </p:to>
                                    </p:set>
                                    <p:animEffect transition="in" filter="fade">
                                      <p:cBhvr>
                                        <p:cTn id="22" dur="1"/>
                                        <p:tgtEl>
                                          <p:spTgt spid="20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91">
                                            <p:txEl>
                                              <p:pRg st="3" end="3"/>
                                            </p:txEl>
                                          </p:spTgt>
                                        </p:tgtEl>
                                        <p:attrNameLst>
                                          <p:attrName>style.visibility</p:attrName>
                                        </p:attrNameLst>
                                      </p:cBhvr>
                                      <p:to>
                                        <p:strVal val="visible"/>
                                      </p:to>
                                    </p:set>
                                    <p:animEffect transition="in" filter="fade">
                                      <p:cBhvr>
                                        <p:cTn id="27" dur="1"/>
                                        <p:tgtEl>
                                          <p:spTgt spid="20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095"/>
        <p:cNvGrpSpPr/>
        <p:nvPr/>
      </p:nvGrpSpPr>
      <p:grpSpPr>
        <a:xfrm>
          <a:off x="0" y="0"/>
          <a:ext cx="0" cy="0"/>
          <a:chOff x="0" y="0"/>
          <a:chExt cx="0" cy="0"/>
        </a:xfrm>
      </p:grpSpPr>
      <p:sp>
        <p:nvSpPr>
          <p:cNvPr id="2096" name="Google Shape;2096;p35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What is their approach?</a:t>
            </a:r>
            <a:endParaRPr dirty="0"/>
          </a:p>
        </p:txBody>
      </p:sp>
      <p:sp>
        <p:nvSpPr>
          <p:cNvPr id="2097" name="Google Shape;2097;p35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Convene panel to design and guide research</a:t>
            </a:r>
            <a:endParaRPr dirty="0"/>
          </a:p>
          <a:p>
            <a:pPr marL="0" lvl="0" indent="0" algn="l" rtl="0">
              <a:spcBef>
                <a:spcPts val="1600"/>
              </a:spcBef>
              <a:spcAft>
                <a:spcPts val="0"/>
              </a:spcAft>
              <a:buNone/>
            </a:pPr>
            <a:r>
              <a:rPr lang="en" dirty="0"/>
              <a:t>Systematic literature review</a:t>
            </a:r>
            <a:endParaRPr dirty="0"/>
          </a:p>
          <a:p>
            <a:pPr marL="0" lvl="0" indent="0" algn="l" rtl="0">
              <a:spcBef>
                <a:spcPts val="1600"/>
              </a:spcBef>
              <a:spcAft>
                <a:spcPts val="0"/>
              </a:spcAft>
              <a:buNone/>
            </a:pPr>
            <a:r>
              <a:rPr lang="en" dirty="0"/>
              <a:t>Confront conflict of interest</a:t>
            </a:r>
            <a:endParaRPr dirty="0"/>
          </a:p>
          <a:p>
            <a:pPr marL="0" lvl="0" indent="0" algn="l" rtl="0">
              <a:spcBef>
                <a:spcPts val="1600"/>
              </a:spcBef>
              <a:spcAft>
                <a:spcPts val="1600"/>
              </a:spcAft>
              <a:buNone/>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9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9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9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7"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101"/>
        <p:cNvGrpSpPr/>
        <p:nvPr/>
      </p:nvGrpSpPr>
      <p:grpSpPr>
        <a:xfrm>
          <a:off x="0" y="0"/>
          <a:ext cx="0" cy="0"/>
          <a:chOff x="0" y="0"/>
          <a:chExt cx="0" cy="0"/>
        </a:xfrm>
      </p:grpSpPr>
      <p:sp>
        <p:nvSpPr>
          <p:cNvPr id="2102" name="Google Shape;2102;p3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How do they address conflict of interest?</a:t>
            </a:r>
            <a:endParaRPr dirty="0"/>
          </a:p>
        </p:txBody>
      </p:sp>
      <p:sp>
        <p:nvSpPr>
          <p:cNvPr id="2103" name="Google Shape;2103;p35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Some researchers work for or benefit from the results of some research</a:t>
            </a:r>
            <a:endParaRPr dirty="0"/>
          </a:p>
          <a:p>
            <a:pPr marL="0" lvl="0" indent="0" algn="l" rtl="0">
              <a:spcBef>
                <a:spcPts val="1600"/>
              </a:spcBef>
              <a:spcAft>
                <a:spcPts val="0"/>
              </a:spcAft>
              <a:buNone/>
            </a:pPr>
            <a:r>
              <a:rPr lang="en" dirty="0"/>
              <a:t>In extreme cases, the individual(s) should not participate in the research</a:t>
            </a:r>
            <a:endParaRPr dirty="0"/>
          </a:p>
          <a:p>
            <a:pPr marL="0" lvl="0" indent="0" algn="l" rtl="0">
              <a:spcBef>
                <a:spcPts val="1600"/>
              </a:spcBef>
              <a:spcAft>
                <a:spcPts val="0"/>
              </a:spcAft>
              <a:buNone/>
            </a:pPr>
            <a:r>
              <a:rPr lang="en" dirty="0"/>
              <a:t>Otherwise the COI should be made clear</a:t>
            </a:r>
            <a:endParaRPr dirty="0"/>
          </a:p>
          <a:p>
            <a:pPr marL="0" lvl="0" indent="0" algn="l" rtl="0">
              <a:spcBef>
                <a:spcPts val="1600"/>
              </a:spcBef>
              <a:spcAft>
                <a:spcPts val="1600"/>
              </a:spcAft>
              <a:buNone/>
            </a:pPr>
            <a:r>
              <a:rPr lang="en" dirty="0"/>
              <a:t>The Johnston article published the COI forms of the panel members</a:t>
            </a:r>
          </a:p>
          <a:p>
            <a:pPr marL="0" lvl="0" indent="0" algn="l" rtl="0">
              <a:spcBef>
                <a:spcPts val="1600"/>
              </a:spcBef>
              <a:spcAft>
                <a:spcPts val="1600"/>
              </a:spcAft>
              <a:buNone/>
            </a:pPr>
            <a:r>
              <a:rPr lang="en" dirty="0"/>
              <a:t>*Declare COI to institutions and as reviewer</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0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0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107"/>
        <p:cNvGrpSpPr/>
        <p:nvPr/>
      </p:nvGrpSpPr>
      <p:grpSpPr>
        <a:xfrm>
          <a:off x="0" y="0"/>
          <a:ext cx="0" cy="0"/>
          <a:chOff x="0" y="0"/>
          <a:chExt cx="0" cy="0"/>
        </a:xfrm>
      </p:grpSpPr>
      <p:sp>
        <p:nvSpPr>
          <p:cNvPr id="2108" name="Google Shape;2108;p35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What do the authors say about the certainty of evidence? Why?</a:t>
            </a:r>
            <a:endParaRPr dirty="0"/>
          </a:p>
        </p:txBody>
      </p:sp>
      <p:sp>
        <p:nvSpPr>
          <p:cNvPr id="2109" name="Google Shape;2109;p355"/>
          <p:cNvSpPr txBox="1">
            <a:spLocks noGrp="1"/>
          </p:cNvSpPr>
          <p:nvPr>
            <p:ph type="body" idx="1"/>
          </p:nvPr>
        </p:nvSpPr>
        <p:spPr>
          <a:xfrm>
            <a:off x="311700" y="2167467"/>
            <a:ext cx="8520600" cy="240140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Johnston argues that the certainty of the evidence backing the recommendations is low.  </a:t>
            </a:r>
            <a:endParaRPr dirty="0"/>
          </a:p>
          <a:p>
            <a:pPr marL="0" lvl="0" indent="0" algn="l" rtl="0">
              <a:spcBef>
                <a:spcPts val="1600"/>
              </a:spcBef>
              <a:spcAft>
                <a:spcPts val="1600"/>
              </a:spcAft>
              <a:buNone/>
            </a:pPr>
            <a:r>
              <a:rPr lang="en" dirty="0"/>
              <a:t>Argument is low magnitude effect in RCT and confounded estimation in observational studies.</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0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0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113"/>
        <p:cNvGrpSpPr/>
        <p:nvPr/>
      </p:nvGrpSpPr>
      <p:grpSpPr>
        <a:xfrm>
          <a:off x="0" y="0"/>
          <a:ext cx="0" cy="0"/>
          <a:chOff x="0" y="0"/>
          <a:chExt cx="0" cy="0"/>
        </a:xfrm>
      </p:grpSpPr>
      <p:sp>
        <p:nvSpPr>
          <p:cNvPr id="2114" name="Google Shape;2114;p35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Different recommendations</a:t>
            </a:r>
            <a:endParaRPr/>
          </a:p>
        </p:txBody>
      </p:sp>
      <p:sp>
        <p:nvSpPr>
          <p:cNvPr id="2115" name="Google Shape;2115;p35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 (or weak) recommendation to reduce red/processed meat consumption</a:t>
            </a:r>
            <a:endParaRPr/>
          </a:p>
          <a:p>
            <a:pPr marL="0" lvl="0" indent="0" algn="l" rtl="0">
              <a:spcBef>
                <a:spcPts val="1600"/>
              </a:spcBef>
              <a:spcAft>
                <a:spcPts val="0"/>
              </a:spcAft>
              <a:buNone/>
            </a:pPr>
            <a:r>
              <a:rPr lang="en"/>
              <a:t>Limitations:</a:t>
            </a:r>
            <a:endParaRPr/>
          </a:p>
          <a:p>
            <a:pPr marL="457200" lvl="0" indent="-342900" algn="l" rtl="0">
              <a:spcBef>
                <a:spcPts val="1600"/>
              </a:spcBef>
              <a:spcAft>
                <a:spcPts val="0"/>
              </a:spcAft>
              <a:buSzPts val="1800"/>
              <a:buChar char="-"/>
            </a:pPr>
            <a:r>
              <a:rPr lang="en"/>
              <a:t>RCT are based on smaller samples with insufficient follow up</a:t>
            </a:r>
            <a:endParaRPr/>
          </a:p>
          <a:p>
            <a:pPr marL="457200" lvl="0" indent="-342900" algn="l" rtl="0">
              <a:spcBef>
                <a:spcPts val="0"/>
              </a:spcBef>
              <a:spcAft>
                <a:spcPts val="0"/>
              </a:spcAft>
              <a:buSzPts val="1800"/>
              <a:buChar char="-"/>
            </a:pPr>
            <a:r>
              <a:rPr lang="en"/>
              <a:t>Observational studies confounded</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119"/>
        <p:cNvGrpSpPr/>
        <p:nvPr/>
      </p:nvGrpSpPr>
      <p:grpSpPr>
        <a:xfrm>
          <a:off x="0" y="0"/>
          <a:ext cx="0" cy="0"/>
          <a:chOff x="0" y="0"/>
          <a:chExt cx="0" cy="0"/>
        </a:xfrm>
      </p:grpSpPr>
      <p:sp>
        <p:nvSpPr>
          <p:cNvPr id="2120" name="Google Shape;2120;p35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Issues</a:t>
            </a:r>
            <a:endParaRPr/>
          </a:p>
        </p:txBody>
      </p:sp>
      <p:sp>
        <p:nvSpPr>
          <p:cNvPr id="2121" name="Google Shape;2121;p35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dirty="0">
                <a:solidFill>
                  <a:schemeClr val="hlink"/>
                </a:solidFill>
                <a:hlinkClick r:id="rId3"/>
              </a:rPr>
              <a:t>NYTimes article</a:t>
            </a:r>
            <a:endParaRPr dirty="0"/>
          </a:p>
          <a:p>
            <a:pPr marL="0" lvl="0" indent="0" algn="l" rtl="0">
              <a:spcBef>
                <a:spcPts val="1600"/>
              </a:spcBef>
              <a:spcAft>
                <a:spcPts val="0"/>
              </a:spcAft>
              <a:buNone/>
            </a:pPr>
            <a:r>
              <a:rPr lang="en" dirty="0"/>
              <a:t>Johnston received funding from industry group in 2015</a:t>
            </a:r>
            <a:endParaRPr dirty="0"/>
          </a:p>
          <a:p>
            <a:pPr marL="0" lvl="0" indent="0" algn="l" rtl="0">
              <a:spcBef>
                <a:spcPts val="1600"/>
              </a:spcBef>
              <a:spcAft>
                <a:spcPts val="0"/>
              </a:spcAft>
              <a:buNone/>
            </a:pPr>
            <a:r>
              <a:rPr lang="en" dirty="0"/>
              <a:t>Study published in 2019 and COI statement only asked about past 3 years</a:t>
            </a:r>
            <a:endParaRPr dirty="0"/>
          </a:p>
          <a:p>
            <a:pPr marL="0" lvl="0" indent="0" algn="l" rtl="0">
              <a:spcBef>
                <a:spcPts val="1600"/>
              </a:spcBef>
              <a:spcAft>
                <a:spcPts val="1600"/>
              </a:spcAft>
              <a:buNone/>
            </a:pPr>
            <a:endParaRPr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125"/>
        <p:cNvGrpSpPr/>
        <p:nvPr/>
      </p:nvGrpSpPr>
      <p:grpSpPr>
        <a:xfrm>
          <a:off x="0" y="0"/>
          <a:ext cx="0" cy="0"/>
          <a:chOff x="0" y="0"/>
          <a:chExt cx="0" cy="0"/>
        </a:xfrm>
      </p:grpSpPr>
      <p:sp>
        <p:nvSpPr>
          <p:cNvPr id="2126" name="Google Shape;2126;p35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Retraction Watch - Wansink</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130"/>
        <p:cNvGrpSpPr/>
        <p:nvPr/>
      </p:nvGrpSpPr>
      <p:grpSpPr>
        <a:xfrm>
          <a:off x="0" y="0"/>
          <a:ext cx="0" cy="0"/>
          <a:chOff x="0" y="0"/>
          <a:chExt cx="0" cy="0"/>
        </a:xfrm>
      </p:grpSpPr>
      <p:sp>
        <p:nvSpPr>
          <p:cNvPr id="2131" name="Google Shape;2131;p35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Timeline (wikipedia)</a:t>
            </a:r>
            <a:endParaRPr/>
          </a:p>
        </p:txBody>
      </p:sp>
      <p:sp>
        <p:nvSpPr>
          <p:cNvPr id="2132" name="Google Shape;2132;p35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Former: John S. Dyson Endowed Chair in the Applied Economics and Management Department at Cornell University, where he directed the Cornell Food and Brand Lab</a:t>
            </a:r>
            <a:endParaRPr/>
          </a:p>
          <a:p>
            <a:pPr marL="0" lvl="0" indent="0" algn="l" rtl="0">
              <a:spcBef>
                <a:spcPts val="1600"/>
              </a:spcBef>
              <a:spcAft>
                <a:spcPts val="0"/>
              </a:spcAft>
              <a:buNone/>
            </a:pPr>
            <a:r>
              <a:rPr lang="en"/>
              <a:t>As of 2020 Wansink has had 18 of his research papers retracted (one twice). Seven other papers have received an expression of concern, and 15 others have been corrected.</a:t>
            </a:r>
            <a:endParaRPr/>
          </a:p>
          <a:p>
            <a:pPr marL="0" lvl="0" indent="0" algn="l" rtl="0">
              <a:spcBef>
                <a:spcPts val="1600"/>
              </a:spcBef>
              <a:spcAft>
                <a:spcPts val="1600"/>
              </a:spcAft>
              <a:buNone/>
            </a:pPr>
            <a:r>
              <a:rPr lang="en"/>
              <a:t>On September 20, 2018, Cornell determined that Wansink had committed scientific misconduct and removed him from research and teaching activities; he resigned effective June 30, 2019.</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136"/>
        <p:cNvGrpSpPr/>
        <p:nvPr/>
      </p:nvGrpSpPr>
      <p:grpSpPr>
        <a:xfrm>
          <a:off x="0" y="0"/>
          <a:ext cx="0" cy="0"/>
          <a:chOff x="0" y="0"/>
          <a:chExt cx="0" cy="0"/>
        </a:xfrm>
      </p:grpSpPr>
      <p:sp>
        <p:nvSpPr>
          <p:cNvPr id="2137" name="Google Shape;2137;p36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8" name="Google Shape;2138;p36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 January 2017, the validity of research from Wansink's labs was called into question after Wansink had written a blog post about asking a graduate student to "salvage" conclusions from a study which had null results, subsequently producing five papers from it, all published with Wansink as co-author.</a:t>
            </a:r>
            <a:endParaRPr/>
          </a:p>
          <a:p>
            <a:pPr marL="0" lvl="0" indent="0" algn="l" rtl="0">
              <a:spcBef>
                <a:spcPts val="1600"/>
              </a:spcBef>
              <a:spcAft>
                <a:spcPts val="0"/>
              </a:spcAft>
              <a:buNone/>
            </a:pPr>
            <a:r>
              <a:rPr lang="en"/>
              <a:t>Van der Zee, Anaya, and Brown analysed four of the five papers (referred to as "the pizza papers"), and found conclusions not supported by the data presented, and a total of 150 questionable numbers, such as impossible values, incorrect ANOVA results, and dubious p-values.</a:t>
            </a:r>
            <a:endParaRPr/>
          </a:p>
          <a:p>
            <a:pPr marL="0" lvl="0" indent="0" algn="l" rtl="0">
              <a:spcBef>
                <a:spcPts val="1600"/>
              </a:spcBef>
              <a:spcAft>
                <a:spcPts val="1600"/>
              </a:spcAft>
              <a:buNone/>
            </a:pPr>
            <a:r>
              <a:rPr lang="en" u="sng">
                <a:solidFill>
                  <a:schemeClr val="hlink"/>
                </a:solidFill>
                <a:hlinkClick r:id="rId3"/>
              </a:rPr>
              <a:t>https://en.wikipedia.org/wiki/Brian_Wansink</a:t>
            </a:r>
            <a:r>
              <a:rPr lang="en"/>
              <a:t>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FFC2F-3188-03EF-926A-F7A129B47F5B}"/>
              </a:ext>
            </a:extLst>
          </p:cNvPr>
          <p:cNvSpPr>
            <a:spLocks noGrp="1"/>
          </p:cNvSpPr>
          <p:nvPr>
            <p:ph type="title"/>
          </p:nvPr>
        </p:nvSpPr>
        <p:spPr/>
        <p:txBody>
          <a:bodyPr/>
          <a:lstStyle/>
          <a:p>
            <a:r>
              <a:rPr lang="en-US" dirty="0"/>
              <a:t>Retraction Watch – Self Plagiarism</a:t>
            </a:r>
          </a:p>
        </p:txBody>
      </p:sp>
    </p:spTree>
    <p:extLst>
      <p:ext uri="{BB962C8B-B14F-4D97-AF65-F5344CB8AC3E}">
        <p14:creationId xmlns:p14="http://schemas.microsoft.com/office/powerpoint/2010/main" val="34451596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1A2A40-B704-35F8-BC4F-3D8310D59D40}"/>
              </a:ext>
            </a:extLst>
          </p:cNvPr>
          <p:cNvSpPr>
            <a:spLocks noGrp="1"/>
          </p:cNvSpPr>
          <p:nvPr>
            <p:ph type="title"/>
          </p:nvPr>
        </p:nvSpPr>
        <p:spPr/>
        <p:txBody>
          <a:bodyPr/>
          <a:lstStyle/>
          <a:p>
            <a:r>
              <a:rPr lang="en-US" dirty="0" err="1"/>
              <a:t>Horbach</a:t>
            </a:r>
            <a:r>
              <a:rPr lang="en-US" dirty="0"/>
              <a:t> and </a:t>
            </a:r>
            <a:r>
              <a:rPr lang="en-US" dirty="0" err="1"/>
              <a:t>Halffman</a:t>
            </a:r>
            <a:endParaRPr lang="en-US" dirty="0"/>
          </a:p>
        </p:txBody>
      </p:sp>
      <p:sp>
        <p:nvSpPr>
          <p:cNvPr id="4" name="Text Placeholder 3">
            <a:extLst>
              <a:ext uri="{FF2B5EF4-FFF2-40B4-BE49-F238E27FC236}">
                <a16:creationId xmlns:a16="http://schemas.microsoft.com/office/drawing/2014/main" id="{7ABD8CDB-AD61-A89D-1E9D-4D7E46DEEFFF}"/>
              </a:ext>
            </a:extLst>
          </p:cNvPr>
          <p:cNvSpPr>
            <a:spLocks noGrp="1"/>
          </p:cNvSpPr>
          <p:nvPr>
            <p:ph type="body" idx="1"/>
          </p:nvPr>
        </p:nvSpPr>
        <p:spPr/>
        <p:txBody>
          <a:bodyPr/>
          <a:lstStyle/>
          <a:p>
            <a:pPr marL="114300" indent="0">
              <a:buNone/>
            </a:pPr>
            <a:r>
              <a:rPr lang="en-US" dirty="0"/>
              <a:t>Search 922 papers for self-plagiarism or text-recycling using Turnitin software</a:t>
            </a:r>
          </a:p>
          <a:p>
            <a:pPr marL="114300" indent="0">
              <a:buNone/>
            </a:pPr>
            <a:endParaRPr lang="en-US" dirty="0"/>
          </a:p>
          <a:p>
            <a:pPr marL="114300" indent="0">
              <a:buNone/>
            </a:pPr>
            <a:r>
              <a:rPr lang="en-US" dirty="0"/>
              <a:t>Find 6% of papers across all disciplines but 14% in economics</a:t>
            </a:r>
          </a:p>
          <a:p>
            <a:pPr marL="114300" indent="0">
              <a:buNone/>
            </a:pPr>
            <a:endParaRPr lang="en-US" dirty="0"/>
          </a:p>
          <a:p>
            <a:pPr marL="114300" indent="0">
              <a:buNone/>
            </a:pPr>
            <a:r>
              <a:rPr lang="en-US" dirty="0"/>
              <a:t>Criteria: 10% of paper is self-plagiarized</a:t>
            </a:r>
          </a:p>
          <a:p>
            <a:pPr marL="114300" indent="0">
              <a:buNone/>
            </a:pPr>
            <a:endParaRPr lang="en-US" dirty="0"/>
          </a:p>
          <a:p>
            <a:pPr marL="114300" indent="0">
              <a:buNone/>
            </a:pPr>
            <a:r>
              <a:rPr lang="en-US" dirty="0"/>
              <a:t>Higher rates of SP with more productive authors and more senior authors</a:t>
            </a:r>
          </a:p>
        </p:txBody>
      </p:sp>
    </p:spTree>
    <p:extLst>
      <p:ext uri="{BB962C8B-B14F-4D97-AF65-F5344CB8AC3E}">
        <p14:creationId xmlns:p14="http://schemas.microsoft.com/office/powerpoint/2010/main" val="11788674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092A0-5235-16F8-8CB0-E9314E49E6DA}"/>
              </a:ext>
            </a:extLst>
          </p:cNvPr>
          <p:cNvSpPr>
            <a:spLocks noGrp="1"/>
          </p:cNvSpPr>
          <p:nvPr>
            <p:ph type="title"/>
          </p:nvPr>
        </p:nvSpPr>
        <p:spPr/>
        <p:txBody>
          <a:bodyPr/>
          <a:lstStyle/>
          <a:p>
            <a:r>
              <a:rPr lang="en-US" dirty="0"/>
              <a:t>What do we do about unethical behavior and misconduct?</a:t>
            </a:r>
          </a:p>
        </p:txBody>
      </p:sp>
      <p:sp>
        <p:nvSpPr>
          <p:cNvPr id="3" name="Text Placeholder 2">
            <a:extLst>
              <a:ext uri="{FF2B5EF4-FFF2-40B4-BE49-F238E27FC236}">
                <a16:creationId xmlns:a16="http://schemas.microsoft.com/office/drawing/2014/main" id="{93D6D74F-305D-C375-F1DB-95EFFCD0F1ED}"/>
              </a:ext>
            </a:extLst>
          </p:cNvPr>
          <p:cNvSpPr>
            <a:spLocks noGrp="1"/>
          </p:cNvSpPr>
          <p:nvPr>
            <p:ph type="body" idx="1"/>
          </p:nvPr>
        </p:nvSpPr>
        <p:spPr>
          <a:xfrm>
            <a:off x="311700" y="1456267"/>
            <a:ext cx="8520600" cy="3112608"/>
          </a:xfrm>
        </p:spPr>
        <p:txBody>
          <a:bodyPr/>
          <a:lstStyle/>
          <a:p>
            <a:pPr marL="114300" indent="0">
              <a:buNone/>
            </a:pPr>
            <a:r>
              <a:rPr lang="en-US" dirty="0"/>
              <a:t>Can we self-police?</a:t>
            </a:r>
          </a:p>
          <a:p>
            <a:pPr marL="114300" indent="0">
              <a:buNone/>
            </a:pPr>
            <a:endParaRPr lang="en-US" dirty="0"/>
          </a:p>
          <a:p>
            <a:pPr marL="114300" indent="0">
              <a:buNone/>
            </a:pPr>
            <a:r>
              <a:rPr lang="en-US" dirty="0"/>
              <a:t>Ethical research is a public good. Should we expect it to be provided at the socially optimal level?</a:t>
            </a:r>
          </a:p>
          <a:p>
            <a:pPr marL="114300" indent="0">
              <a:buNone/>
            </a:pPr>
            <a:endParaRPr lang="en-US" dirty="0"/>
          </a:p>
        </p:txBody>
      </p:sp>
    </p:spTree>
    <p:extLst>
      <p:ext uri="{BB962C8B-B14F-4D97-AF65-F5344CB8AC3E}">
        <p14:creationId xmlns:p14="http://schemas.microsoft.com/office/powerpoint/2010/main" val="36372275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092A0-5235-16F8-8CB0-E9314E49E6DA}"/>
              </a:ext>
            </a:extLst>
          </p:cNvPr>
          <p:cNvSpPr>
            <a:spLocks noGrp="1"/>
          </p:cNvSpPr>
          <p:nvPr>
            <p:ph type="title"/>
          </p:nvPr>
        </p:nvSpPr>
        <p:spPr/>
        <p:txBody>
          <a:bodyPr/>
          <a:lstStyle/>
          <a:p>
            <a:r>
              <a:rPr lang="en-US" dirty="0"/>
              <a:t>What do we do about unethical behavior and misconduct?</a:t>
            </a:r>
          </a:p>
        </p:txBody>
      </p:sp>
      <p:sp>
        <p:nvSpPr>
          <p:cNvPr id="3" name="Text Placeholder 2">
            <a:extLst>
              <a:ext uri="{FF2B5EF4-FFF2-40B4-BE49-F238E27FC236}">
                <a16:creationId xmlns:a16="http://schemas.microsoft.com/office/drawing/2014/main" id="{93D6D74F-305D-C375-F1DB-95EFFCD0F1ED}"/>
              </a:ext>
            </a:extLst>
          </p:cNvPr>
          <p:cNvSpPr>
            <a:spLocks noGrp="1"/>
          </p:cNvSpPr>
          <p:nvPr>
            <p:ph type="body" idx="1"/>
          </p:nvPr>
        </p:nvSpPr>
        <p:spPr>
          <a:xfrm>
            <a:off x="311700" y="1456267"/>
            <a:ext cx="8520600" cy="3112608"/>
          </a:xfrm>
        </p:spPr>
        <p:txBody>
          <a:bodyPr/>
          <a:lstStyle/>
          <a:p>
            <a:pPr marL="114300" indent="0">
              <a:buNone/>
            </a:pPr>
            <a:r>
              <a:rPr lang="en-US" dirty="0"/>
              <a:t>Can we organize our thinking with a model?</a:t>
            </a:r>
          </a:p>
          <a:p>
            <a:pPr marL="114300" indent="0">
              <a:buNone/>
            </a:pPr>
            <a:endParaRPr lang="en-US" dirty="0"/>
          </a:p>
          <a:p>
            <a:pPr marL="114300" indent="0">
              <a:buNone/>
            </a:pPr>
            <a:r>
              <a:rPr lang="en-US" dirty="0"/>
              <a:t>What does a research production function look like?</a:t>
            </a:r>
          </a:p>
          <a:p>
            <a:pPr marL="114300" indent="0">
              <a:buNone/>
            </a:pPr>
            <a:endParaRPr lang="en-US" dirty="0"/>
          </a:p>
          <a:p>
            <a:pPr marL="114300" indent="0">
              <a:buNone/>
            </a:pPr>
            <a:r>
              <a:rPr lang="en-US" dirty="0"/>
              <a:t>What are the costs of producing research?</a:t>
            </a:r>
          </a:p>
          <a:p>
            <a:pPr marL="114300" indent="0">
              <a:buNone/>
            </a:pPr>
            <a:endParaRPr lang="en-US" dirty="0"/>
          </a:p>
          <a:p>
            <a:pPr marL="114300" indent="0">
              <a:buNone/>
            </a:pPr>
            <a:r>
              <a:rPr lang="en-US" dirty="0"/>
              <a:t>How do we integrate reproducible </a:t>
            </a:r>
            <a:r>
              <a:rPr lang="en-US" dirty="0" err="1"/>
              <a:t>research?c</a:t>
            </a:r>
            <a:endParaRPr lang="en-US" dirty="0"/>
          </a:p>
        </p:txBody>
      </p:sp>
    </p:spTree>
    <p:extLst>
      <p:ext uri="{BB962C8B-B14F-4D97-AF65-F5344CB8AC3E}">
        <p14:creationId xmlns:p14="http://schemas.microsoft.com/office/powerpoint/2010/main" val="29018036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092A0-5235-16F8-8CB0-E9314E49E6DA}"/>
              </a:ext>
            </a:extLst>
          </p:cNvPr>
          <p:cNvSpPr>
            <a:spLocks noGrp="1"/>
          </p:cNvSpPr>
          <p:nvPr>
            <p:ph type="title"/>
          </p:nvPr>
        </p:nvSpPr>
        <p:spPr/>
        <p:txBody>
          <a:bodyPr/>
          <a:lstStyle/>
          <a:p>
            <a:r>
              <a:rPr lang="en-US" dirty="0"/>
              <a:t>What do we do about unethical behavior and misconduct?</a:t>
            </a:r>
          </a:p>
        </p:txBody>
      </p:sp>
      <p:sp>
        <p:nvSpPr>
          <p:cNvPr id="3" name="Text Placeholder 2">
            <a:extLst>
              <a:ext uri="{FF2B5EF4-FFF2-40B4-BE49-F238E27FC236}">
                <a16:creationId xmlns:a16="http://schemas.microsoft.com/office/drawing/2014/main" id="{93D6D74F-305D-C375-F1DB-95EFFCD0F1ED}"/>
              </a:ext>
            </a:extLst>
          </p:cNvPr>
          <p:cNvSpPr>
            <a:spLocks noGrp="1"/>
          </p:cNvSpPr>
          <p:nvPr>
            <p:ph type="body" idx="1"/>
          </p:nvPr>
        </p:nvSpPr>
        <p:spPr>
          <a:xfrm>
            <a:off x="311700" y="1456267"/>
            <a:ext cx="8520600" cy="3112608"/>
          </a:xfrm>
        </p:spPr>
        <p:txBody>
          <a:bodyPr/>
          <a:lstStyle/>
          <a:p>
            <a:pPr marL="114300" indent="0">
              <a:buNone/>
            </a:pPr>
            <a:r>
              <a:rPr lang="en-US" dirty="0"/>
              <a:t>How do we reconcile the social and </a:t>
            </a:r>
            <a:r>
              <a:rPr lang="en-US"/>
              <a:t>private optimum?</a:t>
            </a:r>
            <a:endParaRPr lang="en-US" dirty="0"/>
          </a:p>
        </p:txBody>
      </p:sp>
    </p:spTree>
    <p:extLst>
      <p:ext uri="{BB962C8B-B14F-4D97-AF65-F5344CB8AC3E}">
        <p14:creationId xmlns:p14="http://schemas.microsoft.com/office/powerpoint/2010/main" val="289276176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142"/>
        <p:cNvGrpSpPr/>
        <p:nvPr/>
      </p:nvGrpSpPr>
      <p:grpSpPr>
        <a:xfrm>
          <a:off x="0" y="0"/>
          <a:ext cx="0" cy="0"/>
          <a:chOff x="0" y="0"/>
          <a:chExt cx="0" cy="0"/>
        </a:xfrm>
      </p:grpSpPr>
      <p:sp>
        <p:nvSpPr>
          <p:cNvPr id="2143" name="Google Shape;2143;p361"/>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Moher - Predatory Journals</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147"/>
        <p:cNvGrpSpPr/>
        <p:nvPr/>
      </p:nvGrpSpPr>
      <p:grpSpPr>
        <a:xfrm>
          <a:off x="0" y="0"/>
          <a:ext cx="0" cy="0"/>
          <a:chOff x="0" y="0"/>
          <a:chExt cx="0" cy="0"/>
        </a:xfrm>
      </p:grpSpPr>
      <p:sp>
        <p:nvSpPr>
          <p:cNvPr id="2148" name="Google Shape;2148;p36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are predatory journals?</a:t>
            </a:r>
            <a:endParaRPr/>
          </a:p>
        </p:txBody>
      </p:sp>
      <p:sp>
        <p:nvSpPr>
          <p:cNvPr id="2149" name="Google Shape;2149;p36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Generally:</a:t>
            </a:r>
            <a:endParaRPr/>
          </a:p>
          <a:p>
            <a:pPr marL="457200" lvl="0" indent="-342900" algn="l" rtl="0">
              <a:spcBef>
                <a:spcPts val="1600"/>
              </a:spcBef>
              <a:spcAft>
                <a:spcPts val="0"/>
              </a:spcAft>
              <a:buSzPts val="1800"/>
              <a:buChar char="-"/>
            </a:pPr>
            <a:r>
              <a:rPr lang="en"/>
              <a:t>Offer open access for lower fees than other journals</a:t>
            </a:r>
            <a:endParaRPr/>
          </a:p>
          <a:p>
            <a:pPr marL="457200" lvl="0" indent="-342900" algn="l" rtl="0">
              <a:spcBef>
                <a:spcPts val="0"/>
              </a:spcBef>
              <a:spcAft>
                <a:spcPts val="0"/>
              </a:spcAft>
              <a:buSzPts val="1800"/>
              <a:buChar char="-"/>
            </a:pPr>
            <a:r>
              <a:rPr lang="en"/>
              <a:t>Minimal review if any</a:t>
            </a:r>
            <a:endParaRPr/>
          </a:p>
          <a:p>
            <a:pPr marL="457200" lvl="0" indent="-342900" algn="l" rtl="0">
              <a:spcBef>
                <a:spcPts val="0"/>
              </a:spcBef>
              <a:spcAft>
                <a:spcPts val="0"/>
              </a:spcAft>
              <a:buSzPts val="1800"/>
              <a:buChar char="-"/>
            </a:pPr>
            <a:r>
              <a:rPr lang="en"/>
              <a:t>Aggressively solicit contributions</a:t>
            </a:r>
            <a:endParaRPr/>
          </a:p>
          <a:p>
            <a:pPr marL="0" lvl="0" indent="0" algn="l" rtl="0">
              <a:spcBef>
                <a:spcPts val="1600"/>
              </a:spcBef>
              <a:spcAft>
                <a:spcPts val="0"/>
              </a:spcAft>
              <a:buNone/>
            </a:pPr>
            <a:r>
              <a:rPr lang="en"/>
              <a:t>Create an ethical dilemma: job depends on publication so individuals face the incentive to publish in predatory journals  </a:t>
            </a:r>
            <a:endParaRPr/>
          </a:p>
          <a:p>
            <a:pPr marL="0" lvl="0" indent="0" algn="l" rtl="0">
              <a:spcBef>
                <a:spcPts val="1600"/>
              </a:spcBef>
              <a:spcAft>
                <a:spcPts val="1600"/>
              </a:spcAft>
              <a:buNone/>
            </a:pPr>
            <a:r>
              <a:rPr lang="en"/>
              <a:t>Authors also argue that it is unethical to subject humans and animals to research that will not advance knowledge</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153"/>
        <p:cNvGrpSpPr/>
        <p:nvPr/>
      </p:nvGrpSpPr>
      <p:grpSpPr>
        <a:xfrm>
          <a:off x="0" y="0"/>
          <a:ext cx="0" cy="0"/>
          <a:chOff x="0" y="0"/>
          <a:chExt cx="0" cy="0"/>
        </a:xfrm>
      </p:grpSpPr>
      <p:sp>
        <p:nvSpPr>
          <p:cNvPr id="2154" name="Google Shape;2154;p36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Analysis</a:t>
            </a:r>
            <a:endParaRPr/>
          </a:p>
        </p:txBody>
      </p:sp>
      <p:sp>
        <p:nvSpPr>
          <p:cNvPr id="2155" name="Google Shape;2155;p36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Sampled articles from journals from Beall’s list of biomedical journals; 25 articles from 200 journals</a:t>
            </a:r>
            <a:endParaRPr/>
          </a:p>
          <a:p>
            <a:pPr marL="0" lvl="0" indent="0" algn="l" rtl="0">
              <a:spcBef>
                <a:spcPts val="1600"/>
              </a:spcBef>
              <a:spcAft>
                <a:spcPts val="0"/>
              </a:spcAft>
              <a:buNone/>
            </a:pPr>
            <a:r>
              <a:rPr lang="en"/>
              <a:t>Deficient in methods descriptions</a:t>
            </a:r>
            <a:endParaRPr/>
          </a:p>
          <a:p>
            <a:pPr marL="0" lvl="0" indent="0" algn="l" rtl="0">
              <a:spcBef>
                <a:spcPts val="1600"/>
              </a:spcBef>
              <a:spcAft>
                <a:spcPts val="1600"/>
              </a:spcAft>
              <a:buNone/>
            </a:pPr>
            <a:r>
              <a:rPr lang="en"/>
              <a:t>Issue in developing and developed countries</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159"/>
        <p:cNvGrpSpPr/>
        <p:nvPr/>
      </p:nvGrpSpPr>
      <p:grpSpPr>
        <a:xfrm>
          <a:off x="0" y="0"/>
          <a:ext cx="0" cy="0"/>
          <a:chOff x="0" y="0"/>
          <a:chExt cx="0" cy="0"/>
        </a:xfrm>
      </p:grpSpPr>
      <p:sp>
        <p:nvSpPr>
          <p:cNvPr id="2160" name="Google Shape;2160;p36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How to spot predatory journals?</a:t>
            </a:r>
            <a:endParaRPr/>
          </a:p>
        </p:txBody>
      </p:sp>
      <p:sp>
        <p:nvSpPr>
          <p:cNvPr id="2161" name="Google Shape;2161;p36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a:t>low article-processing fees (less than US$150); </a:t>
            </a:r>
            <a:endParaRPr/>
          </a:p>
          <a:p>
            <a:pPr marL="0" lvl="0" indent="0" algn="l" rtl="0">
              <a:lnSpc>
                <a:spcPct val="100000"/>
              </a:lnSpc>
              <a:spcBef>
                <a:spcPts val="1600"/>
              </a:spcBef>
              <a:spcAft>
                <a:spcPts val="0"/>
              </a:spcAft>
              <a:buNone/>
            </a:pPr>
            <a:r>
              <a:rPr lang="en"/>
              <a:t>spelling and grammar errors on the website; </a:t>
            </a:r>
            <a:endParaRPr/>
          </a:p>
          <a:p>
            <a:pPr marL="0" lvl="0" indent="0" algn="l" rtl="0">
              <a:lnSpc>
                <a:spcPct val="100000"/>
              </a:lnSpc>
              <a:spcBef>
                <a:spcPts val="1600"/>
              </a:spcBef>
              <a:spcAft>
                <a:spcPts val="0"/>
              </a:spcAft>
              <a:buNone/>
            </a:pPr>
            <a:r>
              <a:rPr lang="en"/>
              <a:t>an overly broad scope; </a:t>
            </a:r>
            <a:endParaRPr/>
          </a:p>
          <a:p>
            <a:pPr marL="0" lvl="0" indent="0" algn="l" rtl="0">
              <a:lnSpc>
                <a:spcPct val="100000"/>
              </a:lnSpc>
              <a:spcBef>
                <a:spcPts val="1600"/>
              </a:spcBef>
              <a:spcAft>
                <a:spcPts val="0"/>
              </a:spcAft>
              <a:buNone/>
            </a:pPr>
            <a:r>
              <a:rPr lang="en"/>
              <a:t>language that targets authors rather than readers; </a:t>
            </a:r>
            <a:endParaRPr/>
          </a:p>
          <a:p>
            <a:pPr marL="0" lvl="0" indent="0" algn="l" rtl="0">
              <a:lnSpc>
                <a:spcPct val="100000"/>
              </a:lnSpc>
              <a:spcBef>
                <a:spcPts val="1600"/>
              </a:spcBef>
              <a:spcAft>
                <a:spcPts val="0"/>
              </a:spcAft>
              <a:buNone/>
            </a:pPr>
            <a:r>
              <a:rPr lang="en"/>
              <a:t>promises of rapid publication; </a:t>
            </a:r>
            <a:endParaRPr/>
          </a:p>
          <a:p>
            <a:pPr marL="0" lvl="0" indent="0" algn="l" rtl="0">
              <a:lnSpc>
                <a:spcPct val="100000"/>
              </a:lnSpc>
              <a:spcBef>
                <a:spcPts val="1600"/>
              </a:spcBef>
              <a:spcAft>
                <a:spcPts val="0"/>
              </a:spcAft>
              <a:buNone/>
            </a:pPr>
            <a:r>
              <a:rPr lang="en"/>
              <a:t>lack of information about retraction policies, manuscript handling or digital preservation. </a:t>
            </a:r>
            <a:endParaRPr/>
          </a:p>
          <a:p>
            <a:pPr marL="0" lvl="0" indent="0" algn="l" rtl="0">
              <a:lnSpc>
                <a:spcPct val="100000"/>
              </a:lnSpc>
              <a:spcBef>
                <a:spcPts val="1600"/>
              </a:spcBef>
              <a:spcAft>
                <a:spcPts val="0"/>
              </a:spcAft>
              <a:buClr>
                <a:schemeClr val="dk1"/>
              </a:buClr>
              <a:buSzPts val="1100"/>
              <a:buFont typeface="Arial"/>
              <a:buNone/>
            </a:pPr>
            <a:r>
              <a:rPr lang="en"/>
              <a:t>Manuscript submissions by e-mail and the inclusion of 4 distorted images are also common</a:t>
            </a:r>
            <a:endParaRPr/>
          </a:p>
          <a:p>
            <a:pPr marL="0" lvl="0" indent="0" algn="l" rtl="0">
              <a:lnSpc>
                <a:spcPct val="100000"/>
              </a:lnSpc>
              <a:spcBef>
                <a:spcPts val="1600"/>
              </a:spcBef>
              <a:spcAft>
                <a:spcPts val="1600"/>
              </a:spcAft>
              <a:buNone/>
            </a:pP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165"/>
        <p:cNvGrpSpPr/>
        <p:nvPr/>
      </p:nvGrpSpPr>
      <p:grpSpPr>
        <a:xfrm>
          <a:off x="0" y="0"/>
          <a:ext cx="0" cy="0"/>
          <a:chOff x="0" y="0"/>
          <a:chExt cx="0" cy="0"/>
        </a:xfrm>
      </p:grpSpPr>
      <p:sp>
        <p:nvSpPr>
          <p:cNvPr id="2166" name="Google Shape;2166;p365"/>
          <p:cNvSpPr txBox="1">
            <a:spLocks noGrp="1"/>
          </p:cNvSpPr>
          <p:nvPr>
            <p:ph type="title"/>
          </p:nvPr>
        </p:nvSpPr>
        <p:spPr>
          <a:xfrm>
            <a:off x="311700" y="2150850"/>
            <a:ext cx="8520600" cy="1066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DeMartino - </a:t>
            </a:r>
            <a:endParaRPr/>
          </a:p>
          <a:p>
            <a:pPr marL="0" lvl="0" indent="0" algn="ctr" rtl="0">
              <a:spcBef>
                <a:spcPts val="0"/>
              </a:spcBef>
              <a:spcAft>
                <a:spcPts val="0"/>
              </a:spcAft>
              <a:buNone/>
            </a:pPr>
            <a:r>
              <a:rPr lang="en"/>
              <a:t>Economists need a code of conduct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170"/>
        <p:cNvGrpSpPr/>
        <p:nvPr/>
      </p:nvGrpSpPr>
      <p:grpSpPr>
        <a:xfrm>
          <a:off x="0" y="0"/>
          <a:ext cx="0" cy="0"/>
          <a:chOff x="0" y="0"/>
          <a:chExt cx="0" cy="0"/>
        </a:xfrm>
      </p:grpSpPr>
      <p:sp>
        <p:nvSpPr>
          <p:cNvPr id="2171" name="Google Shape;2171;p36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Argument</a:t>
            </a:r>
            <a:endParaRPr/>
          </a:p>
        </p:txBody>
      </p:sp>
      <p:sp>
        <p:nvSpPr>
          <p:cNvPr id="2172" name="Google Shape;2172;p36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Until recently, AEA had no code of conduct</a:t>
            </a:r>
            <a:endParaRPr/>
          </a:p>
          <a:p>
            <a:pPr marL="0" lvl="0" indent="0" algn="l" rtl="0">
              <a:spcBef>
                <a:spcPts val="1600"/>
              </a:spcBef>
              <a:spcAft>
                <a:spcPts val="0"/>
              </a:spcAft>
              <a:buNone/>
            </a:pPr>
            <a:r>
              <a:rPr lang="en"/>
              <a:t>The econ profession enjoys significant influence over policy and the organization of the economic system, which impacts everyone in society</a:t>
            </a:r>
            <a:endParaRPr/>
          </a:p>
          <a:p>
            <a:pPr marL="0" lvl="0" indent="0" algn="l" rtl="0">
              <a:spcBef>
                <a:spcPts val="1600"/>
              </a:spcBef>
              <a:spcAft>
                <a:spcPts val="0"/>
              </a:spcAft>
              <a:buNone/>
            </a:pPr>
            <a:r>
              <a:rPr lang="en"/>
              <a:t>In general, economists are trying to improve the world</a:t>
            </a:r>
            <a:endParaRPr/>
          </a:p>
          <a:p>
            <a:pPr marL="0" lvl="0" indent="0" algn="l" rtl="0">
              <a:spcBef>
                <a:spcPts val="1600"/>
              </a:spcBef>
              <a:spcAft>
                <a:spcPts val="0"/>
              </a:spcAft>
              <a:buNone/>
            </a:pPr>
            <a:r>
              <a:rPr lang="en"/>
              <a:t>But:</a:t>
            </a:r>
            <a:endParaRPr/>
          </a:p>
          <a:p>
            <a:pPr marL="457200" lvl="0" indent="-342900" algn="l" rtl="0">
              <a:spcBef>
                <a:spcPts val="1600"/>
              </a:spcBef>
              <a:spcAft>
                <a:spcPts val="0"/>
              </a:spcAft>
              <a:buSzPts val="1800"/>
              <a:buChar char="-"/>
            </a:pPr>
            <a:r>
              <a:rPr lang="en"/>
              <a:t>Some interventions harm some even if they improve total well-being</a:t>
            </a:r>
            <a:endParaRPr/>
          </a:p>
          <a:p>
            <a:pPr marL="457200" lvl="0" indent="-342900" algn="l" rtl="0">
              <a:spcBef>
                <a:spcPts val="0"/>
              </a:spcBef>
              <a:spcAft>
                <a:spcPts val="0"/>
              </a:spcAft>
              <a:buSzPts val="1800"/>
              <a:buChar char="-"/>
            </a:pPr>
            <a:r>
              <a:rPr lang="en"/>
              <a:t>Some intervention consequences are unpredictable</a:t>
            </a:r>
            <a:endParaRPr/>
          </a:p>
        </p:txBody>
      </p:sp>
      <p:sp>
        <p:nvSpPr>
          <p:cNvPr id="2173" name="Google Shape;2173;p366"/>
          <p:cNvSpPr txBox="1"/>
          <p:nvPr/>
        </p:nvSpPr>
        <p:spPr>
          <a:xfrm>
            <a:off x="448700" y="4672925"/>
            <a:ext cx="8426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3"/>
              </a:rPr>
              <a:t>https://www.aeaweb.org/about-aea/code-of-conduct</a:t>
            </a:r>
            <a:r>
              <a:rPr lang="en"/>
              <a:t>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177"/>
        <p:cNvGrpSpPr/>
        <p:nvPr/>
      </p:nvGrpSpPr>
      <p:grpSpPr>
        <a:xfrm>
          <a:off x="0" y="0"/>
          <a:ext cx="0" cy="0"/>
          <a:chOff x="0" y="0"/>
          <a:chExt cx="0" cy="0"/>
        </a:xfrm>
      </p:grpSpPr>
      <p:sp>
        <p:nvSpPr>
          <p:cNvPr id="2178" name="Google Shape;2178;p36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9" name="Google Shape;2179;p36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Not only should we have an ethical code, but we should spend more effort studying ethics in economic research</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48871</TotalTime>
  <Words>3599</Words>
  <Application>Microsoft Office PowerPoint</Application>
  <PresentationFormat>On-screen Show (16:9)</PresentationFormat>
  <Paragraphs>330</Paragraphs>
  <Slides>68</Slides>
  <Notes>62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68</vt:i4>
      </vt:variant>
    </vt:vector>
  </HeadingPairs>
  <TitlesOfParts>
    <vt:vector size="70" baseType="lpstr">
      <vt:lpstr>Arial</vt:lpstr>
      <vt:lpstr>Simple Light</vt:lpstr>
      <vt:lpstr>AREC 570 Slides</vt:lpstr>
      <vt:lpstr>Unit 8 Results/Discussion/Conclusion</vt:lpstr>
      <vt:lpstr>Results</vt:lpstr>
      <vt:lpstr>Empirical Results</vt:lpstr>
      <vt:lpstr>Tables</vt:lpstr>
      <vt:lpstr>Table design (Dudenhefer p.54)</vt:lpstr>
      <vt:lpstr>Reporting numbers</vt:lpstr>
      <vt:lpstr>Example</vt:lpstr>
      <vt:lpstr>Theory results</vt:lpstr>
      <vt:lpstr>Discussion</vt:lpstr>
      <vt:lpstr>Conclusion Formula</vt:lpstr>
      <vt:lpstr>Unit 9 Presentation</vt:lpstr>
      <vt:lpstr>Motivation</vt:lpstr>
      <vt:lpstr>Three stages/types of presentation</vt:lpstr>
      <vt:lpstr>Preparation</vt:lpstr>
      <vt:lpstr>Three parts of a talk: Introduction</vt:lpstr>
      <vt:lpstr>Three parts of a talk: Introduction</vt:lpstr>
      <vt:lpstr>Three parts of a talk: Content</vt:lpstr>
      <vt:lpstr>Three parts of a talk: Content</vt:lpstr>
      <vt:lpstr>Three parts of a talk: Conclusion</vt:lpstr>
      <vt:lpstr>Software</vt:lpstr>
      <vt:lpstr>Slides</vt:lpstr>
      <vt:lpstr>Slides</vt:lpstr>
      <vt:lpstr>Time management</vt:lpstr>
      <vt:lpstr>Questions &amp; audience management</vt:lpstr>
      <vt:lpstr>Anything else?</vt:lpstr>
      <vt:lpstr>Unit 9 Ethics in Research</vt:lpstr>
      <vt:lpstr>Ethics in research is a broad topic</vt:lpstr>
      <vt:lpstr>Common themes in ethics statements</vt:lpstr>
      <vt:lpstr>Common themes in ethics statements</vt:lpstr>
      <vt:lpstr>Common themes in ethics statements</vt:lpstr>
      <vt:lpstr>Ethics and the public good</vt:lpstr>
      <vt:lpstr>Ethics and the  Institutional Review Board (IRB)</vt:lpstr>
      <vt:lpstr>What is the Institutional Review Board</vt:lpstr>
      <vt:lpstr>Origins</vt:lpstr>
      <vt:lpstr>Three key principles</vt:lpstr>
      <vt:lpstr>Respect for persons</vt:lpstr>
      <vt:lpstr>Beneficence</vt:lpstr>
      <vt:lpstr>Justice</vt:lpstr>
      <vt:lpstr>Application of the three principles</vt:lpstr>
      <vt:lpstr>Beyond IRB</vt:lpstr>
      <vt:lpstr>Ethics throughout the project lifecycle</vt:lpstr>
      <vt:lpstr>Ethics throughout the project lifecycle</vt:lpstr>
      <vt:lpstr>Typology of research ethics</vt:lpstr>
      <vt:lpstr>Goals</vt:lpstr>
      <vt:lpstr>Johnston - Red Meat Consumption</vt:lpstr>
      <vt:lpstr>Why?</vt:lpstr>
      <vt:lpstr>What is the author’s argument?</vt:lpstr>
      <vt:lpstr>What is their approach?</vt:lpstr>
      <vt:lpstr>How do they address conflict of interest?</vt:lpstr>
      <vt:lpstr>What do the authors say about the certainty of evidence? Why?</vt:lpstr>
      <vt:lpstr>Different recommendations</vt:lpstr>
      <vt:lpstr>Issues</vt:lpstr>
      <vt:lpstr>Retraction Watch - Wansink</vt:lpstr>
      <vt:lpstr>Timeline (wikipedia)</vt:lpstr>
      <vt:lpstr>PowerPoint Presentation</vt:lpstr>
      <vt:lpstr>Retraction Watch – Self Plagiarism</vt:lpstr>
      <vt:lpstr>Horbach and Halffman</vt:lpstr>
      <vt:lpstr>What do we do about unethical behavior and misconduct?</vt:lpstr>
      <vt:lpstr>What do we do about unethical behavior and misconduct?</vt:lpstr>
      <vt:lpstr>What do we do about unethical behavior and misconduct?</vt:lpstr>
      <vt:lpstr>Moher - Predatory Journals</vt:lpstr>
      <vt:lpstr>What are predatory journals?</vt:lpstr>
      <vt:lpstr>Analysis</vt:lpstr>
      <vt:lpstr>How to spot predatory journals?</vt:lpstr>
      <vt:lpstr>DeMartino -  Economists need a code of conduct</vt:lpstr>
      <vt:lpstr>Argument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AREC 570 Slides</dc:title>
  <cp:lastModifiedBy>Amanda Countryman</cp:lastModifiedBy>
  <cp:revision>262</cp:revision>
  <dcterms:modified xsi:type="dcterms:W3CDTF">2026-08-25T01:58:24Z</dcterms:modified>
</cp:coreProperties>
</file>