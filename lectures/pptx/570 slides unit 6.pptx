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92"/>
  </p:notesMasterIdLst>
  <p:sldIdLst>
    <p:sldId id="256" r:id="rId2"/>
    <p:sldId id="467" r:id="rId3"/>
    <p:sldId id="681" r:id="rId4"/>
    <p:sldId id="468" r:id="rId5"/>
    <p:sldId id="469" r:id="rId6"/>
    <p:sldId id="655" r:id="rId7"/>
    <p:sldId id="470" r:id="rId8"/>
    <p:sldId id="471" r:id="rId9"/>
    <p:sldId id="472" r:id="rId10"/>
    <p:sldId id="473" r:id="rId11"/>
    <p:sldId id="474" r:id="rId12"/>
    <p:sldId id="475" r:id="rId13"/>
    <p:sldId id="476" r:id="rId14"/>
    <p:sldId id="477" r:id="rId15"/>
    <p:sldId id="478" r:id="rId16"/>
    <p:sldId id="479" r:id="rId17"/>
    <p:sldId id="480" r:id="rId18"/>
    <p:sldId id="481" r:id="rId19"/>
    <p:sldId id="482" r:id="rId20"/>
    <p:sldId id="483" r:id="rId21"/>
    <p:sldId id="484" r:id="rId22"/>
    <p:sldId id="485" r:id="rId23"/>
    <p:sldId id="486" r:id="rId24"/>
    <p:sldId id="487" r:id="rId25"/>
    <p:sldId id="488" r:id="rId26"/>
    <p:sldId id="656" r:id="rId27"/>
    <p:sldId id="489" r:id="rId28"/>
    <p:sldId id="490" r:id="rId29"/>
    <p:sldId id="491" r:id="rId30"/>
    <p:sldId id="492" r:id="rId31"/>
    <p:sldId id="493" r:id="rId32"/>
    <p:sldId id="494" r:id="rId33"/>
    <p:sldId id="495" r:id="rId34"/>
    <p:sldId id="496" r:id="rId35"/>
    <p:sldId id="497" r:id="rId36"/>
    <p:sldId id="498" r:id="rId37"/>
    <p:sldId id="499" r:id="rId38"/>
    <p:sldId id="500" r:id="rId39"/>
    <p:sldId id="657" r:id="rId40"/>
    <p:sldId id="501" r:id="rId41"/>
    <p:sldId id="502" r:id="rId42"/>
    <p:sldId id="503" r:id="rId43"/>
    <p:sldId id="504" r:id="rId44"/>
    <p:sldId id="505" r:id="rId45"/>
    <p:sldId id="506" r:id="rId46"/>
    <p:sldId id="507" r:id="rId47"/>
    <p:sldId id="508" r:id="rId48"/>
    <p:sldId id="509" r:id="rId49"/>
    <p:sldId id="510" r:id="rId50"/>
    <p:sldId id="658" r:id="rId51"/>
    <p:sldId id="511" r:id="rId52"/>
    <p:sldId id="659" r:id="rId53"/>
    <p:sldId id="660" r:id="rId54"/>
    <p:sldId id="512" r:id="rId55"/>
    <p:sldId id="513" r:id="rId56"/>
    <p:sldId id="514" r:id="rId57"/>
    <p:sldId id="515" r:id="rId58"/>
    <p:sldId id="516" r:id="rId59"/>
    <p:sldId id="661" r:id="rId60"/>
    <p:sldId id="518" r:id="rId61"/>
    <p:sldId id="519" r:id="rId62"/>
    <p:sldId id="520" r:id="rId63"/>
    <p:sldId id="662" r:id="rId64"/>
    <p:sldId id="521" r:id="rId65"/>
    <p:sldId id="522" r:id="rId66"/>
    <p:sldId id="523" r:id="rId67"/>
    <p:sldId id="663" r:id="rId68"/>
    <p:sldId id="524" r:id="rId69"/>
    <p:sldId id="525" r:id="rId70"/>
    <p:sldId id="526" r:id="rId71"/>
    <p:sldId id="527" r:id="rId72"/>
    <p:sldId id="664" r:id="rId73"/>
    <p:sldId id="528" r:id="rId74"/>
    <p:sldId id="529" r:id="rId75"/>
    <p:sldId id="530" r:id="rId76"/>
    <p:sldId id="531" r:id="rId77"/>
    <p:sldId id="532" r:id="rId78"/>
    <p:sldId id="533" r:id="rId79"/>
    <p:sldId id="534" r:id="rId80"/>
    <p:sldId id="535" r:id="rId81"/>
    <p:sldId id="536" r:id="rId82"/>
    <p:sldId id="537" r:id="rId83"/>
    <p:sldId id="538" r:id="rId84"/>
    <p:sldId id="539" r:id="rId85"/>
    <p:sldId id="540" r:id="rId86"/>
    <p:sldId id="541" r:id="rId87"/>
    <p:sldId id="542" r:id="rId88"/>
    <p:sldId id="543" r:id="rId89"/>
    <p:sldId id="544" r:id="rId90"/>
    <p:sldId id="545" r:id="rId9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3914263-E9C5-46C8-9AAA-96102F47AFED}">
  <a:tblStyle styleId="{C3914263-E9C5-46C8-9AAA-96102F47AFED}"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8056"/>
    <p:restoredTop sz="81741"/>
  </p:normalViewPr>
  <p:slideViewPr>
    <p:cSldViewPr snapToGrid="0">
      <p:cViewPr varScale="1">
        <p:scale>
          <a:sx n="132" d="100"/>
          <a:sy n="132" d="100"/>
        </p:scale>
        <p:origin x="582" y="114"/>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898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en Chenarides" userId="adbf3f91-28ff-415d-924b-37ef86f41ea6" providerId="ADAL" clId="{91C6A867-4822-4C05-B79B-B921162A7D31}"/>
    <pc:docChg chg="addSld delSld modSld sldOrd">
      <pc:chgData name="Lauren Chenarides" userId="adbf3f91-28ff-415d-924b-37ef86f41ea6" providerId="ADAL" clId="{91C6A867-4822-4C05-B79B-B921162A7D31}" dt="2026-08-14T18:32:24.462" v="122"/>
      <pc:docMkLst>
        <pc:docMk/>
      </pc:docMkLst>
      <pc:sldChg chg="modSp mod setBg">
        <pc:chgData name="Lauren Chenarides" userId="adbf3f91-28ff-415d-924b-37ef86f41ea6" providerId="ADAL" clId="{91C6A867-4822-4C05-B79B-B921162A7D31}" dt="2026-08-14T18:29:23.641" v="95"/>
        <pc:sldMkLst>
          <pc:docMk/>
          <pc:sldMk cId="0" sldId="467"/>
        </pc:sldMkLst>
        <pc:spChg chg="mod">
          <ac:chgData name="Lauren Chenarides" userId="adbf3f91-28ff-415d-924b-37ef86f41ea6" providerId="ADAL" clId="{91C6A867-4822-4C05-B79B-B921162A7D31}" dt="2026-08-14T18:29:20.063" v="94" actId="20577"/>
          <ac:spMkLst>
            <pc:docMk/>
            <pc:sldMk cId="0" sldId="467"/>
            <ac:spMk id="1307" creationId="{00000000-0000-0000-0000-000000000000}"/>
          </ac:spMkLst>
        </pc:spChg>
      </pc:sldChg>
      <pc:sldChg chg="modSp mod ord setBg">
        <pc:chgData name="Lauren Chenarides" userId="adbf3f91-28ff-415d-924b-37ef86f41ea6" providerId="ADAL" clId="{91C6A867-4822-4C05-B79B-B921162A7D31}" dt="2026-08-14T18:30:18.561" v="113" actId="20577"/>
        <pc:sldMkLst>
          <pc:docMk/>
          <pc:sldMk cId="0" sldId="546"/>
        </pc:sldMkLst>
        <pc:spChg chg="mod">
          <ac:chgData name="Lauren Chenarides" userId="adbf3f91-28ff-415d-924b-37ef86f41ea6" providerId="ADAL" clId="{91C6A867-4822-4C05-B79B-B921162A7D31}" dt="2026-08-14T18:30:18.561" v="113" actId="20577"/>
          <ac:spMkLst>
            <pc:docMk/>
            <pc:sldMk cId="0" sldId="546"/>
            <ac:spMk id="1801" creationId="{00000000-0000-0000-0000-000000000000}"/>
          </ac:spMkLst>
        </pc:spChg>
      </pc:sldChg>
      <pc:sldChg chg="ord">
        <pc:chgData name="Lauren Chenarides" userId="adbf3f91-28ff-415d-924b-37ef86f41ea6" providerId="ADAL" clId="{91C6A867-4822-4C05-B79B-B921162A7D31}" dt="2026-08-14T18:29:54.324" v="97"/>
        <pc:sldMkLst>
          <pc:docMk/>
          <pc:sldMk cId="0" sldId="547"/>
        </pc:sldMkLst>
      </pc:sldChg>
      <pc:sldChg chg="ord">
        <pc:chgData name="Lauren Chenarides" userId="adbf3f91-28ff-415d-924b-37ef86f41ea6" providerId="ADAL" clId="{91C6A867-4822-4C05-B79B-B921162A7D31}" dt="2026-08-14T18:29:54.324" v="97"/>
        <pc:sldMkLst>
          <pc:docMk/>
          <pc:sldMk cId="0" sldId="548"/>
        </pc:sldMkLst>
      </pc:sldChg>
      <pc:sldChg chg="ord">
        <pc:chgData name="Lauren Chenarides" userId="adbf3f91-28ff-415d-924b-37ef86f41ea6" providerId="ADAL" clId="{91C6A867-4822-4C05-B79B-B921162A7D31}" dt="2026-08-14T18:29:54.324" v="97"/>
        <pc:sldMkLst>
          <pc:docMk/>
          <pc:sldMk cId="0" sldId="549"/>
        </pc:sldMkLst>
      </pc:sldChg>
      <pc:sldChg chg="ord">
        <pc:chgData name="Lauren Chenarides" userId="adbf3f91-28ff-415d-924b-37ef86f41ea6" providerId="ADAL" clId="{91C6A867-4822-4C05-B79B-B921162A7D31}" dt="2026-08-14T18:29:54.324" v="97"/>
        <pc:sldMkLst>
          <pc:docMk/>
          <pc:sldMk cId="0" sldId="550"/>
        </pc:sldMkLst>
      </pc:sldChg>
      <pc:sldChg chg="ord">
        <pc:chgData name="Lauren Chenarides" userId="adbf3f91-28ff-415d-924b-37ef86f41ea6" providerId="ADAL" clId="{91C6A867-4822-4C05-B79B-B921162A7D31}" dt="2026-08-14T18:29:54.324" v="97"/>
        <pc:sldMkLst>
          <pc:docMk/>
          <pc:sldMk cId="0" sldId="551"/>
        </pc:sldMkLst>
      </pc:sldChg>
      <pc:sldChg chg="ord">
        <pc:chgData name="Lauren Chenarides" userId="adbf3f91-28ff-415d-924b-37ef86f41ea6" providerId="ADAL" clId="{91C6A867-4822-4C05-B79B-B921162A7D31}" dt="2026-08-14T18:29:54.324" v="97"/>
        <pc:sldMkLst>
          <pc:docMk/>
          <pc:sldMk cId="0" sldId="552"/>
        </pc:sldMkLst>
      </pc:sldChg>
      <pc:sldChg chg="ord">
        <pc:chgData name="Lauren Chenarides" userId="adbf3f91-28ff-415d-924b-37ef86f41ea6" providerId="ADAL" clId="{91C6A867-4822-4C05-B79B-B921162A7D31}" dt="2026-08-14T18:29:54.324" v="97"/>
        <pc:sldMkLst>
          <pc:docMk/>
          <pc:sldMk cId="0" sldId="553"/>
        </pc:sldMkLst>
      </pc:sldChg>
      <pc:sldChg chg="ord">
        <pc:chgData name="Lauren Chenarides" userId="adbf3f91-28ff-415d-924b-37ef86f41ea6" providerId="ADAL" clId="{91C6A867-4822-4C05-B79B-B921162A7D31}" dt="2026-08-14T18:29:54.324" v="97"/>
        <pc:sldMkLst>
          <pc:docMk/>
          <pc:sldMk cId="0" sldId="554"/>
        </pc:sldMkLst>
      </pc:sldChg>
      <pc:sldChg chg="ord">
        <pc:chgData name="Lauren Chenarides" userId="adbf3f91-28ff-415d-924b-37ef86f41ea6" providerId="ADAL" clId="{91C6A867-4822-4C05-B79B-B921162A7D31}" dt="2026-08-14T18:29:54.324" v="97"/>
        <pc:sldMkLst>
          <pc:docMk/>
          <pc:sldMk cId="0" sldId="555"/>
        </pc:sldMkLst>
      </pc:sldChg>
      <pc:sldChg chg="modSp mod setBg">
        <pc:chgData name="Lauren Chenarides" userId="adbf3f91-28ff-415d-924b-37ef86f41ea6" providerId="ADAL" clId="{91C6A867-4822-4C05-B79B-B921162A7D31}" dt="2026-08-14T18:30:05.067" v="105"/>
        <pc:sldMkLst>
          <pc:docMk/>
          <pc:sldMk cId="0" sldId="556"/>
        </pc:sldMkLst>
        <pc:spChg chg="mod">
          <ac:chgData name="Lauren Chenarides" userId="adbf3f91-28ff-415d-924b-37ef86f41ea6" providerId="ADAL" clId="{91C6A867-4822-4C05-B79B-B921162A7D31}" dt="2026-08-14T18:30:02.035" v="104" actId="20577"/>
          <ac:spMkLst>
            <pc:docMk/>
            <pc:sldMk cId="0" sldId="556"/>
            <ac:spMk id="1860" creationId="{00000000-0000-0000-0000-000000000000}"/>
          </ac:spMkLst>
        </pc:spChg>
      </pc:sldChg>
      <pc:sldChg chg="modSp mod setBg">
        <pc:chgData name="Lauren Chenarides" userId="adbf3f91-28ff-415d-924b-37ef86f41ea6" providerId="ADAL" clId="{91C6A867-4822-4C05-B79B-B921162A7D31}" dt="2026-08-14T18:30:39.278" v="121"/>
        <pc:sldMkLst>
          <pc:docMk/>
          <pc:sldMk cId="0" sldId="574"/>
        </pc:sldMkLst>
        <pc:spChg chg="mod">
          <ac:chgData name="Lauren Chenarides" userId="adbf3f91-28ff-415d-924b-37ef86f41ea6" providerId="ADAL" clId="{91C6A867-4822-4C05-B79B-B921162A7D31}" dt="2026-08-14T18:30:35.930" v="120" actId="20577"/>
          <ac:spMkLst>
            <pc:docMk/>
            <pc:sldMk cId="0" sldId="574"/>
            <ac:spMk id="1966" creationId="{00000000-0000-0000-0000-000000000000}"/>
          </ac:spMkLst>
        </pc:spChg>
      </pc:sldChg>
      <pc:sldChg chg="setBg">
        <pc:chgData name="Lauren Chenarides" userId="adbf3f91-28ff-415d-924b-37ef86f41ea6" providerId="ADAL" clId="{91C6A867-4822-4C05-B79B-B921162A7D31}" dt="2026-08-14T18:32:24.462" v="122"/>
        <pc:sldMkLst>
          <pc:docMk/>
          <pc:sldMk cId="0" sldId="587"/>
        </pc:sldMkLst>
      </pc:sldChg>
      <pc:sldChg chg="add">
        <pc:chgData name="Lauren Chenarides" userId="adbf3f91-28ff-415d-924b-37ef86f41ea6" providerId="ADAL" clId="{91C6A867-4822-4C05-B79B-B921162A7D31}" dt="2026-08-14T18:29:12.982" v="68" actId="2890"/>
        <pc:sldMkLst>
          <pc:docMk/>
          <pc:sldMk cId="189957461" sldId="681"/>
        </pc:sldMkLst>
      </pc:sldChg>
    </pc:docChg>
  </pc:docChgLst>
  <pc:docChgLst>
    <pc:chgData name="Amanda Countryman" userId="0be1c61d-c610-49a2-ae7e-a4e60bd07712" providerId="ADAL" clId="{00873937-8841-4394-9081-668AB0E0F950}"/>
    <pc:docChg chg="delSld">
      <pc:chgData name="Amanda Countryman" userId="0be1c61d-c610-49a2-ae7e-a4e60bd07712" providerId="ADAL" clId="{00873937-8841-4394-9081-668AB0E0F950}" dt="2026-08-25T01:55:27.126" v="1" actId="47"/>
      <pc:docMkLst>
        <pc:docMk/>
      </pc:docMkLst>
      <pc:sldChg chg="del">
        <pc:chgData name="Amanda Countryman" userId="0be1c61d-c610-49a2-ae7e-a4e60bd07712" providerId="ADAL" clId="{00873937-8841-4394-9081-668AB0E0F950}" dt="2026-08-25T01:55:11.395" v="0" actId="47"/>
        <pc:sldMkLst>
          <pc:docMk/>
          <pc:sldMk cId="0" sldId="257"/>
        </pc:sldMkLst>
      </pc:sldChg>
      <pc:sldChg chg="del">
        <pc:chgData name="Amanda Countryman" userId="0be1c61d-c610-49a2-ae7e-a4e60bd07712" providerId="ADAL" clId="{00873937-8841-4394-9081-668AB0E0F950}" dt="2026-08-25T01:55:11.395" v="0" actId="47"/>
        <pc:sldMkLst>
          <pc:docMk/>
          <pc:sldMk cId="0" sldId="258"/>
        </pc:sldMkLst>
      </pc:sldChg>
      <pc:sldChg chg="del">
        <pc:chgData name="Amanda Countryman" userId="0be1c61d-c610-49a2-ae7e-a4e60bd07712" providerId="ADAL" clId="{00873937-8841-4394-9081-668AB0E0F950}" dt="2026-08-25T01:55:11.395" v="0" actId="47"/>
        <pc:sldMkLst>
          <pc:docMk/>
          <pc:sldMk cId="0" sldId="259"/>
        </pc:sldMkLst>
      </pc:sldChg>
      <pc:sldChg chg="del">
        <pc:chgData name="Amanda Countryman" userId="0be1c61d-c610-49a2-ae7e-a4e60bd07712" providerId="ADAL" clId="{00873937-8841-4394-9081-668AB0E0F950}" dt="2026-08-25T01:55:11.395" v="0" actId="47"/>
        <pc:sldMkLst>
          <pc:docMk/>
          <pc:sldMk cId="0" sldId="260"/>
        </pc:sldMkLst>
      </pc:sldChg>
      <pc:sldChg chg="del">
        <pc:chgData name="Amanda Countryman" userId="0be1c61d-c610-49a2-ae7e-a4e60bd07712" providerId="ADAL" clId="{00873937-8841-4394-9081-668AB0E0F950}" dt="2026-08-25T01:55:11.395" v="0" actId="47"/>
        <pc:sldMkLst>
          <pc:docMk/>
          <pc:sldMk cId="0" sldId="261"/>
        </pc:sldMkLst>
      </pc:sldChg>
      <pc:sldChg chg="del">
        <pc:chgData name="Amanda Countryman" userId="0be1c61d-c610-49a2-ae7e-a4e60bd07712" providerId="ADAL" clId="{00873937-8841-4394-9081-668AB0E0F950}" dt="2026-08-25T01:55:11.395" v="0" actId="47"/>
        <pc:sldMkLst>
          <pc:docMk/>
          <pc:sldMk cId="0" sldId="262"/>
        </pc:sldMkLst>
      </pc:sldChg>
      <pc:sldChg chg="del">
        <pc:chgData name="Amanda Countryman" userId="0be1c61d-c610-49a2-ae7e-a4e60bd07712" providerId="ADAL" clId="{00873937-8841-4394-9081-668AB0E0F950}" dt="2026-08-25T01:55:11.395" v="0" actId="47"/>
        <pc:sldMkLst>
          <pc:docMk/>
          <pc:sldMk cId="0" sldId="263"/>
        </pc:sldMkLst>
      </pc:sldChg>
      <pc:sldChg chg="del">
        <pc:chgData name="Amanda Countryman" userId="0be1c61d-c610-49a2-ae7e-a4e60bd07712" providerId="ADAL" clId="{00873937-8841-4394-9081-668AB0E0F950}" dt="2026-08-25T01:55:11.395" v="0" actId="47"/>
        <pc:sldMkLst>
          <pc:docMk/>
          <pc:sldMk cId="0" sldId="264"/>
        </pc:sldMkLst>
      </pc:sldChg>
      <pc:sldChg chg="del">
        <pc:chgData name="Amanda Countryman" userId="0be1c61d-c610-49a2-ae7e-a4e60bd07712" providerId="ADAL" clId="{00873937-8841-4394-9081-668AB0E0F950}" dt="2026-08-25T01:55:11.395" v="0" actId="47"/>
        <pc:sldMkLst>
          <pc:docMk/>
          <pc:sldMk cId="0" sldId="265"/>
        </pc:sldMkLst>
      </pc:sldChg>
      <pc:sldChg chg="del">
        <pc:chgData name="Amanda Countryman" userId="0be1c61d-c610-49a2-ae7e-a4e60bd07712" providerId="ADAL" clId="{00873937-8841-4394-9081-668AB0E0F950}" dt="2026-08-25T01:55:11.395" v="0" actId="47"/>
        <pc:sldMkLst>
          <pc:docMk/>
          <pc:sldMk cId="0" sldId="266"/>
        </pc:sldMkLst>
      </pc:sldChg>
      <pc:sldChg chg="del">
        <pc:chgData name="Amanda Countryman" userId="0be1c61d-c610-49a2-ae7e-a4e60bd07712" providerId="ADAL" clId="{00873937-8841-4394-9081-668AB0E0F950}" dt="2026-08-25T01:55:11.395" v="0" actId="47"/>
        <pc:sldMkLst>
          <pc:docMk/>
          <pc:sldMk cId="0" sldId="267"/>
        </pc:sldMkLst>
      </pc:sldChg>
      <pc:sldChg chg="del">
        <pc:chgData name="Amanda Countryman" userId="0be1c61d-c610-49a2-ae7e-a4e60bd07712" providerId="ADAL" clId="{00873937-8841-4394-9081-668AB0E0F950}" dt="2026-08-25T01:55:11.395" v="0" actId="47"/>
        <pc:sldMkLst>
          <pc:docMk/>
          <pc:sldMk cId="0" sldId="268"/>
        </pc:sldMkLst>
      </pc:sldChg>
      <pc:sldChg chg="del">
        <pc:chgData name="Amanda Countryman" userId="0be1c61d-c610-49a2-ae7e-a4e60bd07712" providerId="ADAL" clId="{00873937-8841-4394-9081-668AB0E0F950}" dt="2026-08-25T01:55:11.395" v="0" actId="47"/>
        <pc:sldMkLst>
          <pc:docMk/>
          <pc:sldMk cId="0" sldId="269"/>
        </pc:sldMkLst>
      </pc:sldChg>
      <pc:sldChg chg="del">
        <pc:chgData name="Amanda Countryman" userId="0be1c61d-c610-49a2-ae7e-a4e60bd07712" providerId="ADAL" clId="{00873937-8841-4394-9081-668AB0E0F950}" dt="2026-08-25T01:55:11.395" v="0" actId="47"/>
        <pc:sldMkLst>
          <pc:docMk/>
          <pc:sldMk cId="0" sldId="270"/>
        </pc:sldMkLst>
      </pc:sldChg>
      <pc:sldChg chg="del">
        <pc:chgData name="Amanda Countryman" userId="0be1c61d-c610-49a2-ae7e-a4e60bd07712" providerId="ADAL" clId="{00873937-8841-4394-9081-668AB0E0F950}" dt="2026-08-25T01:55:11.395" v="0" actId="47"/>
        <pc:sldMkLst>
          <pc:docMk/>
          <pc:sldMk cId="0" sldId="271"/>
        </pc:sldMkLst>
      </pc:sldChg>
      <pc:sldChg chg="del">
        <pc:chgData name="Amanda Countryman" userId="0be1c61d-c610-49a2-ae7e-a4e60bd07712" providerId="ADAL" clId="{00873937-8841-4394-9081-668AB0E0F950}" dt="2026-08-25T01:55:11.395" v="0" actId="47"/>
        <pc:sldMkLst>
          <pc:docMk/>
          <pc:sldMk cId="0" sldId="272"/>
        </pc:sldMkLst>
      </pc:sldChg>
      <pc:sldChg chg="del">
        <pc:chgData name="Amanda Countryman" userId="0be1c61d-c610-49a2-ae7e-a4e60bd07712" providerId="ADAL" clId="{00873937-8841-4394-9081-668AB0E0F950}" dt="2026-08-25T01:55:11.395" v="0" actId="47"/>
        <pc:sldMkLst>
          <pc:docMk/>
          <pc:sldMk cId="0" sldId="273"/>
        </pc:sldMkLst>
      </pc:sldChg>
      <pc:sldChg chg="del">
        <pc:chgData name="Amanda Countryman" userId="0be1c61d-c610-49a2-ae7e-a4e60bd07712" providerId="ADAL" clId="{00873937-8841-4394-9081-668AB0E0F950}" dt="2026-08-25T01:55:11.395" v="0" actId="47"/>
        <pc:sldMkLst>
          <pc:docMk/>
          <pc:sldMk cId="0" sldId="274"/>
        </pc:sldMkLst>
      </pc:sldChg>
      <pc:sldChg chg="del">
        <pc:chgData name="Amanda Countryman" userId="0be1c61d-c610-49a2-ae7e-a4e60bd07712" providerId="ADAL" clId="{00873937-8841-4394-9081-668AB0E0F950}" dt="2026-08-25T01:55:11.395" v="0" actId="47"/>
        <pc:sldMkLst>
          <pc:docMk/>
          <pc:sldMk cId="0" sldId="276"/>
        </pc:sldMkLst>
      </pc:sldChg>
      <pc:sldChg chg="del">
        <pc:chgData name="Amanda Countryman" userId="0be1c61d-c610-49a2-ae7e-a4e60bd07712" providerId="ADAL" clId="{00873937-8841-4394-9081-668AB0E0F950}" dt="2026-08-25T01:55:11.395" v="0" actId="47"/>
        <pc:sldMkLst>
          <pc:docMk/>
          <pc:sldMk cId="0" sldId="277"/>
        </pc:sldMkLst>
      </pc:sldChg>
      <pc:sldChg chg="del">
        <pc:chgData name="Amanda Countryman" userId="0be1c61d-c610-49a2-ae7e-a4e60bd07712" providerId="ADAL" clId="{00873937-8841-4394-9081-668AB0E0F950}" dt="2026-08-25T01:55:11.395" v="0" actId="47"/>
        <pc:sldMkLst>
          <pc:docMk/>
          <pc:sldMk cId="0" sldId="278"/>
        </pc:sldMkLst>
      </pc:sldChg>
      <pc:sldChg chg="del">
        <pc:chgData name="Amanda Countryman" userId="0be1c61d-c610-49a2-ae7e-a4e60bd07712" providerId="ADAL" clId="{00873937-8841-4394-9081-668AB0E0F950}" dt="2026-08-25T01:55:11.395" v="0" actId="47"/>
        <pc:sldMkLst>
          <pc:docMk/>
          <pc:sldMk cId="0" sldId="279"/>
        </pc:sldMkLst>
      </pc:sldChg>
      <pc:sldChg chg="del">
        <pc:chgData name="Amanda Countryman" userId="0be1c61d-c610-49a2-ae7e-a4e60bd07712" providerId="ADAL" clId="{00873937-8841-4394-9081-668AB0E0F950}" dt="2026-08-25T01:55:11.395" v="0" actId="47"/>
        <pc:sldMkLst>
          <pc:docMk/>
          <pc:sldMk cId="0" sldId="280"/>
        </pc:sldMkLst>
      </pc:sldChg>
      <pc:sldChg chg="del">
        <pc:chgData name="Amanda Countryman" userId="0be1c61d-c610-49a2-ae7e-a4e60bd07712" providerId="ADAL" clId="{00873937-8841-4394-9081-668AB0E0F950}" dt="2026-08-25T01:55:11.395" v="0" actId="47"/>
        <pc:sldMkLst>
          <pc:docMk/>
          <pc:sldMk cId="0" sldId="282"/>
        </pc:sldMkLst>
      </pc:sldChg>
      <pc:sldChg chg="del">
        <pc:chgData name="Amanda Countryman" userId="0be1c61d-c610-49a2-ae7e-a4e60bd07712" providerId="ADAL" clId="{00873937-8841-4394-9081-668AB0E0F950}" dt="2026-08-25T01:55:11.395" v="0" actId="47"/>
        <pc:sldMkLst>
          <pc:docMk/>
          <pc:sldMk cId="0" sldId="283"/>
        </pc:sldMkLst>
      </pc:sldChg>
      <pc:sldChg chg="del">
        <pc:chgData name="Amanda Countryman" userId="0be1c61d-c610-49a2-ae7e-a4e60bd07712" providerId="ADAL" clId="{00873937-8841-4394-9081-668AB0E0F950}" dt="2026-08-25T01:55:11.395" v="0" actId="47"/>
        <pc:sldMkLst>
          <pc:docMk/>
          <pc:sldMk cId="0" sldId="284"/>
        </pc:sldMkLst>
      </pc:sldChg>
      <pc:sldChg chg="del">
        <pc:chgData name="Amanda Countryman" userId="0be1c61d-c610-49a2-ae7e-a4e60bd07712" providerId="ADAL" clId="{00873937-8841-4394-9081-668AB0E0F950}" dt="2026-08-25T01:55:11.395" v="0" actId="47"/>
        <pc:sldMkLst>
          <pc:docMk/>
          <pc:sldMk cId="0" sldId="285"/>
        </pc:sldMkLst>
      </pc:sldChg>
      <pc:sldChg chg="del">
        <pc:chgData name="Amanda Countryman" userId="0be1c61d-c610-49a2-ae7e-a4e60bd07712" providerId="ADAL" clId="{00873937-8841-4394-9081-668AB0E0F950}" dt="2026-08-25T01:55:11.395" v="0" actId="47"/>
        <pc:sldMkLst>
          <pc:docMk/>
          <pc:sldMk cId="0" sldId="286"/>
        </pc:sldMkLst>
      </pc:sldChg>
      <pc:sldChg chg="del">
        <pc:chgData name="Amanda Countryman" userId="0be1c61d-c610-49a2-ae7e-a4e60bd07712" providerId="ADAL" clId="{00873937-8841-4394-9081-668AB0E0F950}" dt="2026-08-25T01:55:11.395" v="0" actId="47"/>
        <pc:sldMkLst>
          <pc:docMk/>
          <pc:sldMk cId="0" sldId="287"/>
        </pc:sldMkLst>
      </pc:sldChg>
      <pc:sldChg chg="del">
        <pc:chgData name="Amanda Countryman" userId="0be1c61d-c610-49a2-ae7e-a4e60bd07712" providerId="ADAL" clId="{00873937-8841-4394-9081-668AB0E0F950}" dt="2026-08-25T01:55:11.395" v="0" actId="47"/>
        <pc:sldMkLst>
          <pc:docMk/>
          <pc:sldMk cId="0" sldId="288"/>
        </pc:sldMkLst>
      </pc:sldChg>
      <pc:sldChg chg="del">
        <pc:chgData name="Amanda Countryman" userId="0be1c61d-c610-49a2-ae7e-a4e60bd07712" providerId="ADAL" clId="{00873937-8841-4394-9081-668AB0E0F950}" dt="2026-08-25T01:55:11.395" v="0" actId="47"/>
        <pc:sldMkLst>
          <pc:docMk/>
          <pc:sldMk cId="0" sldId="289"/>
        </pc:sldMkLst>
      </pc:sldChg>
      <pc:sldChg chg="del">
        <pc:chgData name="Amanda Countryman" userId="0be1c61d-c610-49a2-ae7e-a4e60bd07712" providerId="ADAL" clId="{00873937-8841-4394-9081-668AB0E0F950}" dt="2026-08-25T01:55:11.395" v="0" actId="47"/>
        <pc:sldMkLst>
          <pc:docMk/>
          <pc:sldMk cId="0" sldId="290"/>
        </pc:sldMkLst>
      </pc:sldChg>
      <pc:sldChg chg="del">
        <pc:chgData name="Amanda Countryman" userId="0be1c61d-c610-49a2-ae7e-a4e60bd07712" providerId="ADAL" clId="{00873937-8841-4394-9081-668AB0E0F950}" dt="2026-08-25T01:55:11.395" v="0" actId="47"/>
        <pc:sldMkLst>
          <pc:docMk/>
          <pc:sldMk cId="0" sldId="291"/>
        </pc:sldMkLst>
      </pc:sldChg>
      <pc:sldChg chg="del">
        <pc:chgData name="Amanda Countryman" userId="0be1c61d-c610-49a2-ae7e-a4e60bd07712" providerId="ADAL" clId="{00873937-8841-4394-9081-668AB0E0F950}" dt="2026-08-25T01:55:11.395" v="0" actId="47"/>
        <pc:sldMkLst>
          <pc:docMk/>
          <pc:sldMk cId="0" sldId="292"/>
        </pc:sldMkLst>
      </pc:sldChg>
      <pc:sldChg chg="del">
        <pc:chgData name="Amanda Countryman" userId="0be1c61d-c610-49a2-ae7e-a4e60bd07712" providerId="ADAL" clId="{00873937-8841-4394-9081-668AB0E0F950}" dt="2026-08-25T01:55:11.395" v="0" actId="47"/>
        <pc:sldMkLst>
          <pc:docMk/>
          <pc:sldMk cId="0" sldId="293"/>
        </pc:sldMkLst>
      </pc:sldChg>
      <pc:sldChg chg="del">
        <pc:chgData name="Amanda Countryman" userId="0be1c61d-c610-49a2-ae7e-a4e60bd07712" providerId="ADAL" clId="{00873937-8841-4394-9081-668AB0E0F950}" dt="2026-08-25T01:55:11.395" v="0" actId="47"/>
        <pc:sldMkLst>
          <pc:docMk/>
          <pc:sldMk cId="0" sldId="294"/>
        </pc:sldMkLst>
      </pc:sldChg>
      <pc:sldChg chg="del">
        <pc:chgData name="Amanda Countryman" userId="0be1c61d-c610-49a2-ae7e-a4e60bd07712" providerId="ADAL" clId="{00873937-8841-4394-9081-668AB0E0F950}" dt="2026-08-25T01:55:11.395" v="0" actId="47"/>
        <pc:sldMkLst>
          <pc:docMk/>
          <pc:sldMk cId="0" sldId="295"/>
        </pc:sldMkLst>
      </pc:sldChg>
      <pc:sldChg chg="del">
        <pc:chgData name="Amanda Countryman" userId="0be1c61d-c610-49a2-ae7e-a4e60bd07712" providerId="ADAL" clId="{00873937-8841-4394-9081-668AB0E0F950}" dt="2026-08-25T01:55:11.395" v="0" actId="47"/>
        <pc:sldMkLst>
          <pc:docMk/>
          <pc:sldMk cId="0" sldId="296"/>
        </pc:sldMkLst>
      </pc:sldChg>
      <pc:sldChg chg="del">
        <pc:chgData name="Amanda Countryman" userId="0be1c61d-c610-49a2-ae7e-a4e60bd07712" providerId="ADAL" clId="{00873937-8841-4394-9081-668AB0E0F950}" dt="2026-08-25T01:55:11.395" v="0" actId="47"/>
        <pc:sldMkLst>
          <pc:docMk/>
          <pc:sldMk cId="0" sldId="297"/>
        </pc:sldMkLst>
      </pc:sldChg>
      <pc:sldChg chg="del">
        <pc:chgData name="Amanda Countryman" userId="0be1c61d-c610-49a2-ae7e-a4e60bd07712" providerId="ADAL" clId="{00873937-8841-4394-9081-668AB0E0F950}" dt="2026-08-25T01:55:11.395" v="0" actId="47"/>
        <pc:sldMkLst>
          <pc:docMk/>
          <pc:sldMk cId="0" sldId="298"/>
        </pc:sldMkLst>
      </pc:sldChg>
      <pc:sldChg chg="del">
        <pc:chgData name="Amanda Countryman" userId="0be1c61d-c610-49a2-ae7e-a4e60bd07712" providerId="ADAL" clId="{00873937-8841-4394-9081-668AB0E0F950}" dt="2026-08-25T01:55:11.395" v="0" actId="47"/>
        <pc:sldMkLst>
          <pc:docMk/>
          <pc:sldMk cId="0" sldId="299"/>
        </pc:sldMkLst>
      </pc:sldChg>
      <pc:sldChg chg="del">
        <pc:chgData name="Amanda Countryman" userId="0be1c61d-c610-49a2-ae7e-a4e60bd07712" providerId="ADAL" clId="{00873937-8841-4394-9081-668AB0E0F950}" dt="2026-08-25T01:55:11.395" v="0" actId="47"/>
        <pc:sldMkLst>
          <pc:docMk/>
          <pc:sldMk cId="0" sldId="300"/>
        </pc:sldMkLst>
      </pc:sldChg>
      <pc:sldChg chg="del">
        <pc:chgData name="Amanda Countryman" userId="0be1c61d-c610-49a2-ae7e-a4e60bd07712" providerId="ADAL" clId="{00873937-8841-4394-9081-668AB0E0F950}" dt="2026-08-25T01:55:11.395" v="0" actId="47"/>
        <pc:sldMkLst>
          <pc:docMk/>
          <pc:sldMk cId="0" sldId="301"/>
        </pc:sldMkLst>
      </pc:sldChg>
      <pc:sldChg chg="del">
        <pc:chgData name="Amanda Countryman" userId="0be1c61d-c610-49a2-ae7e-a4e60bd07712" providerId="ADAL" clId="{00873937-8841-4394-9081-668AB0E0F950}" dt="2026-08-25T01:55:11.395" v="0" actId="47"/>
        <pc:sldMkLst>
          <pc:docMk/>
          <pc:sldMk cId="0" sldId="302"/>
        </pc:sldMkLst>
      </pc:sldChg>
      <pc:sldChg chg="del">
        <pc:chgData name="Amanda Countryman" userId="0be1c61d-c610-49a2-ae7e-a4e60bd07712" providerId="ADAL" clId="{00873937-8841-4394-9081-668AB0E0F950}" dt="2026-08-25T01:55:11.395" v="0" actId="47"/>
        <pc:sldMkLst>
          <pc:docMk/>
          <pc:sldMk cId="0" sldId="303"/>
        </pc:sldMkLst>
      </pc:sldChg>
      <pc:sldChg chg="del">
        <pc:chgData name="Amanda Countryman" userId="0be1c61d-c610-49a2-ae7e-a4e60bd07712" providerId="ADAL" clId="{00873937-8841-4394-9081-668AB0E0F950}" dt="2026-08-25T01:55:11.395" v="0" actId="47"/>
        <pc:sldMkLst>
          <pc:docMk/>
          <pc:sldMk cId="0" sldId="304"/>
        </pc:sldMkLst>
      </pc:sldChg>
      <pc:sldChg chg="del">
        <pc:chgData name="Amanda Countryman" userId="0be1c61d-c610-49a2-ae7e-a4e60bd07712" providerId="ADAL" clId="{00873937-8841-4394-9081-668AB0E0F950}" dt="2026-08-25T01:55:11.395" v="0" actId="47"/>
        <pc:sldMkLst>
          <pc:docMk/>
          <pc:sldMk cId="0" sldId="305"/>
        </pc:sldMkLst>
      </pc:sldChg>
      <pc:sldChg chg="del">
        <pc:chgData name="Amanda Countryman" userId="0be1c61d-c610-49a2-ae7e-a4e60bd07712" providerId="ADAL" clId="{00873937-8841-4394-9081-668AB0E0F950}" dt="2026-08-25T01:55:11.395" v="0" actId="47"/>
        <pc:sldMkLst>
          <pc:docMk/>
          <pc:sldMk cId="0" sldId="309"/>
        </pc:sldMkLst>
      </pc:sldChg>
      <pc:sldChg chg="del">
        <pc:chgData name="Amanda Countryman" userId="0be1c61d-c610-49a2-ae7e-a4e60bd07712" providerId="ADAL" clId="{00873937-8841-4394-9081-668AB0E0F950}" dt="2026-08-25T01:55:11.395" v="0" actId="47"/>
        <pc:sldMkLst>
          <pc:docMk/>
          <pc:sldMk cId="0" sldId="310"/>
        </pc:sldMkLst>
      </pc:sldChg>
      <pc:sldChg chg="del">
        <pc:chgData name="Amanda Countryman" userId="0be1c61d-c610-49a2-ae7e-a4e60bd07712" providerId="ADAL" clId="{00873937-8841-4394-9081-668AB0E0F950}" dt="2026-08-25T01:55:11.395" v="0" actId="47"/>
        <pc:sldMkLst>
          <pc:docMk/>
          <pc:sldMk cId="0" sldId="313"/>
        </pc:sldMkLst>
      </pc:sldChg>
      <pc:sldChg chg="del">
        <pc:chgData name="Amanda Countryman" userId="0be1c61d-c610-49a2-ae7e-a4e60bd07712" providerId="ADAL" clId="{00873937-8841-4394-9081-668AB0E0F950}" dt="2026-08-25T01:55:11.395" v="0" actId="47"/>
        <pc:sldMkLst>
          <pc:docMk/>
          <pc:sldMk cId="0" sldId="314"/>
        </pc:sldMkLst>
      </pc:sldChg>
      <pc:sldChg chg="del">
        <pc:chgData name="Amanda Countryman" userId="0be1c61d-c610-49a2-ae7e-a4e60bd07712" providerId="ADAL" clId="{00873937-8841-4394-9081-668AB0E0F950}" dt="2026-08-25T01:55:11.395" v="0" actId="47"/>
        <pc:sldMkLst>
          <pc:docMk/>
          <pc:sldMk cId="0" sldId="315"/>
        </pc:sldMkLst>
      </pc:sldChg>
      <pc:sldChg chg="del">
        <pc:chgData name="Amanda Countryman" userId="0be1c61d-c610-49a2-ae7e-a4e60bd07712" providerId="ADAL" clId="{00873937-8841-4394-9081-668AB0E0F950}" dt="2026-08-25T01:55:11.395" v="0" actId="47"/>
        <pc:sldMkLst>
          <pc:docMk/>
          <pc:sldMk cId="0" sldId="316"/>
        </pc:sldMkLst>
      </pc:sldChg>
      <pc:sldChg chg="del">
        <pc:chgData name="Amanda Countryman" userId="0be1c61d-c610-49a2-ae7e-a4e60bd07712" providerId="ADAL" clId="{00873937-8841-4394-9081-668AB0E0F950}" dt="2026-08-25T01:55:11.395" v="0" actId="47"/>
        <pc:sldMkLst>
          <pc:docMk/>
          <pc:sldMk cId="0" sldId="317"/>
        </pc:sldMkLst>
      </pc:sldChg>
      <pc:sldChg chg="del">
        <pc:chgData name="Amanda Countryman" userId="0be1c61d-c610-49a2-ae7e-a4e60bd07712" providerId="ADAL" clId="{00873937-8841-4394-9081-668AB0E0F950}" dt="2026-08-25T01:55:11.395" v="0" actId="47"/>
        <pc:sldMkLst>
          <pc:docMk/>
          <pc:sldMk cId="0" sldId="331"/>
        </pc:sldMkLst>
      </pc:sldChg>
      <pc:sldChg chg="del">
        <pc:chgData name="Amanda Countryman" userId="0be1c61d-c610-49a2-ae7e-a4e60bd07712" providerId="ADAL" clId="{00873937-8841-4394-9081-668AB0E0F950}" dt="2026-08-25T01:55:11.395" v="0" actId="47"/>
        <pc:sldMkLst>
          <pc:docMk/>
          <pc:sldMk cId="0" sldId="332"/>
        </pc:sldMkLst>
      </pc:sldChg>
      <pc:sldChg chg="del">
        <pc:chgData name="Amanda Countryman" userId="0be1c61d-c610-49a2-ae7e-a4e60bd07712" providerId="ADAL" clId="{00873937-8841-4394-9081-668AB0E0F950}" dt="2026-08-25T01:55:11.395" v="0" actId="47"/>
        <pc:sldMkLst>
          <pc:docMk/>
          <pc:sldMk cId="0" sldId="333"/>
        </pc:sldMkLst>
      </pc:sldChg>
      <pc:sldChg chg="del">
        <pc:chgData name="Amanda Countryman" userId="0be1c61d-c610-49a2-ae7e-a4e60bd07712" providerId="ADAL" clId="{00873937-8841-4394-9081-668AB0E0F950}" dt="2026-08-25T01:55:11.395" v="0" actId="47"/>
        <pc:sldMkLst>
          <pc:docMk/>
          <pc:sldMk cId="0" sldId="334"/>
        </pc:sldMkLst>
      </pc:sldChg>
      <pc:sldChg chg="del">
        <pc:chgData name="Amanda Countryman" userId="0be1c61d-c610-49a2-ae7e-a4e60bd07712" providerId="ADAL" clId="{00873937-8841-4394-9081-668AB0E0F950}" dt="2026-08-25T01:55:11.395" v="0" actId="47"/>
        <pc:sldMkLst>
          <pc:docMk/>
          <pc:sldMk cId="0" sldId="335"/>
        </pc:sldMkLst>
      </pc:sldChg>
      <pc:sldChg chg="del">
        <pc:chgData name="Amanda Countryman" userId="0be1c61d-c610-49a2-ae7e-a4e60bd07712" providerId="ADAL" clId="{00873937-8841-4394-9081-668AB0E0F950}" dt="2026-08-25T01:55:11.395" v="0" actId="47"/>
        <pc:sldMkLst>
          <pc:docMk/>
          <pc:sldMk cId="0" sldId="336"/>
        </pc:sldMkLst>
      </pc:sldChg>
      <pc:sldChg chg="del">
        <pc:chgData name="Amanda Countryman" userId="0be1c61d-c610-49a2-ae7e-a4e60bd07712" providerId="ADAL" clId="{00873937-8841-4394-9081-668AB0E0F950}" dt="2026-08-25T01:55:11.395" v="0" actId="47"/>
        <pc:sldMkLst>
          <pc:docMk/>
          <pc:sldMk cId="0" sldId="337"/>
        </pc:sldMkLst>
      </pc:sldChg>
      <pc:sldChg chg="del">
        <pc:chgData name="Amanda Countryman" userId="0be1c61d-c610-49a2-ae7e-a4e60bd07712" providerId="ADAL" clId="{00873937-8841-4394-9081-668AB0E0F950}" dt="2026-08-25T01:55:11.395" v="0" actId="47"/>
        <pc:sldMkLst>
          <pc:docMk/>
          <pc:sldMk cId="0" sldId="338"/>
        </pc:sldMkLst>
      </pc:sldChg>
      <pc:sldChg chg="del">
        <pc:chgData name="Amanda Countryman" userId="0be1c61d-c610-49a2-ae7e-a4e60bd07712" providerId="ADAL" clId="{00873937-8841-4394-9081-668AB0E0F950}" dt="2026-08-25T01:55:11.395" v="0" actId="47"/>
        <pc:sldMkLst>
          <pc:docMk/>
          <pc:sldMk cId="0" sldId="339"/>
        </pc:sldMkLst>
      </pc:sldChg>
      <pc:sldChg chg="del">
        <pc:chgData name="Amanda Countryman" userId="0be1c61d-c610-49a2-ae7e-a4e60bd07712" providerId="ADAL" clId="{00873937-8841-4394-9081-668AB0E0F950}" dt="2026-08-25T01:55:11.395" v="0" actId="47"/>
        <pc:sldMkLst>
          <pc:docMk/>
          <pc:sldMk cId="0" sldId="340"/>
        </pc:sldMkLst>
      </pc:sldChg>
      <pc:sldChg chg="del">
        <pc:chgData name="Amanda Countryman" userId="0be1c61d-c610-49a2-ae7e-a4e60bd07712" providerId="ADAL" clId="{00873937-8841-4394-9081-668AB0E0F950}" dt="2026-08-25T01:55:11.395" v="0" actId="47"/>
        <pc:sldMkLst>
          <pc:docMk/>
          <pc:sldMk cId="0" sldId="341"/>
        </pc:sldMkLst>
      </pc:sldChg>
      <pc:sldChg chg="del">
        <pc:chgData name="Amanda Countryman" userId="0be1c61d-c610-49a2-ae7e-a4e60bd07712" providerId="ADAL" clId="{00873937-8841-4394-9081-668AB0E0F950}" dt="2026-08-25T01:55:11.395" v="0" actId="47"/>
        <pc:sldMkLst>
          <pc:docMk/>
          <pc:sldMk cId="0" sldId="342"/>
        </pc:sldMkLst>
      </pc:sldChg>
      <pc:sldChg chg="del">
        <pc:chgData name="Amanda Countryman" userId="0be1c61d-c610-49a2-ae7e-a4e60bd07712" providerId="ADAL" clId="{00873937-8841-4394-9081-668AB0E0F950}" dt="2026-08-25T01:55:11.395" v="0" actId="47"/>
        <pc:sldMkLst>
          <pc:docMk/>
          <pc:sldMk cId="0" sldId="343"/>
        </pc:sldMkLst>
      </pc:sldChg>
      <pc:sldChg chg="del">
        <pc:chgData name="Amanda Countryman" userId="0be1c61d-c610-49a2-ae7e-a4e60bd07712" providerId="ADAL" clId="{00873937-8841-4394-9081-668AB0E0F950}" dt="2026-08-25T01:55:11.395" v="0" actId="47"/>
        <pc:sldMkLst>
          <pc:docMk/>
          <pc:sldMk cId="0" sldId="344"/>
        </pc:sldMkLst>
      </pc:sldChg>
      <pc:sldChg chg="del">
        <pc:chgData name="Amanda Countryman" userId="0be1c61d-c610-49a2-ae7e-a4e60bd07712" providerId="ADAL" clId="{00873937-8841-4394-9081-668AB0E0F950}" dt="2026-08-25T01:55:11.395" v="0" actId="47"/>
        <pc:sldMkLst>
          <pc:docMk/>
          <pc:sldMk cId="0" sldId="345"/>
        </pc:sldMkLst>
      </pc:sldChg>
      <pc:sldChg chg="del">
        <pc:chgData name="Amanda Countryman" userId="0be1c61d-c610-49a2-ae7e-a4e60bd07712" providerId="ADAL" clId="{00873937-8841-4394-9081-668AB0E0F950}" dt="2026-08-25T01:55:11.395" v="0" actId="47"/>
        <pc:sldMkLst>
          <pc:docMk/>
          <pc:sldMk cId="0" sldId="346"/>
        </pc:sldMkLst>
      </pc:sldChg>
      <pc:sldChg chg="del">
        <pc:chgData name="Amanda Countryman" userId="0be1c61d-c610-49a2-ae7e-a4e60bd07712" providerId="ADAL" clId="{00873937-8841-4394-9081-668AB0E0F950}" dt="2026-08-25T01:55:11.395" v="0" actId="47"/>
        <pc:sldMkLst>
          <pc:docMk/>
          <pc:sldMk cId="0" sldId="347"/>
        </pc:sldMkLst>
      </pc:sldChg>
      <pc:sldChg chg="del">
        <pc:chgData name="Amanda Countryman" userId="0be1c61d-c610-49a2-ae7e-a4e60bd07712" providerId="ADAL" clId="{00873937-8841-4394-9081-668AB0E0F950}" dt="2026-08-25T01:55:11.395" v="0" actId="47"/>
        <pc:sldMkLst>
          <pc:docMk/>
          <pc:sldMk cId="0" sldId="348"/>
        </pc:sldMkLst>
      </pc:sldChg>
      <pc:sldChg chg="del">
        <pc:chgData name="Amanda Countryman" userId="0be1c61d-c610-49a2-ae7e-a4e60bd07712" providerId="ADAL" clId="{00873937-8841-4394-9081-668AB0E0F950}" dt="2026-08-25T01:55:11.395" v="0" actId="47"/>
        <pc:sldMkLst>
          <pc:docMk/>
          <pc:sldMk cId="0" sldId="349"/>
        </pc:sldMkLst>
      </pc:sldChg>
      <pc:sldChg chg="del">
        <pc:chgData name="Amanda Countryman" userId="0be1c61d-c610-49a2-ae7e-a4e60bd07712" providerId="ADAL" clId="{00873937-8841-4394-9081-668AB0E0F950}" dt="2026-08-25T01:55:11.395" v="0" actId="47"/>
        <pc:sldMkLst>
          <pc:docMk/>
          <pc:sldMk cId="0" sldId="350"/>
        </pc:sldMkLst>
      </pc:sldChg>
      <pc:sldChg chg="del">
        <pc:chgData name="Amanda Countryman" userId="0be1c61d-c610-49a2-ae7e-a4e60bd07712" providerId="ADAL" clId="{00873937-8841-4394-9081-668AB0E0F950}" dt="2026-08-25T01:55:11.395" v="0" actId="47"/>
        <pc:sldMkLst>
          <pc:docMk/>
          <pc:sldMk cId="0" sldId="351"/>
        </pc:sldMkLst>
      </pc:sldChg>
      <pc:sldChg chg="del">
        <pc:chgData name="Amanda Countryman" userId="0be1c61d-c610-49a2-ae7e-a4e60bd07712" providerId="ADAL" clId="{00873937-8841-4394-9081-668AB0E0F950}" dt="2026-08-25T01:55:11.395" v="0" actId="47"/>
        <pc:sldMkLst>
          <pc:docMk/>
          <pc:sldMk cId="0" sldId="352"/>
        </pc:sldMkLst>
      </pc:sldChg>
      <pc:sldChg chg="del">
        <pc:chgData name="Amanda Countryman" userId="0be1c61d-c610-49a2-ae7e-a4e60bd07712" providerId="ADAL" clId="{00873937-8841-4394-9081-668AB0E0F950}" dt="2026-08-25T01:55:11.395" v="0" actId="47"/>
        <pc:sldMkLst>
          <pc:docMk/>
          <pc:sldMk cId="0" sldId="353"/>
        </pc:sldMkLst>
      </pc:sldChg>
      <pc:sldChg chg="del">
        <pc:chgData name="Amanda Countryman" userId="0be1c61d-c610-49a2-ae7e-a4e60bd07712" providerId="ADAL" clId="{00873937-8841-4394-9081-668AB0E0F950}" dt="2026-08-25T01:55:11.395" v="0" actId="47"/>
        <pc:sldMkLst>
          <pc:docMk/>
          <pc:sldMk cId="0" sldId="354"/>
        </pc:sldMkLst>
      </pc:sldChg>
      <pc:sldChg chg="del">
        <pc:chgData name="Amanda Countryman" userId="0be1c61d-c610-49a2-ae7e-a4e60bd07712" providerId="ADAL" clId="{00873937-8841-4394-9081-668AB0E0F950}" dt="2026-08-25T01:55:11.395" v="0" actId="47"/>
        <pc:sldMkLst>
          <pc:docMk/>
          <pc:sldMk cId="0" sldId="355"/>
        </pc:sldMkLst>
      </pc:sldChg>
      <pc:sldChg chg="del">
        <pc:chgData name="Amanda Countryman" userId="0be1c61d-c610-49a2-ae7e-a4e60bd07712" providerId="ADAL" clId="{00873937-8841-4394-9081-668AB0E0F950}" dt="2026-08-25T01:55:11.395" v="0" actId="47"/>
        <pc:sldMkLst>
          <pc:docMk/>
          <pc:sldMk cId="0" sldId="356"/>
        </pc:sldMkLst>
      </pc:sldChg>
      <pc:sldChg chg="del">
        <pc:chgData name="Amanda Countryman" userId="0be1c61d-c610-49a2-ae7e-a4e60bd07712" providerId="ADAL" clId="{00873937-8841-4394-9081-668AB0E0F950}" dt="2026-08-25T01:55:11.395" v="0" actId="47"/>
        <pc:sldMkLst>
          <pc:docMk/>
          <pc:sldMk cId="0" sldId="357"/>
        </pc:sldMkLst>
      </pc:sldChg>
      <pc:sldChg chg="del">
        <pc:chgData name="Amanda Countryman" userId="0be1c61d-c610-49a2-ae7e-a4e60bd07712" providerId="ADAL" clId="{00873937-8841-4394-9081-668AB0E0F950}" dt="2026-08-25T01:55:11.395" v="0" actId="47"/>
        <pc:sldMkLst>
          <pc:docMk/>
          <pc:sldMk cId="0" sldId="358"/>
        </pc:sldMkLst>
      </pc:sldChg>
      <pc:sldChg chg="del">
        <pc:chgData name="Amanda Countryman" userId="0be1c61d-c610-49a2-ae7e-a4e60bd07712" providerId="ADAL" clId="{00873937-8841-4394-9081-668AB0E0F950}" dt="2026-08-25T01:55:11.395" v="0" actId="47"/>
        <pc:sldMkLst>
          <pc:docMk/>
          <pc:sldMk cId="0" sldId="359"/>
        </pc:sldMkLst>
      </pc:sldChg>
      <pc:sldChg chg="del">
        <pc:chgData name="Amanda Countryman" userId="0be1c61d-c610-49a2-ae7e-a4e60bd07712" providerId="ADAL" clId="{00873937-8841-4394-9081-668AB0E0F950}" dt="2026-08-25T01:55:11.395" v="0" actId="47"/>
        <pc:sldMkLst>
          <pc:docMk/>
          <pc:sldMk cId="0" sldId="360"/>
        </pc:sldMkLst>
      </pc:sldChg>
      <pc:sldChg chg="del">
        <pc:chgData name="Amanda Countryman" userId="0be1c61d-c610-49a2-ae7e-a4e60bd07712" providerId="ADAL" clId="{00873937-8841-4394-9081-668AB0E0F950}" dt="2026-08-25T01:55:11.395" v="0" actId="47"/>
        <pc:sldMkLst>
          <pc:docMk/>
          <pc:sldMk cId="0" sldId="361"/>
        </pc:sldMkLst>
      </pc:sldChg>
      <pc:sldChg chg="del">
        <pc:chgData name="Amanda Countryman" userId="0be1c61d-c610-49a2-ae7e-a4e60bd07712" providerId="ADAL" clId="{00873937-8841-4394-9081-668AB0E0F950}" dt="2026-08-25T01:55:11.395" v="0" actId="47"/>
        <pc:sldMkLst>
          <pc:docMk/>
          <pc:sldMk cId="0" sldId="362"/>
        </pc:sldMkLst>
      </pc:sldChg>
      <pc:sldChg chg="del">
        <pc:chgData name="Amanda Countryman" userId="0be1c61d-c610-49a2-ae7e-a4e60bd07712" providerId="ADAL" clId="{00873937-8841-4394-9081-668AB0E0F950}" dt="2026-08-25T01:55:11.395" v="0" actId="47"/>
        <pc:sldMkLst>
          <pc:docMk/>
          <pc:sldMk cId="0" sldId="363"/>
        </pc:sldMkLst>
      </pc:sldChg>
      <pc:sldChg chg="del">
        <pc:chgData name="Amanda Countryman" userId="0be1c61d-c610-49a2-ae7e-a4e60bd07712" providerId="ADAL" clId="{00873937-8841-4394-9081-668AB0E0F950}" dt="2026-08-25T01:55:11.395" v="0" actId="47"/>
        <pc:sldMkLst>
          <pc:docMk/>
          <pc:sldMk cId="0" sldId="364"/>
        </pc:sldMkLst>
      </pc:sldChg>
      <pc:sldChg chg="del">
        <pc:chgData name="Amanda Countryman" userId="0be1c61d-c610-49a2-ae7e-a4e60bd07712" providerId="ADAL" clId="{00873937-8841-4394-9081-668AB0E0F950}" dt="2026-08-25T01:55:11.395" v="0" actId="47"/>
        <pc:sldMkLst>
          <pc:docMk/>
          <pc:sldMk cId="0" sldId="365"/>
        </pc:sldMkLst>
      </pc:sldChg>
      <pc:sldChg chg="del">
        <pc:chgData name="Amanda Countryman" userId="0be1c61d-c610-49a2-ae7e-a4e60bd07712" providerId="ADAL" clId="{00873937-8841-4394-9081-668AB0E0F950}" dt="2026-08-25T01:55:11.395" v="0" actId="47"/>
        <pc:sldMkLst>
          <pc:docMk/>
          <pc:sldMk cId="0" sldId="366"/>
        </pc:sldMkLst>
      </pc:sldChg>
      <pc:sldChg chg="del">
        <pc:chgData name="Amanda Countryman" userId="0be1c61d-c610-49a2-ae7e-a4e60bd07712" providerId="ADAL" clId="{00873937-8841-4394-9081-668AB0E0F950}" dt="2026-08-25T01:55:11.395" v="0" actId="47"/>
        <pc:sldMkLst>
          <pc:docMk/>
          <pc:sldMk cId="0" sldId="367"/>
        </pc:sldMkLst>
      </pc:sldChg>
      <pc:sldChg chg="del">
        <pc:chgData name="Amanda Countryman" userId="0be1c61d-c610-49a2-ae7e-a4e60bd07712" providerId="ADAL" clId="{00873937-8841-4394-9081-668AB0E0F950}" dt="2026-08-25T01:55:11.395" v="0" actId="47"/>
        <pc:sldMkLst>
          <pc:docMk/>
          <pc:sldMk cId="0" sldId="368"/>
        </pc:sldMkLst>
      </pc:sldChg>
      <pc:sldChg chg="del">
        <pc:chgData name="Amanda Countryman" userId="0be1c61d-c610-49a2-ae7e-a4e60bd07712" providerId="ADAL" clId="{00873937-8841-4394-9081-668AB0E0F950}" dt="2026-08-25T01:55:11.395" v="0" actId="47"/>
        <pc:sldMkLst>
          <pc:docMk/>
          <pc:sldMk cId="0" sldId="369"/>
        </pc:sldMkLst>
      </pc:sldChg>
      <pc:sldChg chg="del">
        <pc:chgData name="Amanda Countryman" userId="0be1c61d-c610-49a2-ae7e-a4e60bd07712" providerId="ADAL" clId="{00873937-8841-4394-9081-668AB0E0F950}" dt="2026-08-25T01:55:11.395" v="0" actId="47"/>
        <pc:sldMkLst>
          <pc:docMk/>
          <pc:sldMk cId="0" sldId="370"/>
        </pc:sldMkLst>
      </pc:sldChg>
      <pc:sldChg chg="del">
        <pc:chgData name="Amanda Countryman" userId="0be1c61d-c610-49a2-ae7e-a4e60bd07712" providerId="ADAL" clId="{00873937-8841-4394-9081-668AB0E0F950}" dt="2026-08-25T01:55:11.395" v="0" actId="47"/>
        <pc:sldMkLst>
          <pc:docMk/>
          <pc:sldMk cId="0" sldId="371"/>
        </pc:sldMkLst>
      </pc:sldChg>
      <pc:sldChg chg="del">
        <pc:chgData name="Amanda Countryman" userId="0be1c61d-c610-49a2-ae7e-a4e60bd07712" providerId="ADAL" clId="{00873937-8841-4394-9081-668AB0E0F950}" dt="2026-08-25T01:55:11.395" v="0" actId="47"/>
        <pc:sldMkLst>
          <pc:docMk/>
          <pc:sldMk cId="0" sldId="372"/>
        </pc:sldMkLst>
      </pc:sldChg>
      <pc:sldChg chg="del">
        <pc:chgData name="Amanda Countryman" userId="0be1c61d-c610-49a2-ae7e-a4e60bd07712" providerId="ADAL" clId="{00873937-8841-4394-9081-668AB0E0F950}" dt="2026-08-25T01:55:11.395" v="0" actId="47"/>
        <pc:sldMkLst>
          <pc:docMk/>
          <pc:sldMk cId="0" sldId="373"/>
        </pc:sldMkLst>
      </pc:sldChg>
      <pc:sldChg chg="del">
        <pc:chgData name="Amanda Countryman" userId="0be1c61d-c610-49a2-ae7e-a4e60bd07712" providerId="ADAL" clId="{00873937-8841-4394-9081-668AB0E0F950}" dt="2026-08-25T01:55:11.395" v="0" actId="47"/>
        <pc:sldMkLst>
          <pc:docMk/>
          <pc:sldMk cId="0" sldId="374"/>
        </pc:sldMkLst>
      </pc:sldChg>
      <pc:sldChg chg="del">
        <pc:chgData name="Amanda Countryman" userId="0be1c61d-c610-49a2-ae7e-a4e60bd07712" providerId="ADAL" clId="{00873937-8841-4394-9081-668AB0E0F950}" dt="2026-08-25T01:55:11.395" v="0" actId="47"/>
        <pc:sldMkLst>
          <pc:docMk/>
          <pc:sldMk cId="0" sldId="375"/>
        </pc:sldMkLst>
      </pc:sldChg>
      <pc:sldChg chg="del">
        <pc:chgData name="Amanda Countryman" userId="0be1c61d-c610-49a2-ae7e-a4e60bd07712" providerId="ADAL" clId="{00873937-8841-4394-9081-668AB0E0F950}" dt="2026-08-25T01:55:11.395" v="0" actId="47"/>
        <pc:sldMkLst>
          <pc:docMk/>
          <pc:sldMk cId="0" sldId="376"/>
        </pc:sldMkLst>
      </pc:sldChg>
      <pc:sldChg chg="del">
        <pc:chgData name="Amanda Countryman" userId="0be1c61d-c610-49a2-ae7e-a4e60bd07712" providerId="ADAL" clId="{00873937-8841-4394-9081-668AB0E0F950}" dt="2026-08-25T01:55:11.395" v="0" actId="47"/>
        <pc:sldMkLst>
          <pc:docMk/>
          <pc:sldMk cId="0" sldId="377"/>
        </pc:sldMkLst>
      </pc:sldChg>
      <pc:sldChg chg="del">
        <pc:chgData name="Amanda Countryman" userId="0be1c61d-c610-49a2-ae7e-a4e60bd07712" providerId="ADAL" clId="{00873937-8841-4394-9081-668AB0E0F950}" dt="2026-08-25T01:55:11.395" v="0" actId="47"/>
        <pc:sldMkLst>
          <pc:docMk/>
          <pc:sldMk cId="0" sldId="378"/>
        </pc:sldMkLst>
      </pc:sldChg>
      <pc:sldChg chg="del">
        <pc:chgData name="Amanda Countryman" userId="0be1c61d-c610-49a2-ae7e-a4e60bd07712" providerId="ADAL" clId="{00873937-8841-4394-9081-668AB0E0F950}" dt="2026-08-25T01:55:11.395" v="0" actId="47"/>
        <pc:sldMkLst>
          <pc:docMk/>
          <pc:sldMk cId="0" sldId="379"/>
        </pc:sldMkLst>
      </pc:sldChg>
      <pc:sldChg chg="del">
        <pc:chgData name="Amanda Countryman" userId="0be1c61d-c610-49a2-ae7e-a4e60bd07712" providerId="ADAL" clId="{00873937-8841-4394-9081-668AB0E0F950}" dt="2026-08-25T01:55:11.395" v="0" actId="47"/>
        <pc:sldMkLst>
          <pc:docMk/>
          <pc:sldMk cId="0" sldId="380"/>
        </pc:sldMkLst>
      </pc:sldChg>
      <pc:sldChg chg="del">
        <pc:chgData name="Amanda Countryman" userId="0be1c61d-c610-49a2-ae7e-a4e60bd07712" providerId="ADAL" clId="{00873937-8841-4394-9081-668AB0E0F950}" dt="2026-08-25T01:55:11.395" v="0" actId="47"/>
        <pc:sldMkLst>
          <pc:docMk/>
          <pc:sldMk cId="0" sldId="381"/>
        </pc:sldMkLst>
      </pc:sldChg>
      <pc:sldChg chg="del">
        <pc:chgData name="Amanda Countryman" userId="0be1c61d-c610-49a2-ae7e-a4e60bd07712" providerId="ADAL" clId="{00873937-8841-4394-9081-668AB0E0F950}" dt="2026-08-25T01:55:11.395" v="0" actId="47"/>
        <pc:sldMkLst>
          <pc:docMk/>
          <pc:sldMk cId="0" sldId="382"/>
        </pc:sldMkLst>
      </pc:sldChg>
      <pc:sldChg chg="del">
        <pc:chgData name="Amanda Countryman" userId="0be1c61d-c610-49a2-ae7e-a4e60bd07712" providerId="ADAL" clId="{00873937-8841-4394-9081-668AB0E0F950}" dt="2026-08-25T01:55:11.395" v="0" actId="47"/>
        <pc:sldMkLst>
          <pc:docMk/>
          <pc:sldMk cId="0" sldId="383"/>
        </pc:sldMkLst>
      </pc:sldChg>
      <pc:sldChg chg="del">
        <pc:chgData name="Amanda Countryman" userId="0be1c61d-c610-49a2-ae7e-a4e60bd07712" providerId="ADAL" clId="{00873937-8841-4394-9081-668AB0E0F950}" dt="2026-08-25T01:55:11.395" v="0" actId="47"/>
        <pc:sldMkLst>
          <pc:docMk/>
          <pc:sldMk cId="0" sldId="384"/>
        </pc:sldMkLst>
      </pc:sldChg>
      <pc:sldChg chg="del">
        <pc:chgData name="Amanda Countryman" userId="0be1c61d-c610-49a2-ae7e-a4e60bd07712" providerId="ADAL" clId="{00873937-8841-4394-9081-668AB0E0F950}" dt="2026-08-25T01:55:11.395" v="0" actId="47"/>
        <pc:sldMkLst>
          <pc:docMk/>
          <pc:sldMk cId="0" sldId="385"/>
        </pc:sldMkLst>
      </pc:sldChg>
      <pc:sldChg chg="del">
        <pc:chgData name="Amanda Countryman" userId="0be1c61d-c610-49a2-ae7e-a4e60bd07712" providerId="ADAL" clId="{00873937-8841-4394-9081-668AB0E0F950}" dt="2026-08-25T01:55:11.395" v="0" actId="47"/>
        <pc:sldMkLst>
          <pc:docMk/>
          <pc:sldMk cId="0" sldId="386"/>
        </pc:sldMkLst>
      </pc:sldChg>
      <pc:sldChg chg="del">
        <pc:chgData name="Amanda Countryman" userId="0be1c61d-c610-49a2-ae7e-a4e60bd07712" providerId="ADAL" clId="{00873937-8841-4394-9081-668AB0E0F950}" dt="2026-08-25T01:55:11.395" v="0" actId="47"/>
        <pc:sldMkLst>
          <pc:docMk/>
          <pc:sldMk cId="0" sldId="387"/>
        </pc:sldMkLst>
      </pc:sldChg>
      <pc:sldChg chg="del">
        <pc:chgData name="Amanda Countryman" userId="0be1c61d-c610-49a2-ae7e-a4e60bd07712" providerId="ADAL" clId="{00873937-8841-4394-9081-668AB0E0F950}" dt="2026-08-25T01:55:11.395" v="0" actId="47"/>
        <pc:sldMkLst>
          <pc:docMk/>
          <pc:sldMk cId="0" sldId="388"/>
        </pc:sldMkLst>
      </pc:sldChg>
      <pc:sldChg chg="del">
        <pc:chgData name="Amanda Countryman" userId="0be1c61d-c610-49a2-ae7e-a4e60bd07712" providerId="ADAL" clId="{00873937-8841-4394-9081-668AB0E0F950}" dt="2026-08-25T01:55:11.395" v="0" actId="47"/>
        <pc:sldMkLst>
          <pc:docMk/>
          <pc:sldMk cId="0" sldId="389"/>
        </pc:sldMkLst>
      </pc:sldChg>
      <pc:sldChg chg="del">
        <pc:chgData name="Amanda Countryman" userId="0be1c61d-c610-49a2-ae7e-a4e60bd07712" providerId="ADAL" clId="{00873937-8841-4394-9081-668AB0E0F950}" dt="2026-08-25T01:55:11.395" v="0" actId="47"/>
        <pc:sldMkLst>
          <pc:docMk/>
          <pc:sldMk cId="0" sldId="390"/>
        </pc:sldMkLst>
      </pc:sldChg>
      <pc:sldChg chg="del">
        <pc:chgData name="Amanda Countryman" userId="0be1c61d-c610-49a2-ae7e-a4e60bd07712" providerId="ADAL" clId="{00873937-8841-4394-9081-668AB0E0F950}" dt="2026-08-25T01:55:11.395" v="0" actId="47"/>
        <pc:sldMkLst>
          <pc:docMk/>
          <pc:sldMk cId="0" sldId="391"/>
        </pc:sldMkLst>
      </pc:sldChg>
      <pc:sldChg chg="del">
        <pc:chgData name="Amanda Countryman" userId="0be1c61d-c610-49a2-ae7e-a4e60bd07712" providerId="ADAL" clId="{00873937-8841-4394-9081-668AB0E0F950}" dt="2026-08-25T01:55:11.395" v="0" actId="47"/>
        <pc:sldMkLst>
          <pc:docMk/>
          <pc:sldMk cId="0" sldId="392"/>
        </pc:sldMkLst>
      </pc:sldChg>
      <pc:sldChg chg="del">
        <pc:chgData name="Amanda Countryman" userId="0be1c61d-c610-49a2-ae7e-a4e60bd07712" providerId="ADAL" clId="{00873937-8841-4394-9081-668AB0E0F950}" dt="2026-08-25T01:55:11.395" v="0" actId="47"/>
        <pc:sldMkLst>
          <pc:docMk/>
          <pc:sldMk cId="0" sldId="393"/>
        </pc:sldMkLst>
      </pc:sldChg>
      <pc:sldChg chg="del">
        <pc:chgData name="Amanda Countryman" userId="0be1c61d-c610-49a2-ae7e-a4e60bd07712" providerId="ADAL" clId="{00873937-8841-4394-9081-668AB0E0F950}" dt="2026-08-25T01:55:11.395" v="0" actId="47"/>
        <pc:sldMkLst>
          <pc:docMk/>
          <pc:sldMk cId="0" sldId="394"/>
        </pc:sldMkLst>
      </pc:sldChg>
      <pc:sldChg chg="del">
        <pc:chgData name="Amanda Countryman" userId="0be1c61d-c610-49a2-ae7e-a4e60bd07712" providerId="ADAL" clId="{00873937-8841-4394-9081-668AB0E0F950}" dt="2026-08-25T01:55:11.395" v="0" actId="47"/>
        <pc:sldMkLst>
          <pc:docMk/>
          <pc:sldMk cId="0" sldId="395"/>
        </pc:sldMkLst>
      </pc:sldChg>
      <pc:sldChg chg="del">
        <pc:chgData name="Amanda Countryman" userId="0be1c61d-c610-49a2-ae7e-a4e60bd07712" providerId="ADAL" clId="{00873937-8841-4394-9081-668AB0E0F950}" dt="2026-08-25T01:55:11.395" v="0" actId="47"/>
        <pc:sldMkLst>
          <pc:docMk/>
          <pc:sldMk cId="0" sldId="396"/>
        </pc:sldMkLst>
      </pc:sldChg>
      <pc:sldChg chg="del">
        <pc:chgData name="Amanda Countryman" userId="0be1c61d-c610-49a2-ae7e-a4e60bd07712" providerId="ADAL" clId="{00873937-8841-4394-9081-668AB0E0F950}" dt="2026-08-25T01:55:11.395" v="0" actId="47"/>
        <pc:sldMkLst>
          <pc:docMk/>
          <pc:sldMk cId="0" sldId="397"/>
        </pc:sldMkLst>
      </pc:sldChg>
      <pc:sldChg chg="del">
        <pc:chgData name="Amanda Countryman" userId="0be1c61d-c610-49a2-ae7e-a4e60bd07712" providerId="ADAL" clId="{00873937-8841-4394-9081-668AB0E0F950}" dt="2026-08-25T01:55:11.395" v="0" actId="47"/>
        <pc:sldMkLst>
          <pc:docMk/>
          <pc:sldMk cId="0" sldId="398"/>
        </pc:sldMkLst>
      </pc:sldChg>
      <pc:sldChg chg="del">
        <pc:chgData name="Amanda Countryman" userId="0be1c61d-c610-49a2-ae7e-a4e60bd07712" providerId="ADAL" clId="{00873937-8841-4394-9081-668AB0E0F950}" dt="2026-08-25T01:55:11.395" v="0" actId="47"/>
        <pc:sldMkLst>
          <pc:docMk/>
          <pc:sldMk cId="0" sldId="399"/>
        </pc:sldMkLst>
      </pc:sldChg>
      <pc:sldChg chg="del">
        <pc:chgData name="Amanda Countryman" userId="0be1c61d-c610-49a2-ae7e-a4e60bd07712" providerId="ADAL" clId="{00873937-8841-4394-9081-668AB0E0F950}" dt="2026-08-25T01:55:11.395" v="0" actId="47"/>
        <pc:sldMkLst>
          <pc:docMk/>
          <pc:sldMk cId="0" sldId="400"/>
        </pc:sldMkLst>
      </pc:sldChg>
      <pc:sldChg chg="del">
        <pc:chgData name="Amanda Countryman" userId="0be1c61d-c610-49a2-ae7e-a4e60bd07712" providerId="ADAL" clId="{00873937-8841-4394-9081-668AB0E0F950}" dt="2026-08-25T01:55:11.395" v="0" actId="47"/>
        <pc:sldMkLst>
          <pc:docMk/>
          <pc:sldMk cId="0" sldId="401"/>
        </pc:sldMkLst>
      </pc:sldChg>
      <pc:sldChg chg="del">
        <pc:chgData name="Amanda Countryman" userId="0be1c61d-c610-49a2-ae7e-a4e60bd07712" providerId="ADAL" clId="{00873937-8841-4394-9081-668AB0E0F950}" dt="2026-08-25T01:55:11.395" v="0" actId="47"/>
        <pc:sldMkLst>
          <pc:docMk/>
          <pc:sldMk cId="0" sldId="402"/>
        </pc:sldMkLst>
      </pc:sldChg>
      <pc:sldChg chg="del">
        <pc:chgData name="Amanda Countryman" userId="0be1c61d-c610-49a2-ae7e-a4e60bd07712" providerId="ADAL" clId="{00873937-8841-4394-9081-668AB0E0F950}" dt="2026-08-25T01:55:11.395" v="0" actId="47"/>
        <pc:sldMkLst>
          <pc:docMk/>
          <pc:sldMk cId="0" sldId="403"/>
        </pc:sldMkLst>
      </pc:sldChg>
      <pc:sldChg chg="del">
        <pc:chgData name="Amanda Countryman" userId="0be1c61d-c610-49a2-ae7e-a4e60bd07712" providerId="ADAL" clId="{00873937-8841-4394-9081-668AB0E0F950}" dt="2026-08-25T01:55:11.395" v="0" actId="47"/>
        <pc:sldMkLst>
          <pc:docMk/>
          <pc:sldMk cId="0" sldId="404"/>
        </pc:sldMkLst>
      </pc:sldChg>
      <pc:sldChg chg="del">
        <pc:chgData name="Amanda Countryman" userId="0be1c61d-c610-49a2-ae7e-a4e60bd07712" providerId="ADAL" clId="{00873937-8841-4394-9081-668AB0E0F950}" dt="2026-08-25T01:55:11.395" v="0" actId="47"/>
        <pc:sldMkLst>
          <pc:docMk/>
          <pc:sldMk cId="0" sldId="405"/>
        </pc:sldMkLst>
      </pc:sldChg>
      <pc:sldChg chg="del">
        <pc:chgData name="Amanda Countryman" userId="0be1c61d-c610-49a2-ae7e-a4e60bd07712" providerId="ADAL" clId="{00873937-8841-4394-9081-668AB0E0F950}" dt="2026-08-25T01:55:11.395" v="0" actId="47"/>
        <pc:sldMkLst>
          <pc:docMk/>
          <pc:sldMk cId="0" sldId="406"/>
        </pc:sldMkLst>
      </pc:sldChg>
      <pc:sldChg chg="del">
        <pc:chgData name="Amanda Countryman" userId="0be1c61d-c610-49a2-ae7e-a4e60bd07712" providerId="ADAL" clId="{00873937-8841-4394-9081-668AB0E0F950}" dt="2026-08-25T01:55:11.395" v="0" actId="47"/>
        <pc:sldMkLst>
          <pc:docMk/>
          <pc:sldMk cId="0" sldId="407"/>
        </pc:sldMkLst>
      </pc:sldChg>
      <pc:sldChg chg="del">
        <pc:chgData name="Amanda Countryman" userId="0be1c61d-c610-49a2-ae7e-a4e60bd07712" providerId="ADAL" clId="{00873937-8841-4394-9081-668AB0E0F950}" dt="2026-08-25T01:55:11.395" v="0" actId="47"/>
        <pc:sldMkLst>
          <pc:docMk/>
          <pc:sldMk cId="0" sldId="408"/>
        </pc:sldMkLst>
      </pc:sldChg>
      <pc:sldChg chg="del">
        <pc:chgData name="Amanda Countryman" userId="0be1c61d-c610-49a2-ae7e-a4e60bd07712" providerId="ADAL" clId="{00873937-8841-4394-9081-668AB0E0F950}" dt="2026-08-25T01:55:11.395" v="0" actId="47"/>
        <pc:sldMkLst>
          <pc:docMk/>
          <pc:sldMk cId="0" sldId="409"/>
        </pc:sldMkLst>
      </pc:sldChg>
      <pc:sldChg chg="del">
        <pc:chgData name="Amanda Countryman" userId="0be1c61d-c610-49a2-ae7e-a4e60bd07712" providerId="ADAL" clId="{00873937-8841-4394-9081-668AB0E0F950}" dt="2026-08-25T01:55:11.395" v="0" actId="47"/>
        <pc:sldMkLst>
          <pc:docMk/>
          <pc:sldMk cId="0" sldId="410"/>
        </pc:sldMkLst>
      </pc:sldChg>
      <pc:sldChg chg="del">
        <pc:chgData name="Amanda Countryman" userId="0be1c61d-c610-49a2-ae7e-a4e60bd07712" providerId="ADAL" clId="{00873937-8841-4394-9081-668AB0E0F950}" dt="2026-08-25T01:55:11.395" v="0" actId="47"/>
        <pc:sldMkLst>
          <pc:docMk/>
          <pc:sldMk cId="0" sldId="411"/>
        </pc:sldMkLst>
      </pc:sldChg>
      <pc:sldChg chg="del">
        <pc:chgData name="Amanda Countryman" userId="0be1c61d-c610-49a2-ae7e-a4e60bd07712" providerId="ADAL" clId="{00873937-8841-4394-9081-668AB0E0F950}" dt="2026-08-25T01:55:11.395" v="0" actId="47"/>
        <pc:sldMkLst>
          <pc:docMk/>
          <pc:sldMk cId="0" sldId="412"/>
        </pc:sldMkLst>
      </pc:sldChg>
      <pc:sldChg chg="del">
        <pc:chgData name="Amanda Countryman" userId="0be1c61d-c610-49a2-ae7e-a4e60bd07712" providerId="ADAL" clId="{00873937-8841-4394-9081-668AB0E0F950}" dt="2026-08-25T01:55:11.395" v="0" actId="47"/>
        <pc:sldMkLst>
          <pc:docMk/>
          <pc:sldMk cId="0" sldId="413"/>
        </pc:sldMkLst>
      </pc:sldChg>
      <pc:sldChg chg="del">
        <pc:chgData name="Amanda Countryman" userId="0be1c61d-c610-49a2-ae7e-a4e60bd07712" providerId="ADAL" clId="{00873937-8841-4394-9081-668AB0E0F950}" dt="2026-08-25T01:55:11.395" v="0" actId="47"/>
        <pc:sldMkLst>
          <pc:docMk/>
          <pc:sldMk cId="0" sldId="414"/>
        </pc:sldMkLst>
      </pc:sldChg>
      <pc:sldChg chg="del">
        <pc:chgData name="Amanda Countryman" userId="0be1c61d-c610-49a2-ae7e-a4e60bd07712" providerId="ADAL" clId="{00873937-8841-4394-9081-668AB0E0F950}" dt="2026-08-25T01:55:11.395" v="0" actId="47"/>
        <pc:sldMkLst>
          <pc:docMk/>
          <pc:sldMk cId="0" sldId="415"/>
        </pc:sldMkLst>
      </pc:sldChg>
      <pc:sldChg chg="del">
        <pc:chgData name="Amanda Countryman" userId="0be1c61d-c610-49a2-ae7e-a4e60bd07712" providerId="ADAL" clId="{00873937-8841-4394-9081-668AB0E0F950}" dt="2026-08-25T01:55:11.395" v="0" actId="47"/>
        <pc:sldMkLst>
          <pc:docMk/>
          <pc:sldMk cId="0" sldId="416"/>
        </pc:sldMkLst>
      </pc:sldChg>
      <pc:sldChg chg="del">
        <pc:chgData name="Amanda Countryman" userId="0be1c61d-c610-49a2-ae7e-a4e60bd07712" providerId="ADAL" clId="{00873937-8841-4394-9081-668AB0E0F950}" dt="2026-08-25T01:55:11.395" v="0" actId="47"/>
        <pc:sldMkLst>
          <pc:docMk/>
          <pc:sldMk cId="0" sldId="417"/>
        </pc:sldMkLst>
      </pc:sldChg>
      <pc:sldChg chg="del">
        <pc:chgData name="Amanda Countryman" userId="0be1c61d-c610-49a2-ae7e-a4e60bd07712" providerId="ADAL" clId="{00873937-8841-4394-9081-668AB0E0F950}" dt="2026-08-25T01:55:11.395" v="0" actId="47"/>
        <pc:sldMkLst>
          <pc:docMk/>
          <pc:sldMk cId="0" sldId="418"/>
        </pc:sldMkLst>
      </pc:sldChg>
      <pc:sldChg chg="del">
        <pc:chgData name="Amanda Countryman" userId="0be1c61d-c610-49a2-ae7e-a4e60bd07712" providerId="ADAL" clId="{00873937-8841-4394-9081-668AB0E0F950}" dt="2026-08-25T01:55:11.395" v="0" actId="47"/>
        <pc:sldMkLst>
          <pc:docMk/>
          <pc:sldMk cId="0" sldId="419"/>
        </pc:sldMkLst>
      </pc:sldChg>
      <pc:sldChg chg="del">
        <pc:chgData name="Amanda Countryman" userId="0be1c61d-c610-49a2-ae7e-a4e60bd07712" providerId="ADAL" clId="{00873937-8841-4394-9081-668AB0E0F950}" dt="2026-08-25T01:55:11.395" v="0" actId="47"/>
        <pc:sldMkLst>
          <pc:docMk/>
          <pc:sldMk cId="0" sldId="420"/>
        </pc:sldMkLst>
      </pc:sldChg>
      <pc:sldChg chg="del">
        <pc:chgData name="Amanda Countryman" userId="0be1c61d-c610-49a2-ae7e-a4e60bd07712" providerId="ADAL" clId="{00873937-8841-4394-9081-668AB0E0F950}" dt="2026-08-25T01:55:11.395" v="0" actId="47"/>
        <pc:sldMkLst>
          <pc:docMk/>
          <pc:sldMk cId="0" sldId="421"/>
        </pc:sldMkLst>
      </pc:sldChg>
      <pc:sldChg chg="del">
        <pc:chgData name="Amanda Countryman" userId="0be1c61d-c610-49a2-ae7e-a4e60bd07712" providerId="ADAL" clId="{00873937-8841-4394-9081-668AB0E0F950}" dt="2026-08-25T01:55:11.395" v="0" actId="47"/>
        <pc:sldMkLst>
          <pc:docMk/>
          <pc:sldMk cId="0" sldId="422"/>
        </pc:sldMkLst>
      </pc:sldChg>
      <pc:sldChg chg="del">
        <pc:chgData name="Amanda Countryman" userId="0be1c61d-c610-49a2-ae7e-a4e60bd07712" providerId="ADAL" clId="{00873937-8841-4394-9081-668AB0E0F950}" dt="2026-08-25T01:55:11.395" v="0" actId="47"/>
        <pc:sldMkLst>
          <pc:docMk/>
          <pc:sldMk cId="0" sldId="423"/>
        </pc:sldMkLst>
      </pc:sldChg>
      <pc:sldChg chg="del">
        <pc:chgData name="Amanda Countryman" userId="0be1c61d-c610-49a2-ae7e-a4e60bd07712" providerId="ADAL" clId="{00873937-8841-4394-9081-668AB0E0F950}" dt="2026-08-25T01:55:11.395" v="0" actId="47"/>
        <pc:sldMkLst>
          <pc:docMk/>
          <pc:sldMk cId="0" sldId="424"/>
        </pc:sldMkLst>
      </pc:sldChg>
      <pc:sldChg chg="del">
        <pc:chgData name="Amanda Countryman" userId="0be1c61d-c610-49a2-ae7e-a4e60bd07712" providerId="ADAL" clId="{00873937-8841-4394-9081-668AB0E0F950}" dt="2026-08-25T01:55:11.395" v="0" actId="47"/>
        <pc:sldMkLst>
          <pc:docMk/>
          <pc:sldMk cId="0" sldId="425"/>
        </pc:sldMkLst>
      </pc:sldChg>
      <pc:sldChg chg="del">
        <pc:chgData name="Amanda Countryman" userId="0be1c61d-c610-49a2-ae7e-a4e60bd07712" providerId="ADAL" clId="{00873937-8841-4394-9081-668AB0E0F950}" dt="2026-08-25T01:55:11.395" v="0" actId="47"/>
        <pc:sldMkLst>
          <pc:docMk/>
          <pc:sldMk cId="0" sldId="426"/>
        </pc:sldMkLst>
      </pc:sldChg>
      <pc:sldChg chg="del">
        <pc:chgData name="Amanda Countryman" userId="0be1c61d-c610-49a2-ae7e-a4e60bd07712" providerId="ADAL" clId="{00873937-8841-4394-9081-668AB0E0F950}" dt="2026-08-25T01:55:11.395" v="0" actId="47"/>
        <pc:sldMkLst>
          <pc:docMk/>
          <pc:sldMk cId="0" sldId="427"/>
        </pc:sldMkLst>
      </pc:sldChg>
      <pc:sldChg chg="del">
        <pc:chgData name="Amanda Countryman" userId="0be1c61d-c610-49a2-ae7e-a4e60bd07712" providerId="ADAL" clId="{00873937-8841-4394-9081-668AB0E0F950}" dt="2026-08-25T01:55:11.395" v="0" actId="47"/>
        <pc:sldMkLst>
          <pc:docMk/>
          <pc:sldMk cId="0" sldId="428"/>
        </pc:sldMkLst>
      </pc:sldChg>
      <pc:sldChg chg="del">
        <pc:chgData name="Amanda Countryman" userId="0be1c61d-c610-49a2-ae7e-a4e60bd07712" providerId="ADAL" clId="{00873937-8841-4394-9081-668AB0E0F950}" dt="2026-08-25T01:55:11.395" v="0" actId="47"/>
        <pc:sldMkLst>
          <pc:docMk/>
          <pc:sldMk cId="0" sldId="429"/>
        </pc:sldMkLst>
      </pc:sldChg>
      <pc:sldChg chg="del">
        <pc:chgData name="Amanda Countryman" userId="0be1c61d-c610-49a2-ae7e-a4e60bd07712" providerId="ADAL" clId="{00873937-8841-4394-9081-668AB0E0F950}" dt="2026-08-25T01:55:11.395" v="0" actId="47"/>
        <pc:sldMkLst>
          <pc:docMk/>
          <pc:sldMk cId="0" sldId="430"/>
        </pc:sldMkLst>
      </pc:sldChg>
      <pc:sldChg chg="del">
        <pc:chgData name="Amanda Countryman" userId="0be1c61d-c610-49a2-ae7e-a4e60bd07712" providerId="ADAL" clId="{00873937-8841-4394-9081-668AB0E0F950}" dt="2026-08-25T01:55:11.395" v="0" actId="47"/>
        <pc:sldMkLst>
          <pc:docMk/>
          <pc:sldMk cId="0" sldId="431"/>
        </pc:sldMkLst>
      </pc:sldChg>
      <pc:sldChg chg="del">
        <pc:chgData name="Amanda Countryman" userId="0be1c61d-c610-49a2-ae7e-a4e60bd07712" providerId="ADAL" clId="{00873937-8841-4394-9081-668AB0E0F950}" dt="2026-08-25T01:55:11.395" v="0" actId="47"/>
        <pc:sldMkLst>
          <pc:docMk/>
          <pc:sldMk cId="0" sldId="432"/>
        </pc:sldMkLst>
      </pc:sldChg>
      <pc:sldChg chg="del">
        <pc:chgData name="Amanda Countryman" userId="0be1c61d-c610-49a2-ae7e-a4e60bd07712" providerId="ADAL" clId="{00873937-8841-4394-9081-668AB0E0F950}" dt="2026-08-25T01:55:11.395" v="0" actId="47"/>
        <pc:sldMkLst>
          <pc:docMk/>
          <pc:sldMk cId="0" sldId="433"/>
        </pc:sldMkLst>
      </pc:sldChg>
      <pc:sldChg chg="del">
        <pc:chgData name="Amanda Countryman" userId="0be1c61d-c610-49a2-ae7e-a4e60bd07712" providerId="ADAL" clId="{00873937-8841-4394-9081-668AB0E0F950}" dt="2026-08-25T01:55:11.395" v="0" actId="47"/>
        <pc:sldMkLst>
          <pc:docMk/>
          <pc:sldMk cId="0" sldId="434"/>
        </pc:sldMkLst>
      </pc:sldChg>
      <pc:sldChg chg="del">
        <pc:chgData name="Amanda Countryman" userId="0be1c61d-c610-49a2-ae7e-a4e60bd07712" providerId="ADAL" clId="{00873937-8841-4394-9081-668AB0E0F950}" dt="2026-08-25T01:55:11.395" v="0" actId="47"/>
        <pc:sldMkLst>
          <pc:docMk/>
          <pc:sldMk cId="0" sldId="435"/>
        </pc:sldMkLst>
      </pc:sldChg>
      <pc:sldChg chg="del">
        <pc:chgData name="Amanda Countryman" userId="0be1c61d-c610-49a2-ae7e-a4e60bd07712" providerId="ADAL" clId="{00873937-8841-4394-9081-668AB0E0F950}" dt="2026-08-25T01:55:11.395" v="0" actId="47"/>
        <pc:sldMkLst>
          <pc:docMk/>
          <pc:sldMk cId="0" sldId="436"/>
        </pc:sldMkLst>
      </pc:sldChg>
      <pc:sldChg chg="del">
        <pc:chgData name="Amanda Countryman" userId="0be1c61d-c610-49a2-ae7e-a4e60bd07712" providerId="ADAL" clId="{00873937-8841-4394-9081-668AB0E0F950}" dt="2026-08-25T01:55:11.395" v="0" actId="47"/>
        <pc:sldMkLst>
          <pc:docMk/>
          <pc:sldMk cId="0" sldId="437"/>
        </pc:sldMkLst>
      </pc:sldChg>
      <pc:sldChg chg="del">
        <pc:chgData name="Amanda Countryman" userId="0be1c61d-c610-49a2-ae7e-a4e60bd07712" providerId="ADAL" clId="{00873937-8841-4394-9081-668AB0E0F950}" dt="2026-08-25T01:55:11.395" v="0" actId="47"/>
        <pc:sldMkLst>
          <pc:docMk/>
          <pc:sldMk cId="0" sldId="438"/>
        </pc:sldMkLst>
      </pc:sldChg>
      <pc:sldChg chg="del">
        <pc:chgData name="Amanda Countryman" userId="0be1c61d-c610-49a2-ae7e-a4e60bd07712" providerId="ADAL" clId="{00873937-8841-4394-9081-668AB0E0F950}" dt="2026-08-25T01:55:11.395" v="0" actId="47"/>
        <pc:sldMkLst>
          <pc:docMk/>
          <pc:sldMk cId="0" sldId="439"/>
        </pc:sldMkLst>
      </pc:sldChg>
      <pc:sldChg chg="del">
        <pc:chgData name="Amanda Countryman" userId="0be1c61d-c610-49a2-ae7e-a4e60bd07712" providerId="ADAL" clId="{00873937-8841-4394-9081-668AB0E0F950}" dt="2026-08-25T01:55:11.395" v="0" actId="47"/>
        <pc:sldMkLst>
          <pc:docMk/>
          <pc:sldMk cId="0" sldId="440"/>
        </pc:sldMkLst>
      </pc:sldChg>
      <pc:sldChg chg="del">
        <pc:chgData name="Amanda Countryman" userId="0be1c61d-c610-49a2-ae7e-a4e60bd07712" providerId="ADAL" clId="{00873937-8841-4394-9081-668AB0E0F950}" dt="2026-08-25T01:55:11.395" v="0" actId="47"/>
        <pc:sldMkLst>
          <pc:docMk/>
          <pc:sldMk cId="0" sldId="441"/>
        </pc:sldMkLst>
      </pc:sldChg>
      <pc:sldChg chg="del">
        <pc:chgData name="Amanda Countryman" userId="0be1c61d-c610-49a2-ae7e-a4e60bd07712" providerId="ADAL" clId="{00873937-8841-4394-9081-668AB0E0F950}" dt="2026-08-25T01:55:11.395" v="0" actId="47"/>
        <pc:sldMkLst>
          <pc:docMk/>
          <pc:sldMk cId="0" sldId="442"/>
        </pc:sldMkLst>
      </pc:sldChg>
      <pc:sldChg chg="del">
        <pc:chgData name="Amanda Countryman" userId="0be1c61d-c610-49a2-ae7e-a4e60bd07712" providerId="ADAL" clId="{00873937-8841-4394-9081-668AB0E0F950}" dt="2026-08-25T01:55:11.395" v="0" actId="47"/>
        <pc:sldMkLst>
          <pc:docMk/>
          <pc:sldMk cId="0" sldId="443"/>
        </pc:sldMkLst>
      </pc:sldChg>
      <pc:sldChg chg="del">
        <pc:chgData name="Amanda Countryman" userId="0be1c61d-c610-49a2-ae7e-a4e60bd07712" providerId="ADAL" clId="{00873937-8841-4394-9081-668AB0E0F950}" dt="2026-08-25T01:55:11.395" v="0" actId="47"/>
        <pc:sldMkLst>
          <pc:docMk/>
          <pc:sldMk cId="0" sldId="444"/>
        </pc:sldMkLst>
      </pc:sldChg>
      <pc:sldChg chg="del">
        <pc:chgData name="Amanda Countryman" userId="0be1c61d-c610-49a2-ae7e-a4e60bd07712" providerId="ADAL" clId="{00873937-8841-4394-9081-668AB0E0F950}" dt="2026-08-25T01:55:11.395" v="0" actId="47"/>
        <pc:sldMkLst>
          <pc:docMk/>
          <pc:sldMk cId="0" sldId="445"/>
        </pc:sldMkLst>
      </pc:sldChg>
      <pc:sldChg chg="del">
        <pc:chgData name="Amanda Countryman" userId="0be1c61d-c610-49a2-ae7e-a4e60bd07712" providerId="ADAL" clId="{00873937-8841-4394-9081-668AB0E0F950}" dt="2026-08-25T01:55:11.395" v="0" actId="47"/>
        <pc:sldMkLst>
          <pc:docMk/>
          <pc:sldMk cId="0" sldId="446"/>
        </pc:sldMkLst>
      </pc:sldChg>
      <pc:sldChg chg="del">
        <pc:chgData name="Amanda Countryman" userId="0be1c61d-c610-49a2-ae7e-a4e60bd07712" providerId="ADAL" clId="{00873937-8841-4394-9081-668AB0E0F950}" dt="2026-08-25T01:55:11.395" v="0" actId="47"/>
        <pc:sldMkLst>
          <pc:docMk/>
          <pc:sldMk cId="0" sldId="447"/>
        </pc:sldMkLst>
      </pc:sldChg>
      <pc:sldChg chg="del">
        <pc:chgData name="Amanda Countryman" userId="0be1c61d-c610-49a2-ae7e-a4e60bd07712" providerId="ADAL" clId="{00873937-8841-4394-9081-668AB0E0F950}" dt="2026-08-25T01:55:11.395" v="0" actId="47"/>
        <pc:sldMkLst>
          <pc:docMk/>
          <pc:sldMk cId="0" sldId="448"/>
        </pc:sldMkLst>
      </pc:sldChg>
      <pc:sldChg chg="del">
        <pc:chgData name="Amanda Countryman" userId="0be1c61d-c610-49a2-ae7e-a4e60bd07712" providerId="ADAL" clId="{00873937-8841-4394-9081-668AB0E0F950}" dt="2026-08-25T01:55:11.395" v="0" actId="47"/>
        <pc:sldMkLst>
          <pc:docMk/>
          <pc:sldMk cId="0" sldId="449"/>
        </pc:sldMkLst>
      </pc:sldChg>
      <pc:sldChg chg="del">
        <pc:chgData name="Amanda Countryman" userId="0be1c61d-c610-49a2-ae7e-a4e60bd07712" providerId="ADAL" clId="{00873937-8841-4394-9081-668AB0E0F950}" dt="2026-08-25T01:55:11.395" v="0" actId="47"/>
        <pc:sldMkLst>
          <pc:docMk/>
          <pc:sldMk cId="0" sldId="450"/>
        </pc:sldMkLst>
      </pc:sldChg>
      <pc:sldChg chg="del">
        <pc:chgData name="Amanda Countryman" userId="0be1c61d-c610-49a2-ae7e-a4e60bd07712" providerId="ADAL" clId="{00873937-8841-4394-9081-668AB0E0F950}" dt="2026-08-25T01:55:11.395" v="0" actId="47"/>
        <pc:sldMkLst>
          <pc:docMk/>
          <pc:sldMk cId="0" sldId="451"/>
        </pc:sldMkLst>
      </pc:sldChg>
      <pc:sldChg chg="del">
        <pc:chgData name="Amanda Countryman" userId="0be1c61d-c610-49a2-ae7e-a4e60bd07712" providerId="ADAL" clId="{00873937-8841-4394-9081-668AB0E0F950}" dt="2026-08-25T01:55:11.395" v="0" actId="47"/>
        <pc:sldMkLst>
          <pc:docMk/>
          <pc:sldMk cId="0" sldId="452"/>
        </pc:sldMkLst>
      </pc:sldChg>
      <pc:sldChg chg="del">
        <pc:chgData name="Amanda Countryman" userId="0be1c61d-c610-49a2-ae7e-a4e60bd07712" providerId="ADAL" clId="{00873937-8841-4394-9081-668AB0E0F950}" dt="2026-08-25T01:55:11.395" v="0" actId="47"/>
        <pc:sldMkLst>
          <pc:docMk/>
          <pc:sldMk cId="0" sldId="454"/>
        </pc:sldMkLst>
      </pc:sldChg>
      <pc:sldChg chg="del">
        <pc:chgData name="Amanda Countryman" userId="0be1c61d-c610-49a2-ae7e-a4e60bd07712" providerId="ADAL" clId="{00873937-8841-4394-9081-668AB0E0F950}" dt="2026-08-25T01:55:11.395" v="0" actId="47"/>
        <pc:sldMkLst>
          <pc:docMk/>
          <pc:sldMk cId="0" sldId="455"/>
        </pc:sldMkLst>
      </pc:sldChg>
      <pc:sldChg chg="del">
        <pc:chgData name="Amanda Countryman" userId="0be1c61d-c610-49a2-ae7e-a4e60bd07712" providerId="ADAL" clId="{00873937-8841-4394-9081-668AB0E0F950}" dt="2026-08-25T01:55:11.395" v="0" actId="47"/>
        <pc:sldMkLst>
          <pc:docMk/>
          <pc:sldMk cId="0" sldId="456"/>
        </pc:sldMkLst>
      </pc:sldChg>
      <pc:sldChg chg="del">
        <pc:chgData name="Amanda Countryman" userId="0be1c61d-c610-49a2-ae7e-a4e60bd07712" providerId="ADAL" clId="{00873937-8841-4394-9081-668AB0E0F950}" dt="2026-08-25T01:55:11.395" v="0" actId="47"/>
        <pc:sldMkLst>
          <pc:docMk/>
          <pc:sldMk cId="0" sldId="457"/>
        </pc:sldMkLst>
      </pc:sldChg>
      <pc:sldChg chg="del">
        <pc:chgData name="Amanda Countryman" userId="0be1c61d-c610-49a2-ae7e-a4e60bd07712" providerId="ADAL" clId="{00873937-8841-4394-9081-668AB0E0F950}" dt="2026-08-25T01:55:11.395" v="0" actId="47"/>
        <pc:sldMkLst>
          <pc:docMk/>
          <pc:sldMk cId="0" sldId="458"/>
        </pc:sldMkLst>
      </pc:sldChg>
      <pc:sldChg chg="del">
        <pc:chgData name="Amanda Countryman" userId="0be1c61d-c610-49a2-ae7e-a4e60bd07712" providerId="ADAL" clId="{00873937-8841-4394-9081-668AB0E0F950}" dt="2026-08-25T01:55:11.395" v="0" actId="47"/>
        <pc:sldMkLst>
          <pc:docMk/>
          <pc:sldMk cId="0" sldId="459"/>
        </pc:sldMkLst>
      </pc:sldChg>
      <pc:sldChg chg="del">
        <pc:chgData name="Amanda Countryman" userId="0be1c61d-c610-49a2-ae7e-a4e60bd07712" providerId="ADAL" clId="{00873937-8841-4394-9081-668AB0E0F950}" dt="2026-08-25T01:55:11.395" v="0" actId="47"/>
        <pc:sldMkLst>
          <pc:docMk/>
          <pc:sldMk cId="0" sldId="460"/>
        </pc:sldMkLst>
      </pc:sldChg>
      <pc:sldChg chg="del">
        <pc:chgData name="Amanda Countryman" userId="0be1c61d-c610-49a2-ae7e-a4e60bd07712" providerId="ADAL" clId="{00873937-8841-4394-9081-668AB0E0F950}" dt="2026-08-25T01:55:11.395" v="0" actId="47"/>
        <pc:sldMkLst>
          <pc:docMk/>
          <pc:sldMk cId="0" sldId="461"/>
        </pc:sldMkLst>
      </pc:sldChg>
      <pc:sldChg chg="del">
        <pc:chgData name="Amanda Countryman" userId="0be1c61d-c610-49a2-ae7e-a4e60bd07712" providerId="ADAL" clId="{00873937-8841-4394-9081-668AB0E0F950}" dt="2026-08-25T01:55:11.395" v="0" actId="47"/>
        <pc:sldMkLst>
          <pc:docMk/>
          <pc:sldMk cId="0" sldId="462"/>
        </pc:sldMkLst>
      </pc:sldChg>
      <pc:sldChg chg="del">
        <pc:chgData name="Amanda Countryman" userId="0be1c61d-c610-49a2-ae7e-a4e60bd07712" providerId="ADAL" clId="{00873937-8841-4394-9081-668AB0E0F950}" dt="2026-08-25T01:55:11.395" v="0" actId="47"/>
        <pc:sldMkLst>
          <pc:docMk/>
          <pc:sldMk cId="0" sldId="463"/>
        </pc:sldMkLst>
      </pc:sldChg>
      <pc:sldChg chg="del">
        <pc:chgData name="Amanda Countryman" userId="0be1c61d-c610-49a2-ae7e-a4e60bd07712" providerId="ADAL" clId="{00873937-8841-4394-9081-668AB0E0F950}" dt="2026-08-25T01:55:11.395" v="0" actId="47"/>
        <pc:sldMkLst>
          <pc:docMk/>
          <pc:sldMk cId="0" sldId="464"/>
        </pc:sldMkLst>
      </pc:sldChg>
      <pc:sldChg chg="del">
        <pc:chgData name="Amanda Countryman" userId="0be1c61d-c610-49a2-ae7e-a4e60bd07712" providerId="ADAL" clId="{00873937-8841-4394-9081-668AB0E0F950}" dt="2026-08-25T01:55:11.395" v="0" actId="47"/>
        <pc:sldMkLst>
          <pc:docMk/>
          <pc:sldMk cId="0" sldId="465"/>
        </pc:sldMkLst>
      </pc:sldChg>
      <pc:sldChg chg="del">
        <pc:chgData name="Amanda Countryman" userId="0be1c61d-c610-49a2-ae7e-a4e60bd07712" providerId="ADAL" clId="{00873937-8841-4394-9081-668AB0E0F950}" dt="2026-08-25T01:55:11.395" v="0" actId="47"/>
        <pc:sldMkLst>
          <pc:docMk/>
          <pc:sldMk cId="0" sldId="466"/>
        </pc:sldMkLst>
      </pc:sldChg>
      <pc:sldChg chg="del">
        <pc:chgData name="Amanda Countryman" userId="0be1c61d-c610-49a2-ae7e-a4e60bd07712" providerId="ADAL" clId="{00873937-8841-4394-9081-668AB0E0F950}" dt="2026-08-25T01:55:27.126" v="1" actId="47"/>
        <pc:sldMkLst>
          <pc:docMk/>
          <pc:sldMk cId="0" sldId="546"/>
        </pc:sldMkLst>
      </pc:sldChg>
      <pc:sldChg chg="del">
        <pc:chgData name="Amanda Countryman" userId="0be1c61d-c610-49a2-ae7e-a4e60bd07712" providerId="ADAL" clId="{00873937-8841-4394-9081-668AB0E0F950}" dt="2026-08-25T01:55:27.126" v="1" actId="47"/>
        <pc:sldMkLst>
          <pc:docMk/>
          <pc:sldMk cId="0" sldId="547"/>
        </pc:sldMkLst>
      </pc:sldChg>
      <pc:sldChg chg="del">
        <pc:chgData name="Amanda Countryman" userId="0be1c61d-c610-49a2-ae7e-a4e60bd07712" providerId="ADAL" clId="{00873937-8841-4394-9081-668AB0E0F950}" dt="2026-08-25T01:55:27.126" v="1" actId="47"/>
        <pc:sldMkLst>
          <pc:docMk/>
          <pc:sldMk cId="0" sldId="548"/>
        </pc:sldMkLst>
      </pc:sldChg>
      <pc:sldChg chg="del">
        <pc:chgData name="Amanda Countryman" userId="0be1c61d-c610-49a2-ae7e-a4e60bd07712" providerId="ADAL" clId="{00873937-8841-4394-9081-668AB0E0F950}" dt="2026-08-25T01:55:27.126" v="1" actId="47"/>
        <pc:sldMkLst>
          <pc:docMk/>
          <pc:sldMk cId="0" sldId="549"/>
        </pc:sldMkLst>
      </pc:sldChg>
      <pc:sldChg chg="del">
        <pc:chgData name="Amanda Countryman" userId="0be1c61d-c610-49a2-ae7e-a4e60bd07712" providerId="ADAL" clId="{00873937-8841-4394-9081-668AB0E0F950}" dt="2026-08-25T01:55:27.126" v="1" actId="47"/>
        <pc:sldMkLst>
          <pc:docMk/>
          <pc:sldMk cId="0" sldId="550"/>
        </pc:sldMkLst>
      </pc:sldChg>
      <pc:sldChg chg="del">
        <pc:chgData name="Amanda Countryman" userId="0be1c61d-c610-49a2-ae7e-a4e60bd07712" providerId="ADAL" clId="{00873937-8841-4394-9081-668AB0E0F950}" dt="2026-08-25T01:55:27.126" v="1" actId="47"/>
        <pc:sldMkLst>
          <pc:docMk/>
          <pc:sldMk cId="0" sldId="551"/>
        </pc:sldMkLst>
      </pc:sldChg>
      <pc:sldChg chg="del">
        <pc:chgData name="Amanda Countryman" userId="0be1c61d-c610-49a2-ae7e-a4e60bd07712" providerId="ADAL" clId="{00873937-8841-4394-9081-668AB0E0F950}" dt="2026-08-25T01:55:27.126" v="1" actId="47"/>
        <pc:sldMkLst>
          <pc:docMk/>
          <pc:sldMk cId="0" sldId="552"/>
        </pc:sldMkLst>
      </pc:sldChg>
      <pc:sldChg chg="del">
        <pc:chgData name="Amanda Countryman" userId="0be1c61d-c610-49a2-ae7e-a4e60bd07712" providerId="ADAL" clId="{00873937-8841-4394-9081-668AB0E0F950}" dt="2026-08-25T01:55:27.126" v="1" actId="47"/>
        <pc:sldMkLst>
          <pc:docMk/>
          <pc:sldMk cId="0" sldId="553"/>
        </pc:sldMkLst>
      </pc:sldChg>
      <pc:sldChg chg="del">
        <pc:chgData name="Amanda Countryman" userId="0be1c61d-c610-49a2-ae7e-a4e60bd07712" providerId="ADAL" clId="{00873937-8841-4394-9081-668AB0E0F950}" dt="2026-08-25T01:55:27.126" v="1" actId="47"/>
        <pc:sldMkLst>
          <pc:docMk/>
          <pc:sldMk cId="0" sldId="554"/>
        </pc:sldMkLst>
      </pc:sldChg>
      <pc:sldChg chg="del">
        <pc:chgData name="Amanda Countryman" userId="0be1c61d-c610-49a2-ae7e-a4e60bd07712" providerId="ADAL" clId="{00873937-8841-4394-9081-668AB0E0F950}" dt="2026-08-25T01:55:27.126" v="1" actId="47"/>
        <pc:sldMkLst>
          <pc:docMk/>
          <pc:sldMk cId="0" sldId="555"/>
        </pc:sldMkLst>
      </pc:sldChg>
      <pc:sldChg chg="del">
        <pc:chgData name="Amanda Countryman" userId="0be1c61d-c610-49a2-ae7e-a4e60bd07712" providerId="ADAL" clId="{00873937-8841-4394-9081-668AB0E0F950}" dt="2026-08-25T01:55:27.126" v="1" actId="47"/>
        <pc:sldMkLst>
          <pc:docMk/>
          <pc:sldMk cId="0" sldId="556"/>
        </pc:sldMkLst>
      </pc:sldChg>
      <pc:sldChg chg="del">
        <pc:chgData name="Amanda Countryman" userId="0be1c61d-c610-49a2-ae7e-a4e60bd07712" providerId="ADAL" clId="{00873937-8841-4394-9081-668AB0E0F950}" dt="2026-08-25T01:55:27.126" v="1" actId="47"/>
        <pc:sldMkLst>
          <pc:docMk/>
          <pc:sldMk cId="0" sldId="557"/>
        </pc:sldMkLst>
      </pc:sldChg>
      <pc:sldChg chg="del">
        <pc:chgData name="Amanda Countryman" userId="0be1c61d-c610-49a2-ae7e-a4e60bd07712" providerId="ADAL" clId="{00873937-8841-4394-9081-668AB0E0F950}" dt="2026-08-25T01:55:27.126" v="1" actId="47"/>
        <pc:sldMkLst>
          <pc:docMk/>
          <pc:sldMk cId="0" sldId="558"/>
        </pc:sldMkLst>
      </pc:sldChg>
      <pc:sldChg chg="del">
        <pc:chgData name="Amanda Countryman" userId="0be1c61d-c610-49a2-ae7e-a4e60bd07712" providerId="ADAL" clId="{00873937-8841-4394-9081-668AB0E0F950}" dt="2026-08-25T01:55:27.126" v="1" actId="47"/>
        <pc:sldMkLst>
          <pc:docMk/>
          <pc:sldMk cId="0" sldId="559"/>
        </pc:sldMkLst>
      </pc:sldChg>
      <pc:sldChg chg="del">
        <pc:chgData name="Amanda Countryman" userId="0be1c61d-c610-49a2-ae7e-a4e60bd07712" providerId="ADAL" clId="{00873937-8841-4394-9081-668AB0E0F950}" dt="2026-08-25T01:55:27.126" v="1" actId="47"/>
        <pc:sldMkLst>
          <pc:docMk/>
          <pc:sldMk cId="0" sldId="560"/>
        </pc:sldMkLst>
      </pc:sldChg>
      <pc:sldChg chg="del">
        <pc:chgData name="Amanda Countryman" userId="0be1c61d-c610-49a2-ae7e-a4e60bd07712" providerId="ADAL" clId="{00873937-8841-4394-9081-668AB0E0F950}" dt="2026-08-25T01:55:27.126" v="1" actId="47"/>
        <pc:sldMkLst>
          <pc:docMk/>
          <pc:sldMk cId="0" sldId="561"/>
        </pc:sldMkLst>
      </pc:sldChg>
      <pc:sldChg chg="del">
        <pc:chgData name="Amanda Countryman" userId="0be1c61d-c610-49a2-ae7e-a4e60bd07712" providerId="ADAL" clId="{00873937-8841-4394-9081-668AB0E0F950}" dt="2026-08-25T01:55:27.126" v="1" actId="47"/>
        <pc:sldMkLst>
          <pc:docMk/>
          <pc:sldMk cId="0" sldId="562"/>
        </pc:sldMkLst>
      </pc:sldChg>
      <pc:sldChg chg="del">
        <pc:chgData name="Amanda Countryman" userId="0be1c61d-c610-49a2-ae7e-a4e60bd07712" providerId="ADAL" clId="{00873937-8841-4394-9081-668AB0E0F950}" dt="2026-08-25T01:55:27.126" v="1" actId="47"/>
        <pc:sldMkLst>
          <pc:docMk/>
          <pc:sldMk cId="0" sldId="563"/>
        </pc:sldMkLst>
      </pc:sldChg>
      <pc:sldChg chg="del">
        <pc:chgData name="Amanda Countryman" userId="0be1c61d-c610-49a2-ae7e-a4e60bd07712" providerId="ADAL" clId="{00873937-8841-4394-9081-668AB0E0F950}" dt="2026-08-25T01:55:27.126" v="1" actId="47"/>
        <pc:sldMkLst>
          <pc:docMk/>
          <pc:sldMk cId="0" sldId="564"/>
        </pc:sldMkLst>
      </pc:sldChg>
      <pc:sldChg chg="del">
        <pc:chgData name="Amanda Countryman" userId="0be1c61d-c610-49a2-ae7e-a4e60bd07712" providerId="ADAL" clId="{00873937-8841-4394-9081-668AB0E0F950}" dt="2026-08-25T01:55:27.126" v="1" actId="47"/>
        <pc:sldMkLst>
          <pc:docMk/>
          <pc:sldMk cId="0" sldId="565"/>
        </pc:sldMkLst>
      </pc:sldChg>
      <pc:sldChg chg="del">
        <pc:chgData name="Amanda Countryman" userId="0be1c61d-c610-49a2-ae7e-a4e60bd07712" providerId="ADAL" clId="{00873937-8841-4394-9081-668AB0E0F950}" dt="2026-08-25T01:55:27.126" v="1" actId="47"/>
        <pc:sldMkLst>
          <pc:docMk/>
          <pc:sldMk cId="0" sldId="566"/>
        </pc:sldMkLst>
      </pc:sldChg>
      <pc:sldChg chg="del">
        <pc:chgData name="Amanda Countryman" userId="0be1c61d-c610-49a2-ae7e-a4e60bd07712" providerId="ADAL" clId="{00873937-8841-4394-9081-668AB0E0F950}" dt="2026-08-25T01:55:27.126" v="1" actId="47"/>
        <pc:sldMkLst>
          <pc:docMk/>
          <pc:sldMk cId="0" sldId="567"/>
        </pc:sldMkLst>
      </pc:sldChg>
      <pc:sldChg chg="del">
        <pc:chgData name="Amanda Countryman" userId="0be1c61d-c610-49a2-ae7e-a4e60bd07712" providerId="ADAL" clId="{00873937-8841-4394-9081-668AB0E0F950}" dt="2026-08-25T01:55:27.126" v="1" actId="47"/>
        <pc:sldMkLst>
          <pc:docMk/>
          <pc:sldMk cId="0" sldId="568"/>
        </pc:sldMkLst>
      </pc:sldChg>
      <pc:sldChg chg="del">
        <pc:chgData name="Amanda Countryman" userId="0be1c61d-c610-49a2-ae7e-a4e60bd07712" providerId="ADAL" clId="{00873937-8841-4394-9081-668AB0E0F950}" dt="2026-08-25T01:55:27.126" v="1" actId="47"/>
        <pc:sldMkLst>
          <pc:docMk/>
          <pc:sldMk cId="0" sldId="569"/>
        </pc:sldMkLst>
      </pc:sldChg>
      <pc:sldChg chg="del">
        <pc:chgData name="Amanda Countryman" userId="0be1c61d-c610-49a2-ae7e-a4e60bd07712" providerId="ADAL" clId="{00873937-8841-4394-9081-668AB0E0F950}" dt="2026-08-25T01:55:27.126" v="1" actId="47"/>
        <pc:sldMkLst>
          <pc:docMk/>
          <pc:sldMk cId="0" sldId="570"/>
        </pc:sldMkLst>
      </pc:sldChg>
      <pc:sldChg chg="del">
        <pc:chgData name="Amanda Countryman" userId="0be1c61d-c610-49a2-ae7e-a4e60bd07712" providerId="ADAL" clId="{00873937-8841-4394-9081-668AB0E0F950}" dt="2026-08-25T01:55:27.126" v="1" actId="47"/>
        <pc:sldMkLst>
          <pc:docMk/>
          <pc:sldMk cId="0" sldId="571"/>
        </pc:sldMkLst>
      </pc:sldChg>
      <pc:sldChg chg="del">
        <pc:chgData name="Amanda Countryman" userId="0be1c61d-c610-49a2-ae7e-a4e60bd07712" providerId="ADAL" clId="{00873937-8841-4394-9081-668AB0E0F950}" dt="2026-08-25T01:55:27.126" v="1" actId="47"/>
        <pc:sldMkLst>
          <pc:docMk/>
          <pc:sldMk cId="0" sldId="572"/>
        </pc:sldMkLst>
      </pc:sldChg>
      <pc:sldChg chg="del">
        <pc:chgData name="Amanda Countryman" userId="0be1c61d-c610-49a2-ae7e-a4e60bd07712" providerId="ADAL" clId="{00873937-8841-4394-9081-668AB0E0F950}" dt="2026-08-25T01:55:27.126" v="1" actId="47"/>
        <pc:sldMkLst>
          <pc:docMk/>
          <pc:sldMk cId="0" sldId="573"/>
        </pc:sldMkLst>
      </pc:sldChg>
      <pc:sldChg chg="del">
        <pc:chgData name="Amanda Countryman" userId="0be1c61d-c610-49a2-ae7e-a4e60bd07712" providerId="ADAL" clId="{00873937-8841-4394-9081-668AB0E0F950}" dt="2026-08-25T01:55:27.126" v="1" actId="47"/>
        <pc:sldMkLst>
          <pc:docMk/>
          <pc:sldMk cId="0" sldId="574"/>
        </pc:sldMkLst>
      </pc:sldChg>
      <pc:sldChg chg="del">
        <pc:chgData name="Amanda Countryman" userId="0be1c61d-c610-49a2-ae7e-a4e60bd07712" providerId="ADAL" clId="{00873937-8841-4394-9081-668AB0E0F950}" dt="2026-08-25T01:55:27.126" v="1" actId="47"/>
        <pc:sldMkLst>
          <pc:docMk/>
          <pc:sldMk cId="0" sldId="575"/>
        </pc:sldMkLst>
      </pc:sldChg>
      <pc:sldChg chg="del">
        <pc:chgData name="Amanda Countryman" userId="0be1c61d-c610-49a2-ae7e-a4e60bd07712" providerId="ADAL" clId="{00873937-8841-4394-9081-668AB0E0F950}" dt="2026-08-25T01:55:27.126" v="1" actId="47"/>
        <pc:sldMkLst>
          <pc:docMk/>
          <pc:sldMk cId="0" sldId="576"/>
        </pc:sldMkLst>
      </pc:sldChg>
      <pc:sldChg chg="del">
        <pc:chgData name="Amanda Countryman" userId="0be1c61d-c610-49a2-ae7e-a4e60bd07712" providerId="ADAL" clId="{00873937-8841-4394-9081-668AB0E0F950}" dt="2026-08-25T01:55:27.126" v="1" actId="47"/>
        <pc:sldMkLst>
          <pc:docMk/>
          <pc:sldMk cId="0" sldId="577"/>
        </pc:sldMkLst>
      </pc:sldChg>
      <pc:sldChg chg="del">
        <pc:chgData name="Amanda Countryman" userId="0be1c61d-c610-49a2-ae7e-a4e60bd07712" providerId="ADAL" clId="{00873937-8841-4394-9081-668AB0E0F950}" dt="2026-08-25T01:55:27.126" v="1" actId="47"/>
        <pc:sldMkLst>
          <pc:docMk/>
          <pc:sldMk cId="0" sldId="578"/>
        </pc:sldMkLst>
      </pc:sldChg>
      <pc:sldChg chg="del">
        <pc:chgData name="Amanda Countryman" userId="0be1c61d-c610-49a2-ae7e-a4e60bd07712" providerId="ADAL" clId="{00873937-8841-4394-9081-668AB0E0F950}" dt="2026-08-25T01:55:27.126" v="1" actId="47"/>
        <pc:sldMkLst>
          <pc:docMk/>
          <pc:sldMk cId="0" sldId="579"/>
        </pc:sldMkLst>
      </pc:sldChg>
      <pc:sldChg chg="del">
        <pc:chgData name="Amanda Countryman" userId="0be1c61d-c610-49a2-ae7e-a4e60bd07712" providerId="ADAL" clId="{00873937-8841-4394-9081-668AB0E0F950}" dt="2026-08-25T01:55:27.126" v="1" actId="47"/>
        <pc:sldMkLst>
          <pc:docMk/>
          <pc:sldMk cId="0" sldId="580"/>
        </pc:sldMkLst>
      </pc:sldChg>
      <pc:sldChg chg="del">
        <pc:chgData name="Amanda Countryman" userId="0be1c61d-c610-49a2-ae7e-a4e60bd07712" providerId="ADAL" clId="{00873937-8841-4394-9081-668AB0E0F950}" dt="2026-08-25T01:55:27.126" v="1" actId="47"/>
        <pc:sldMkLst>
          <pc:docMk/>
          <pc:sldMk cId="0" sldId="581"/>
        </pc:sldMkLst>
      </pc:sldChg>
      <pc:sldChg chg="del">
        <pc:chgData name="Amanda Countryman" userId="0be1c61d-c610-49a2-ae7e-a4e60bd07712" providerId="ADAL" clId="{00873937-8841-4394-9081-668AB0E0F950}" dt="2026-08-25T01:55:27.126" v="1" actId="47"/>
        <pc:sldMkLst>
          <pc:docMk/>
          <pc:sldMk cId="0" sldId="582"/>
        </pc:sldMkLst>
      </pc:sldChg>
      <pc:sldChg chg="del">
        <pc:chgData name="Amanda Countryman" userId="0be1c61d-c610-49a2-ae7e-a4e60bd07712" providerId="ADAL" clId="{00873937-8841-4394-9081-668AB0E0F950}" dt="2026-08-25T01:55:27.126" v="1" actId="47"/>
        <pc:sldMkLst>
          <pc:docMk/>
          <pc:sldMk cId="0" sldId="583"/>
        </pc:sldMkLst>
      </pc:sldChg>
      <pc:sldChg chg="del">
        <pc:chgData name="Amanda Countryman" userId="0be1c61d-c610-49a2-ae7e-a4e60bd07712" providerId="ADAL" clId="{00873937-8841-4394-9081-668AB0E0F950}" dt="2026-08-25T01:55:27.126" v="1" actId="47"/>
        <pc:sldMkLst>
          <pc:docMk/>
          <pc:sldMk cId="0" sldId="584"/>
        </pc:sldMkLst>
      </pc:sldChg>
      <pc:sldChg chg="del">
        <pc:chgData name="Amanda Countryman" userId="0be1c61d-c610-49a2-ae7e-a4e60bd07712" providerId="ADAL" clId="{00873937-8841-4394-9081-668AB0E0F950}" dt="2026-08-25T01:55:27.126" v="1" actId="47"/>
        <pc:sldMkLst>
          <pc:docMk/>
          <pc:sldMk cId="0" sldId="585"/>
        </pc:sldMkLst>
      </pc:sldChg>
      <pc:sldChg chg="del">
        <pc:chgData name="Amanda Countryman" userId="0be1c61d-c610-49a2-ae7e-a4e60bd07712" providerId="ADAL" clId="{00873937-8841-4394-9081-668AB0E0F950}" dt="2026-08-25T01:55:27.126" v="1" actId="47"/>
        <pc:sldMkLst>
          <pc:docMk/>
          <pc:sldMk cId="0" sldId="586"/>
        </pc:sldMkLst>
      </pc:sldChg>
      <pc:sldChg chg="del">
        <pc:chgData name="Amanda Countryman" userId="0be1c61d-c610-49a2-ae7e-a4e60bd07712" providerId="ADAL" clId="{00873937-8841-4394-9081-668AB0E0F950}" dt="2026-08-25T01:55:27.126" v="1" actId="47"/>
        <pc:sldMkLst>
          <pc:docMk/>
          <pc:sldMk cId="0" sldId="587"/>
        </pc:sldMkLst>
      </pc:sldChg>
      <pc:sldChg chg="del">
        <pc:chgData name="Amanda Countryman" userId="0be1c61d-c610-49a2-ae7e-a4e60bd07712" providerId="ADAL" clId="{00873937-8841-4394-9081-668AB0E0F950}" dt="2026-08-25T01:55:27.126" v="1" actId="47"/>
        <pc:sldMkLst>
          <pc:docMk/>
          <pc:sldMk cId="0" sldId="588"/>
        </pc:sldMkLst>
      </pc:sldChg>
      <pc:sldChg chg="del">
        <pc:chgData name="Amanda Countryman" userId="0be1c61d-c610-49a2-ae7e-a4e60bd07712" providerId="ADAL" clId="{00873937-8841-4394-9081-668AB0E0F950}" dt="2026-08-25T01:55:27.126" v="1" actId="47"/>
        <pc:sldMkLst>
          <pc:docMk/>
          <pc:sldMk cId="0" sldId="589"/>
        </pc:sldMkLst>
      </pc:sldChg>
      <pc:sldChg chg="del">
        <pc:chgData name="Amanda Countryman" userId="0be1c61d-c610-49a2-ae7e-a4e60bd07712" providerId="ADAL" clId="{00873937-8841-4394-9081-668AB0E0F950}" dt="2026-08-25T01:55:27.126" v="1" actId="47"/>
        <pc:sldMkLst>
          <pc:docMk/>
          <pc:sldMk cId="0" sldId="590"/>
        </pc:sldMkLst>
      </pc:sldChg>
      <pc:sldChg chg="del">
        <pc:chgData name="Amanda Countryman" userId="0be1c61d-c610-49a2-ae7e-a4e60bd07712" providerId="ADAL" clId="{00873937-8841-4394-9081-668AB0E0F950}" dt="2026-08-25T01:55:27.126" v="1" actId="47"/>
        <pc:sldMkLst>
          <pc:docMk/>
          <pc:sldMk cId="0" sldId="591"/>
        </pc:sldMkLst>
      </pc:sldChg>
      <pc:sldChg chg="del">
        <pc:chgData name="Amanda Countryman" userId="0be1c61d-c610-49a2-ae7e-a4e60bd07712" providerId="ADAL" clId="{00873937-8841-4394-9081-668AB0E0F950}" dt="2026-08-25T01:55:27.126" v="1" actId="47"/>
        <pc:sldMkLst>
          <pc:docMk/>
          <pc:sldMk cId="0" sldId="592"/>
        </pc:sldMkLst>
      </pc:sldChg>
      <pc:sldChg chg="del">
        <pc:chgData name="Amanda Countryman" userId="0be1c61d-c610-49a2-ae7e-a4e60bd07712" providerId="ADAL" clId="{00873937-8841-4394-9081-668AB0E0F950}" dt="2026-08-25T01:55:27.126" v="1" actId="47"/>
        <pc:sldMkLst>
          <pc:docMk/>
          <pc:sldMk cId="0" sldId="593"/>
        </pc:sldMkLst>
      </pc:sldChg>
      <pc:sldChg chg="del">
        <pc:chgData name="Amanda Countryman" userId="0be1c61d-c610-49a2-ae7e-a4e60bd07712" providerId="ADAL" clId="{00873937-8841-4394-9081-668AB0E0F950}" dt="2026-08-25T01:55:27.126" v="1" actId="47"/>
        <pc:sldMkLst>
          <pc:docMk/>
          <pc:sldMk cId="0" sldId="594"/>
        </pc:sldMkLst>
      </pc:sldChg>
      <pc:sldChg chg="del">
        <pc:chgData name="Amanda Countryman" userId="0be1c61d-c610-49a2-ae7e-a4e60bd07712" providerId="ADAL" clId="{00873937-8841-4394-9081-668AB0E0F950}" dt="2026-08-25T01:55:27.126" v="1" actId="47"/>
        <pc:sldMkLst>
          <pc:docMk/>
          <pc:sldMk cId="0" sldId="595"/>
        </pc:sldMkLst>
      </pc:sldChg>
      <pc:sldChg chg="del">
        <pc:chgData name="Amanda Countryman" userId="0be1c61d-c610-49a2-ae7e-a4e60bd07712" providerId="ADAL" clId="{00873937-8841-4394-9081-668AB0E0F950}" dt="2026-08-25T01:55:27.126" v="1" actId="47"/>
        <pc:sldMkLst>
          <pc:docMk/>
          <pc:sldMk cId="0" sldId="596"/>
        </pc:sldMkLst>
      </pc:sldChg>
      <pc:sldChg chg="del">
        <pc:chgData name="Amanda Countryman" userId="0be1c61d-c610-49a2-ae7e-a4e60bd07712" providerId="ADAL" clId="{00873937-8841-4394-9081-668AB0E0F950}" dt="2026-08-25T01:55:27.126" v="1" actId="47"/>
        <pc:sldMkLst>
          <pc:docMk/>
          <pc:sldMk cId="0" sldId="597"/>
        </pc:sldMkLst>
      </pc:sldChg>
      <pc:sldChg chg="del">
        <pc:chgData name="Amanda Countryman" userId="0be1c61d-c610-49a2-ae7e-a4e60bd07712" providerId="ADAL" clId="{00873937-8841-4394-9081-668AB0E0F950}" dt="2026-08-25T01:55:27.126" v="1" actId="47"/>
        <pc:sldMkLst>
          <pc:docMk/>
          <pc:sldMk cId="0" sldId="598"/>
        </pc:sldMkLst>
      </pc:sldChg>
      <pc:sldChg chg="del">
        <pc:chgData name="Amanda Countryman" userId="0be1c61d-c610-49a2-ae7e-a4e60bd07712" providerId="ADAL" clId="{00873937-8841-4394-9081-668AB0E0F950}" dt="2026-08-25T01:55:27.126" v="1" actId="47"/>
        <pc:sldMkLst>
          <pc:docMk/>
          <pc:sldMk cId="0" sldId="599"/>
        </pc:sldMkLst>
      </pc:sldChg>
      <pc:sldChg chg="del">
        <pc:chgData name="Amanda Countryman" userId="0be1c61d-c610-49a2-ae7e-a4e60bd07712" providerId="ADAL" clId="{00873937-8841-4394-9081-668AB0E0F950}" dt="2026-08-25T01:55:27.126" v="1" actId="47"/>
        <pc:sldMkLst>
          <pc:docMk/>
          <pc:sldMk cId="0" sldId="600"/>
        </pc:sldMkLst>
      </pc:sldChg>
      <pc:sldChg chg="del">
        <pc:chgData name="Amanda Countryman" userId="0be1c61d-c610-49a2-ae7e-a4e60bd07712" providerId="ADAL" clId="{00873937-8841-4394-9081-668AB0E0F950}" dt="2026-08-25T01:55:27.126" v="1" actId="47"/>
        <pc:sldMkLst>
          <pc:docMk/>
          <pc:sldMk cId="0" sldId="601"/>
        </pc:sldMkLst>
      </pc:sldChg>
      <pc:sldChg chg="del">
        <pc:chgData name="Amanda Countryman" userId="0be1c61d-c610-49a2-ae7e-a4e60bd07712" providerId="ADAL" clId="{00873937-8841-4394-9081-668AB0E0F950}" dt="2026-08-25T01:55:27.126" v="1" actId="47"/>
        <pc:sldMkLst>
          <pc:docMk/>
          <pc:sldMk cId="0" sldId="602"/>
        </pc:sldMkLst>
      </pc:sldChg>
      <pc:sldChg chg="del">
        <pc:chgData name="Amanda Countryman" userId="0be1c61d-c610-49a2-ae7e-a4e60bd07712" providerId="ADAL" clId="{00873937-8841-4394-9081-668AB0E0F950}" dt="2026-08-25T01:55:27.126" v="1" actId="47"/>
        <pc:sldMkLst>
          <pc:docMk/>
          <pc:sldMk cId="0" sldId="603"/>
        </pc:sldMkLst>
      </pc:sldChg>
      <pc:sldChg chg="del">
        <pc:chgData name="Amanda Countryman" userId="0be1c61d-c610-49a2-ae7e-a4e60bd07712" providerId="ADAL" clId="{00873937-8841-4394-9081-668AB0E0F950}" dt="2026-08-25T01:55:27.126" v="1" actId="47"/>
        <pc:sldMkLst>
          <pc:docMk/>
          <pc:sldMk cId="0" sldId="604"/>
        </pc:sldMkLst>
      </pc:sldChg>
      <pc:sldChg chg="del">
        <pc:chgData name="Amanda Countryman" userId="0be1c61d-c610-49a2-ae7e-a4e60bd07712" providerId="ADAL" clId="{00873937-8841-4394-9081-668AB0E0F950}" dt="2026-08-25T01:55:27.126" v="1" actId="47"/>
        <pc:sldMkLst>
          <pc:docMk/>
          <pc:sldMk cId="0" sldId="605"/>
        </pc:sldMkLst>
      </pc:sldChg>
      <pc:sldChg chg="del">
        <pc:chgData name="Amanda Countryman" userId="0be1c61d-c610-49a2-ae7e-a4e60bd07712" providerId="ADAL" clId="{00873937-8841-4394-9081-668AB0E0F950}" dt="2026-08-25T01:55:27.126" v="1" actId="47"/>
        <pc:sldMkLst>
          <pc:docMk/>
          <pc:sldMk cId="0" sldId="606"/>
        </pc:sldMkLst>
      </pc:sldChg>
      <pc:sldChg chg="del">
        <pc:chgData name="Amanda Countryman" userId="0be1c61d-c610-49a2-ae7e-a4e60bd07712" providerId="ADAL" clId="{00873937-8841-4394-9081-668AB0E0F950}" dt="2026-08-25T01:55:27.126" v="1" actId="47"/>
        <pc:sldMkLst>
          <pc:docMk/>
          <pc:sldMk cId="0" sldId="607"/>
        </pc:sldMkLst>
      </pc:sldChg>
      <pc:sldChg chg="del">
        <pc:chgData name="Amanda Countryman" userId="0be1c61d-c610-49a2-ae7e-a4e60bd07712" providerId="ADAL" clId="{00873937-8841-4394-9081-668AB0E0F950}" dt="2026-08-25T01:55:27.126" v="1" actId="47"/>
        <pc:sldMkLst>
          <pc:docMk/>
          <pc:sldMk cId="0" sldId="608"/>
        </pc:sldMkLst>
      </pc:sldChg>
      <pc:sldChg chg="del">
        <pc:chgData name="Amanda Countryman" userId="0be1c61d-c610-49a2-ae7e-a4e60bd07712" providerId="ADAL" clId="{00873937-8841-4394-9081-668AB0E0F950}" dt="2026-08-25T01:55:27.126" v="1" actId="47"/>
        <pc:sldMkLst>
          <pc:docMk/>
          <pc:sldMk cId="0" sldId="609"/>
        </pc:sldMkLst>
      </pc:sldChg>
      <pc:sldChg chg="del">
        <pc:chgData name="Amanda Countryman" userId="0be1c61d-c610-49a2-ae7e-a4e60bd07712" providerId="ADAL" clId="{00873937-8841-4394-9081-668AB0E0F950}" dt="2026-08-25T01:55:27.126" v="1" actId="47"/>
        <pc:sldMkLst>
          <pc:docMk/>
          <pc:sldMk cId="0" sldId="610"/>
        </pc:sldMkLst>
      </pc:sldChg>
      <pc:sldChg chg="del">
        <pc:chgData name="Amanda Countryman" userId="0be1c61d-c610-49a2-ae7e-a4e60bd07712" providerId="ADAL" clId="{00873937-8841-4394-9081-668AB0E0F950}" dt="2026-08-25T01:55:27.126" v="1" actId="47"/>
        <pc:sldMkLst>
          <pc:docMk/>
          <pc:sldMk cId="0" sldId="611"/>
        </pc:sldMkLst>
      </pc:sldChg>
      <pc:sldChg chg="del">
        <pc:chgData name="Amanda Countryman" userId="0be1c61d-c610-49a2-ae7e-a4e60bd07712" providerId="ADAL" clId="{00873937-8841-4394-9081-668AB0E0F950}" dt="2026-08-25T01:55:27.126" v="1" actId="47"/>
        <pc:sldMkLst>
          <pc:docMk/>
          <pc:sldMk cId="0" sldId="612"/>
        </pc:sldMkLst>
      </pc:sldChg>
      <pc:sldChg chg="del">
        <pc:chgData name="Amanda Countryman" userId="0be1c61d-c610-49a2-ae7e-a4e60bd07712" providerId="ADAL" clId="{00873937-8841-4394-9081-668AB0E0F950}" dt="2026-08-25T01:55:27.126" v="1" actId="47"/>
        <pc:sldMkLst>
          <pc:docMk/>
          <pc:sldMk cId="0" sldId="613"/>
        </pc:sldMkLst>
      </pc:sldChg>
      <pc:sldChg chg="del">
        <pc:chgData name="Amanda Countryman" userId="0be1c61d-c610-49a2-ae7e-a4e60bd07712" providerId="ADAL" clId="{00873937-8841-4394-9081-668AB0E0F950}" dt="2026-08-25T01:55:27.126" v="1" actId="47"/>
        <pc:sldMkLst>
          <pc:docMk/>
          <pc:sldMk cId="0" sldId="614"/>
        </pc:sldMkLst>
      </pc:sldChg>
      <pc:sldChg chg="del">
        <pc:chgData name="Amanda Countryman" userId="0be1c61d-c610-49a2-ae7e-a4e60bd07712" providerId="ADAL" clId="{00873937-8841-4394-9081-668AB0E0F950}" dt="2026-08-25T01:55:27.126" v="1" actId="47"/>
        <pc:sldMkLst>
          <pc:docMk/>
          <pc:sldMk cId="0" sldId="615"/>
        </pc:sldMkLst>
      </pc:sldChg>
      <pc:sldChg chg="del">
        <pc:chgData name="Amanda Countryman" userId="0be1c61d-c610-49a2-ae7e-a4e60bd07712" providerId="ADAL" clId="{00873937-8841-4394-9081-668AB0E0F950}" dt="2026-08-25T01:55:27.126" v="1" actId="47"/>
        <pc:sldMkLst>
          <pc:docMk/>
          <pc:sldMk cId="0" sldId="616"/>
        </pc:sldMkLst>
      </pc:sldChg>
      <pc:sldChg chg="del">
        <pc:chgData name="Amanda Countryman" userId="0be1c61d-c610-49a2-ae7e-a4e60bd07712" providerId="ADAL" clId="{00873937-8841-4394-9081-668AB0E0F950}" dt="2026-08-25T01:55:27.126" v="1" actId="47"/>
        <pc:sldMkLst>
          <pc:docMk/>
          <pc:sldMk cId="0" sldId="617"/>
        </pc:sldMkLst>
      </pc:sldChg>
      <pc:sldChg chg="del">
        <pc:chgData name="Amanda Countryman" userId="0be1c61d-c610-49a2-ae7e-a4e60bd07712" providerId="ADAL" clId="{00873937-8841-4394-9081-668AB0E0F950}" dt="2026-08-25T01:55:27.126" v="1" actId="47"/>
        <pc:sldMkLst>
          <pc:docMk/>
          <pc:sldMk cId="0" sldId="618"/>
        </pc:sldMkLst>
      </pc:sldChg>
      <pc:sldChg chg="del">
        <pc:chgData name="Amanda Countryman" userId="0be1c61d-c610-49a2-ae7e-a4e60bd07712" providerId="ADAL" clId="{00873937-8841-4394-9081-668AB0E0F950}" dt="2026-08-25T01:55:27.126" v="1" actId="47"/>
        <pc:sldMkLst>
          <pc:docMk/>
          <pc:sldMk cId="0" sldId="619"/>
        </pc:sldMkLst>
      </pc:sldChg>
      <pc:sldChg chg="del">
        <pc:chgData name="Amanda Countryman" userId="0be1c61d-c610-49a2-ae7e-a4e60bd07712" providerId="ADAL" clId="{00873937-8841-4394-9081-668AB0E0F950}" dt="2026-08-25T01:55:27.126" v="1" actId="47"/>
        <pc:sldMkLst>
          <pc:docMk/>
          <pc:sldMk cId="0" sldId="620"/>
        </pc:sldMkLst>
      </pc:sldChg>
      <pc:sldChg chg="del">
        <pc:chgData name="Amanda Countryman" userId="0be1c61d-c610-49a2-ae7e-a4e60bd07712" providerId="ADAL" clId="{00873937-8841-4394-9081-668AB0E0F950}" dt="2026-08-25T01:55:27.126" v="1" actId="47"/>
        <pc:sldMkLst>
          <pc:docMk/>
          <pc:sldMk cId="0" sldId="621"/>
        </pc:sldMkLst>
      </pc:sldChg>
      <pc:sldChg chg="del">
        <pc:chgData name="Amanda Countryman" userId="0be1c61d-c610-49a2-ae7e-a4e60bd07712" providerId="ADAL" clId="{00873937-8841-4394-9081-668AB0E0F950}" dt="2026-08-25T01:55:27.126" v="1" actId="47"/>
        <pc:sldMkLst>
          <pc:docMk/>
          <pc:sldMk cId="0" sldId="622"/>
        </pc:sldMkLst>
      </pc:sldChg>
      <pc:sldChg chg="del">
        <pc:chgData name="Amanda Countryman" userId="0be1c61d-c610-49a2-ae7e-a4e60bd07712" providerId="ADAL" clId="{00873937-8841-4394-9081-668AB0E0F950}" dt="2026-08-25T01:55:11.395" v="0" actId="47"/>
        <pc:sldMkLst>
          <pc:docMk/>
          <pc:sldMk cId="2406920554" sldId="623"/>
        </pc:sldMkLst>
      </pc:sldChg>
      <pc:sldChg chg="del">
        <pc:chgData name="Amanda Countryman" userId="0be1c61d-c610-49a2-ae7e-a4e60bd07712" providerId="ADAL" clId="{00873937-8841-4394-9081-668AB0E0F950}" dt="2026-08-25T01:55:11.395" v="0" actId="47"/>
        <pc:sldMkLst>
          <pc:docMk/>
          <pc:sldMk cId="1461415041" sldId="624"/>
        </pc:sldMkLst>
      </pc:sldChg>
      <pc:sldChg chg="del">
        <pc:chgData name="Amanda Countryman" userId="0be1c61d-c610-49a2-ae7e-a4e60bd07712" providerId="ADAL" clId="{00873937-8841-4394-9081-668AB0E0F950}" dt="2026-08-25T01:55:11.395" v="0" actId="47"/>
        <pc:sldMkLst>
          <pc:docMk/>
          <pc:sldMk cId="3456568805" sldId="625"/>
        </pc:sldMkLst>
      </pc:sldChg>
      <pc:sldChg chg="del">
        <pc:chgData name="Amanda Countryman" userId="0be1c61d-c610-49a2-ae7e-a4e60bd07712" providerId="ADAL" clId="{00873937-8841-4394-9081-668AB0E0F950}" dt="2026-08-25T01:55:11.395" v="0" actId="47"/>
        <pc:sldMkLst>
          <pc:docMk/>
          <pc:sldMk cId="2974497477" sldId="626"/>
        </pc:sldMkLst>
      </pc:sldChg>
      <pc:sldChg chg="del">
        <pc:chgData name="Amanda Countryman" userId="0be1c61d-c610-49a2-ae7e-a4e60bd07712" providerId="ADAL" clId="{00873937-8841-4394-9081-668AB0E0F950}" dt="2026-08-25T01:55:11.395" v="0" actId="47"/>
        <pc:sldMkLst>
          <pc:docMk/>
          <pc:sldMk cId="3220196752" sldId="627"/>
        </pc:sldMkLst>
      </pc:sldChg>
      <pc:sldChg chg="del">
        <pc:chgData name="Amanda Countryman" userId="0be1c61d-c610-49a2-ae7e-a4e60bd07712" providerId="ADAL" clId="{00873937-8841-4394-9081-668AB0E0F950}" dt="2026-08-25T01:55:11.395" v="0" actId="47"/>
        <pc:sldMkLst>
          <pc:docMk/>
          <pc:sldMk cId="4290813059" sldId="628"/>
        </pc:sldMkLst>
      </pc:sldChg>
      <pc:sldChg chg="del">
        <pc:chgData name="Amanda Countryman" userId="0be1c61d-c610-49a2-ae7e-a4e60bd07712" providerId="ADAL" clId="{00873937-8841-4394-9081-668AB0E0F950}" dt="2026-08-25T01:55:11.395" v="0" actId="47"/>
        <pc:sldMkLst>
          <pc:docMk/>
          <pc:sldMk cId="3979346413" sldId="629"/>
        </pc:sldMkLst>
      </pc:sldChg>
      <pc:sldChg chg="del">
        <pc:chgData name="Amanda Countryman" userId="0be1c61d-c610-49a2-ae7e-a4e60bd07712" providerId="ADAL" clId="{00873937-8841-4394-9081-668AB0E0F950}" dt="2026-08-25T01:55:11.395" v="0" actId="47"/>
        <pc:sldMkLst>
          <pc:docMk/>
          <pc:sldMk cId="3005082278" sldId="630"/>
        </pc:sldMkLst>
      </pc:sldChg>
      <pc:sldChg chg="del">
        <pc:chgData name="Amanda Countryman" userId="0be1c61d-c610-49a2-ae7e-a4e60bd07712" providerId="ADAL" clId="{00873937-8841-4394-9081-668AB0E0F950}" dt="2026-08-25T01:55:11.395" v="0" actId="47"/>
        <pc:sldMkLst>
          <pc:docMk/>
          <pc:sldMk cId="1331653884" sldId="631"/>
        </pc:sldMkLst>
      </pc:sldChg>
      <pc:sldChg chg="del">
        <pc:chgData name="Amanda Countryman" userId="0be1c61d-c610-49a2-ae7e-a4e60bd07712" providerId="ADAL" clId="{00873937-8841-4394-9081-668AB0E0F950}" dt="2026-08-25T01:55:11.395" v="0" actId="47"/>
        <pc:sldMkLst>
          <pc:docMk/>
          <pc:sldMk cId="3018907001" sldId="632"/>
        </pc:sldMkLst>
      </pc:sldChg>
      <pc:sldChg chg="del">
        <pc:chgData name="Amanda Countryman" userId="0be1c61d-c610-49a2-ae7e-a4e60bd07712" providerId="ADAL" clId="{00873937-8841-4394-9081-668AB0E0F950}" dt="2026-08-25T01:55:11.395" v="0" actId="47"/>
        <pc:sldMkLst>
          <pc:docMk/>
          <pc:sldMk cId="3294043409" sldId="634"/>
        </pc:sldMkLst>
      </pc:sldChg>
      <pc:sldChg chg="del">
        <pc:chgData name="Amanda Countryman" userId="0be1c61d-c610-49a2-ae7e-a4e60bd07712" providerId="ADAL" clId="{00873937-8841-4394-9081-668AB0E0F950}" dt="2026-08-25T01:55:11.395" v="0" actId="47"/>
        <pc:sldMkLst>
          <pc:docMk/>
          <pc:sldMk cId="3591963411" sldId="636"/>
        </pc:sldMkLst>
      </pc:sldChg>
      <pc:sldChg chg="del">
        <pc:chgData name="Amanda Countryman" userId="0be1c61d-c610-49a2-ae7e-a4e60bd07712" providerId="ADAL" clId="{00873937-8841-4394-9081-668AB0E0F950}" dt="2026-08-25T01:55:11.395" v="0" actId="47"/>
        <pc:sldMkLst>
          <pc:docMk/>
          <pc:sldMk cId="4147910204" sldId="637"/>
        </pc:sldMkLst>
      </pc:sldChg>
      <pc:sldChg chg="del">
        <pc:chgData name="Amanda Countryman" userId="0be1c61d-c610-49a2-ae7e-a4e60bd07712" providerId="ADAL" clId="{00873937-8841-4394-9081-668AB0E0F950}" dt="2026-08-25T01:55:11.395" v="0" actId="47"/>
        <pc:sldMkLst>
          <pc:docMk/>
          <pc:sldMk cId="4086080035" sldId="638"/>
        </pc:sldMkLst>
      </pc:sldChg>
      <pc:sldChg chg="del">
        <pc:chgData name="Amanda Countryman" userId="0be1c61d-c610-49a2-ae7e-a4e60bd07712" providerId="ADAL" clId="{00873937-8841-4394-9081-668AB0E0F950}" dt="2026-08-25T01:55:11.395" v="0" actId="47"/>
        <pc:sldMkLst>
          <pc:docMk/>
          <pc:sldMk cId="541951211" sldId="640"/>
        </pc:sldMkLst>
      </pc:sldChg>
      <pc:sldChg chg="del">
        <pc:chgData name="Amanda Countryman" userId="0be1c61d-c610-49a2-ae7e-a4e60bd07712" providerId="ADAL" clId="{00873937-8841-4394-9081-668AB0E0F950}" dt="2026-08-25T01:55:11.395" v="0" actId="47"/>
        <pc:sldMkLst>
          <pc:docMk/>
          <pc:sldMk cId="3554610212" sldId="641"/>
        </pc:sldMkLst>
      </pc:sldChg>
      <pc:sldChg chg="del">
        <pc:chgData name="Amanda Countryman" userId="0be1c61d-c610-49a2-ae7e-a4e60bd07712" providerId="ADAL" clId="{00873937-8841-4394-9081-668AB0E0F950}" dt="2026-08-25T01:55:11.395" v="0" actId="47"/>
        <pc:sldMkLst>
          <pc:docMk/>
          <pc:sldMk cId="84309754" sldId="642"/>
        </pc:sldMkLst>
      </pc:sldChg>
      <pc:sldChg chg="del">
        <pc:chgData name="Amanda Countryman" userId="0be1c61d-c610-49a2-ae7e-a4e60bd07712" providerId="ADAL" clId="{00873937-8841-4394-9081-668AB0E0F950}" dt="2026-08-25T01:55:11.395" v="0" actId="47"/>
        <pc:sldMkLst>
          <pc:docMk/>
          <pc:sldMk cId="4132345226" sldId="643"/>
        </pc:sldMkLst>
      </pc:sldChg>
      <pc:sldChg chg="del">
        <pc:chgData name="Amanda Countryman" userId="0be1c61d-c610-49a2-ae7e-a4e60bd07712" providerId="ADAL" clId="{00873937-8841-4394-9081-668AB0E0F950}" dt="2026-08-25T01:55:11.395" v="0" actId="47"/>
        <pc:sldMkLst>
          <pc:docMk/>
          <pc:sldMk cId="4231278966" sldId="644"/>
        </pc:sldMkLst>
      </pc:sldChg>
      <pc:sldChg chg="del">
        <pc:chgData name="Amanda Countryman" userId="0be1c61d-c610-49a2-ae7e-a4e60bd07712" providerId="ADAL" clId="{00873937-8841-4394-9081-668AB0E0F950}" dt="2026-08-25T01:55:11.395" v="0" actId="47"/>
        <pc:sldMkLst>
          <pc:docMk/>
          <pc:sldMk cId="1725424007" sldId="645"/>
        </pc:sldMkLst>
      </pc:sldChg>
      <pc:sldChg chg="del">
        <pc:chgData name="Amanda Countryman" userId="0be1c61d-c610-49a2-ae7e-a4e60bd07712" providerId="ADAL" clId="{00873937-8841-4394-9081-668AB0E0F950}" dt="2026-08-25T01:55:11.395" v="0" actId="47"/>
        <pc:sldMkLst>
          <pc:docMk/>
          <pc:sldMk cId="2345553980" sldId="646"/>
        </pc:sldMkLst>
      </pc:sldChg>
      <pc:sldChg chg="del">
        <pc:chgData name="Amanda Countryman" userId="0be1c61d-c610-49a2-ae7e-a4e60bd07712" providerId="ADAL" clId="{00873937-8841-4394-9081-668AB0E0F950}" dt="2026-08-25T01:55:11.395" v="0" actId="47"/>
        <pc:sldMkLst>
          <pc:docMk/>
          <pc:sldMk cId="2803429261" sldId="647"/>
        </pc:sldMkLst>
      </pc:sldChg>
      <pc:sldChg chg="del">
        <pc:chgData name="Amanda Countryman" userId="0be1c61d-c610-49a2-ae7e-a4e60bd07712" providerId="ADAL" clId="{00873937-8841-4394-9081-668AB0E0F950}" dt="2026-08-25T01:55:11.395" v="0" actId="47"/>
        <pc:sldMkLst>
          <pc:docMk/>
          <pc:sldMk cId="3017040870" sldId="648"/>
        </pc:sldMkLst>
      </pc:sldChg>
      <pc:sldChg chg="del">
        <pc:chgData name="Amanda Countryman" userId="0be1c61d-c610-49a2-ae7e-a4e60bd07712" providerId="ADAL" clId="{00873937-8841-4394-9081-668AB0E0F950}" dt="2026-08-25T01:55:11.395" v="0" actId="47"/>
        <pc:sldMkLst>
          <pc:docMk/>
          <pc:sldMk cId="831580178" sldId="649"/>
        </pc:sldMkLst>
      </pc:sldChg>
      <pc:sldChg chg="del">
        <pc:chgData name="Amanda Countryman" userId="0be1c61d-c610-49a2-ae7e-a4e60bd07712" providerId="ADAL" clId="{00873937-8841-4394-9081-668AB0E0F950}" dt="2026-08-25T01:55:11.395" v="0" actId="47"/>
        <pc:sldMkLst>
          <pc:docMk/>
          <pc:sldMk cId="822023103" sldId="650"/>
        </pc:sldMkLst>
      </pc:sldChg>
      <pc:sldChg chg="del">
        <pc:chgData name="Amanda Countryman" userId="0be1c61d-c610-49a2-ae7e-a4e60bd07712" providerId="ADAL" clId="{00873937-8841-4394-9081-668AB0E0F950}" dt="2026-08-25T01:55:11.395" v="0" actId="47"/>
        <pc:sldMkLst>
          <pc:docMk/>
          <pc:sldMk cId="2325916051" sldId="651"/>
        </pc:sldMkLst>
      </pc:sldChg>
      <pc:sldChg chg="del">
        <pc:chgData name="Amanda Countryman" userId="0be1c61d-c610-49a2-ae7e-a4e60bd07712" providerId="ADAL" clId="{00873937-8841-4394-9081-668AB0E0F950}" dt="2026-08-25T01:55:11.395" v="0" actId="47"/>
        <pc:sldMkLst>
          <pc:docMk/>
          <pc:sldMk cId="1099178025" sldId="652"/>
        </pc:sldMkLst>
      </pc:sldChg>
      <pc:sldChg chg="del">
        <pc:chgData name="Amanda Countryman" userId="0be1c61d-c610-49a2-ae7e-a4e60bd07712" providerId="ADAL" clId="{00873937-8841-4394-9081-668AB0E0F950}" dt="2026-08-25T01:55:11.395" v="0" actId="47"/>
        <pc:sldMkLst>
          <pc:docMk/>
          <pc:sldMk cId="547711769" sldId="653"/>
        </pc:sldMkLst>
      </pc:sldChg>
      <pc:sldChg chg="del">
        <pc:chgData name="Amanda Countryman" userId="0be1c61d-c610-49a2-ae7e-a4e60bd07712" providerId="ADAL" clId="{00873937-8841-4394-9081-668AB0E0F950}" dt="2026-08-25T01:55:11.395" v="0" actId="47"/>
        <pc:sldMkLst>
          <pc:docMk/>
          <pc:sldMk cId="1879296121" sldId="654"/>
        </pc:sldMkLst>
      </pc:sldChg>
      <pc:sldChg chg="del">
        <pc:chgData name="Amanda Countryman" userId="0be1c61d-c610-49a2-ae7e-a4e60bd07712" providerId="ADAL" clId="{00873937-8841-4394-9081-668AB0E0F950}" dt="2026-08-25T01:55:27.126" v="1" actId="47"/>
        <pc:sldMkLst>
          <pc:docMk/>
          <pc:sldMk cId="1472161643" sldId="665"/>
        </pc:sldMkLst>
      </pc:sldChg>
      <pc:sldChg chg="del">
        <pc:chgData name="Amanda Countryman" userId="0be1c61d-c610-49a2-ae7e-a4e60bd07712" providerId="ADAL" clId="{00873937-8841-4394-9081-668AB0E0F950}" dt="2026-08-25T01:55:27.126" v="1" actId="47"/>
        <pc:sldMkLst>
          <pc:docMk/>
          <pc:sldMk cId="981778250" sldId="666"/>
        </pc:sldMkLst>
      </pc:sldChg>
      <pc:sldChg chg="del">
        <pc:chgData name="Amanda Countryman" userId="0be1c61d-c610-49a2-ae7e-a4e60bd07712" providerId="ADAL" clId="{00873937-8841-4394-9081-668AB0E0F950}" dt="2026-08-25T01:55:27.126" v="1" actId="47"/>
        <pc:sldMkLst>
          <pc:docMk/>
          <pc:sldMk cId="3393674583" sldId="667"/>
        </pc:sldMkLst>
      </pc:sldChg>
      <pc:sldChg chg="del">
        <pc:chgData name="Amanda Countryman" userId="0be1c61d-c610-49a2-ae7e-a4e60bd07712" providerId="ADAL" clId="{00873937-8841-4394-9081-668AB0E0F950}" dt="2026-08-25T01:55:27.126" v="1" actId="47"/>
        <pc:sldMkLst>
          <pc:docMk/>
          <pc:sldMk cId="3445159686" sldId="668"/>
        </pc:sldMkLst>
      </pc:sldChg>
      <pc:sldChg chg="del">
        <pc:chgData name="Amanda Countryman" userId="0be1c61d-c610-49a2-ae7e-a4e60bd07712" providerId="ADAL" clId="{00873937-8841-4394-9081-668AB0E0F950}" dt="2026-08-25T01:55:27.126" v="1" actId="47"/>
        <pc:sldMkLst>
          <pc:docMk/>
          <pc:sldMk cId="1178867473" sldId="669"/>
        </pc:sldMkLst>
      </pc:sldChg>
      <pc:sldChg chg="del">
        <pc:chgData name="Amanda Countryman" userId="0be1c61d-c610-49a2-ae7e-a4e60bd07712" providerId="ADAL" clId="{00873937-8841-4394-9081-668AB0E0F950}" dt="2026-08-25T01:55:27.126" v="1" actId="47"/>
        <pc:sldMkLst>
          <pc:docMk/>
          <pc:sldMk cId="3637227542" sldId="671"/>
        </pc:sldMkLst>
      </pc:sldChg>
      <pc:sldChg chg="del">
        <pc:chgData name="Amanda Countryman" userId="0be1c61d-c610-49a2-ae7e-a4e60bd07712" providerId="ADAL" clId="{00873937-8841-4394-9081-668AB0E0F950}" dt="2026-08-25T01:55:27.126" v="1" actId="47"/>
        <pc:sldMkLst>
          <pc:docMk/>
          <pc:sldMk cId="2901803682" sldId="672"/>
        </pc:sldMkLst>
      </pc:sldChg>
      <pc:sldChg chg="del">
        <pc:chgData name="Amanda Countryman" userId="0be1c61d-c610-49a2-ae7e-a4e60bd07712" providerId="ADAL" clId="{00873937-8841-4394-9081-668AB0E0F950}" dt="2026-08-25T01:55:27.126" v="1" actId="47"/>
        <pc:sldMkLst>
          <pc:docMk/>
          <pc:sldMk cId="2892761762" sldId="673"/>
        </pc:sldMkLst>
      </pc:sldChg>
      <pc:sldChg chg="del">
        <pc:chgData name="Amanda Countryman" userId="0be1c61d-c610-49a2-ae7e-a4e60bd07712" providerId="ADAL" clId="{00873937-8841-4394-9081-668AB0E0F950}" dt="2026-08-25T01:55:11.395" v="0" actId="47"/>
        <pc:sldMkLst>
          <pc:docMk/>
          <pc:sldMk cId="2905375063" sldId="674"/>
        </pc:sldMkLst>
      </pc:sldChg>
      <pc:sldChg chg="del">
        <pc:chgData name="Amanda Countryman" userId="0be1c61d-c610-49a2-ae7e-a4e60bd07712" providerId="ADAL" clId="{00873937-8841-4394-9081-668AB0E0F950}" dt="2026-08-25T01:55:11.395" v="0" actId="47"/>
        <pc:sldMkLst>
          <pc:docMk/>
          <pc:sldMk cId="1867379302" sldId="675"/>
        </pc:sldMkLst>
      </pc:sldChg>
      <pc:sldChg chg="del">
        <pc:chgData name="Amanda Countryman" userId="0be1c61d-c610-49a2-ae7e-a4e60bd07712" providerId="ADAL" clId="{00873937-8841-4394-9081-668AB0E0F950}" dt="2026-08-25T01:55:11.395" v="0" actId="47"/>
        <pc:sldMkLst>
          <pc:docMk/>
          <pc:sldMk cId="920164417" sldId="676"/>
        </pc:sldMkLst>
      </pc:sldChg>
      <pc:sldChg chg="del">
        <pc:chgData name="Amanda Countryman" userId="0be1c61d-c610-49a2-ae7e-a4e60bd07712" providerId="ADAL" clId="{00873937-8841-4394-9081-668AB0E0F950}" dt="2026-08-25T01:55:11.395" v="0" actId="47"/>
        <pc:sldMkLst>
          <pc:docMk/>
          <pc:sldMk cId="1790891452" sldId="677"/>
        </pc:sldMkLst>
      </pc:sldChg>
      <pc:sldChg chg="del">
        <pc:chgData name="Amanda Countryman" userId="0be1c61d-c610-49a2-ae7e-a4e60bd07712" providerId="ADAL" clId="{00873937-8841-4394-9081-668AB0E0F950}" dt="2026-08-25T01:55:11.395" v="0" actId="47"/>
        <pc:sldMkLst>
          <pc:docMk/>
          <pc:sldMk cId="1964728646" sldId="678"/>
        </pc:sldMkLst>
      </pc:sldChg>
      <pc:sldChg chg="del">
        <pc:chgData name="Amanda Countryman" userId="0be1c61d-c610-49a2-ae7e-a4e60bd07712" providerId="ADAL" clId="{00873937-8841-4394-9081-668AB0E0F950}" dt="2026-08-25T01:55:11.395" v="0" actId="47"/>
        <pc:sldMkLst>
          <pc:docMk/>
          <pc:sldMk cId="3209933386" sldId="68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e8fa69a014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e8fa69a014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3"/>
        <p:cNvGrpSpPr/>
        <p:nvPr/>
      </p:nvGrpSpPr>
      <p:grpSpPr>
        <a:xfrm>
          <a:off x="0" y="0"/>
          <a:ext cx="0" cy="0"/>
          <a:chOff x="0" y="0"/>
          <a:chExt cx="0" cy="0"/>
        </a:xfrm>
      </p:grpSpPr>
      <p:sp>
        <p:nvSpPr>
          <p:cNvPr id="1304" name="Google Shape;1304;gf9ff62469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5" name="Google Shape;1305;gf9ff62469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3">
          <a:extLst>
            <a:ext uri="{FF2B5EF4-FFF2-40B4-BE49-F238E27FC236}">
              <a16:creationId xmlns:a16="http://schemas.microsoft.com/office/drawing/2014/main" id="{75B41005-86A7-CFB3-5A9C-C341B1CAC62B}"/>
            </a:ext>
          </a:extLst>
        </p:cNvPr>
        <p:cNvGrpSpPr/>
        <p:nvPr/>
      </p:nvGrpSpPr>
      <p:grpSpPr>
        <a:xfrm>
          <a:off x="0" y="0"/>
          <a:ext cx="0" cy="0"/>
          <a:chOff x="0" y="0"/>
          <a:chExt cx="0" cy="0"/>
        </a:xfrm>
      </p:grpSpPr>
      <p:sp>
        <p:nvSpPr>
          <p:cNvPr id="1304" name="Google Shape;1304;gf9ff62469e_0_0:notes">
            <a:extLst>
              <a:ext uri="{FF2B5EF4-FFF2-40B4-BE49-F238E27FC236}">
                <a16:creationId xmlns:a16="http://schemas.microsoft.com/office/drawing/2014/main" id="{50F6A5B6-BB78-4745-BE58-CEBA1C9A36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5" name="Google Shape;1305;gf9ff62469e_0_0:notes">
            <a:extLst>
              <a:ext uri="{FF2B5EF4-FFF2-40B4-BE49-F238E27FC236}">
                <a16:creationId xmlns:a16="http://schemas.microsoft.com/office/drawing/2014/main" id="{5E179ACB-576B-747C-C3BF-D19EB5C7BC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2462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gf9ff62469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0" name="Google Shape;1310;gf9ff62469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4"/>
        <p:cNvGrpSpPr/>
        <p:nvPr/>
      </p:nvGrpSpPr>
      <p:grpSpPr>
        <a:xfrm>
          <a:off x="0" y="0"/>
          <a:ext cx="0" cy="0"/>
          <a:chOff x="0" y="0"/>
          <a:chExt cx="0" cy="0"/>
        </a:xfrm>
      </p:grpSpPr>
      <p:sp>
        <p:nvSpPr>
          <p:cNvPr id="1315" name="Google Shape;1315;gf9ff62469e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6" name="Google Shape;1316;gf9ff62469e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0"/>
        <p:cNvGrpSpPr/>
        <p:nvPr/>
      </p:nvGrpSpPr>
      <p:grpSpPr>
        <a:xfrm>
          <a:off x="0" y="0"/>
          <a:ext cx="0" cy="0"/>
          <a:chOff x="0" y="0"/>
          <a:chExt cx="0" cy="0"/>
        </a:xfrm>
      </p:grpSpPr>
      <p:sp>
        <p:nvSpPr>
          <p:cNvPr id="1321" name="Google Shape;1321;gf9ff62469e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2" name="Google Shape;1322;gf9ff62469e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6"/>
        <p:cNvGrpSpPr/>
        <p:nvPr/>
      </p:nvGrpSpPr>
      <p:grpSpPr>
        <a:xfrm>
          <a:off x="0" y="0"/>
          <a:ext cx="0" cy="0"/>
          <a:chOff x="0" y="0"/>
          <a:chExt cx="0" cy="0"/>
        </a:xfrm>
      </p:grpSpPr>
      <p:sp>
        <p:nvSpPr>
          <p:cNvPr id="1327" name="Google Shape;1327;gf9ff62469e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8" name="Google Shape;1328;gf9ff62469e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3"/>
        <p:cNvGrpSpPr/>
        <p:nvPr/>
      </p:nvGrpSpPr>
      <p:grpSpPr>
        <a:xfrm>
          <a:off x="0" y="0"/>
          <a:ext cx="0" cy="0"/>
          <a:chOff x="0" y="0"/>
          <a:chExt cx="0" cy="0"/>
        </a:xfrm>
      </p:grpSpPr>
      <p:sp>
        <p:nvSpPr>
          <p:cNvPr id="1334" name="Google Shape;1334;gf9ff62469e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5" name="Google Shape;1335;gf9ff62469e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9"/>
        <p:cNvGrpSpPr/>
        <p:nvPr/>
      </p:nvGrpSpPr>
      <p:grpSpPr>
        <a:xfrm>
          <a:off x="0" y="0"/>
          <a:ext cx="0" cy="0"/>
          <a:chOff x="0" y="0"/>
          <a:chExt cx="0" cy="0"/>
        </a:xfrm>
      </p:grpSpPr>
      <p:sp>
        <p:nvSpPr>
          <p:cNvPr id="1340" name="Google Shape;1340;gf9ff62469e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1" name="Google Shape;1341;gf9ff62469e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5"/>
        <p:cNvGrpSpPr/>
        <p:nvPr/>
      </p:nvGrpSpPr>
      <p:grpSpPr>
        <a:xfrm>
          <a:off x="0" y="0"/>
          <a:ext cx="0" cy="0"/>
          <a:chOff x="0" y="0"/>
          <a:chExt cx="0" cy="0"/>
        </a:xfrm>
      </p:grpSpPr>
      <p:sp>
        <p:nvSpPr>
          <p:cNvPr id="1346" name="Google Shape;1346;gf9ff62469e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7" name="Google Shape;1347;gf9ff62469e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0"/>
        <p:cNvGrpSpPr/>
        <p:nvPr/>
      </p:nvGrpSpPr>
      <p:grpSpPr>
        <a:xfrm>
          <a:off x="0" y="0"/>
          <a:ext cx="0" cy="0"/>
          <a:chOff x="0" y="0"/>
          <a:chExt cx="0" cy="0"/>
        </a:xfrm>
      </p:grpSpPr>
      <p:sp>
        <p:nvSpPr>
          <p:cNvPr id="1351" name="Google Shape;1351;gf9ff62469e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2" name="Google Shape;1352;gf9ff62469e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6"/>
        <p:cNvGrpSpPr/>
        <p:nvPr/>
      </p:nvGrpSpPr>
      <p:grpSpPr>
        <a:xfrm>
          <a:off x="0" y="0"/>
          <a:ext cx="0" cy="0"/>
          <a:chOff x="0" y="0"/>
          <a:chExt cx="0" cy="0"/>
        </a:xfrm>
      </p:grpSpPr>
      <p:sp>
        <p:nvSpPr>
          <p:cNvPr id="1357" name="Google Shape;1357;gf9ff62469e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8" name="Google Shape;1358;gf9ff62469e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1"/>
        <p:cNvGrpSpPr/>
        <p:nvPr/>
      </p:nvGrpSpPr>
      <p:grpSpPr>
        <a:xfrm>
          <a:off x="0" y="0"/>
          <a:ext cx="0" cy="0"/>
          <a:chOff x="0" y="0"/>
          <a:chExt cx="0" cy="0"/>
        </a:xfrm>
      </p:grpSpPr>
      <p:sp>
        <p:nvSpPr>
          <p:cNvPr id="1362" name="Google Shape;1362;gf9ff62469e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3" name="Google Shape;1363;gf9ff62469e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8"/>
        <p:cNvGrpSpPr/>
        <p:nvPr/>
      </p:nvGrpSpPr>
      <p:grpSpPr>
        <a:xfrm>
          <a:off x="0" y="0"/>
          <a:ext cx="0" cy="0"/>
          <a:chOff x="0" y="0"/>
          <a:chExt cx="0" cy="0"/>
        </a:xfrm>
      </p:grpSpPr>
      <p:sp>
        <p:nvSpPr>
          <p:cNvPr id="1369" name="Google Shape;1369;gf9ff62469e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0" name="Google Shape;1370;gf9ff62469e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4"/>
        <p:cNvGrpSpPr/>
        <p:nvPr/>
      </p:nvGrpSpPr>
      <p:grpSpPr>
        <a:xfrm>
          <a:off x="0" y="0"/>
          <a:ext cx="0" cy="0"/>
          <a:chOff x="0" y="0"/>
          <a:chExt cx="0" cy="0"/>
        </a:xfrm>
      </p:grpSpPr>
      <p:sp>
        <p:nvSpPr>
          <p:cNvPr id="1375" name="Google Shape;1375;gfad29b0c9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6" name="Google Shape;1376;gfad29b0c9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9"/>
        <p:cNvGrpSpPr/>
        <p:nvPr/>
      </p:nvGrpSpPr>
      <p:grpSpPr>
        <a:xfrm>
          <a:off x="0" y="0"/>
          <a:ext cx="0" cy="0"/>
          <a:chOff x="0" y="0"/>
          <a:chExt cx="0" cy="0"/>
        </a:xfrm>
      </p:grpSpPr>
      <p:sp>
        <p:nvSpPr>
          <p:cNvPr id="1380" name="Google Shape;1380;gfad29b0c9d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1" name="Google Shape;1381;gfad29b0c9d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5"/>
        <p:cNvGrpSpPr/>
        <p:nvPr/>
      </p:nvGrpSpPr>
      <p:grpSpPr>
        <a:xfrm>
          <a:off x="0" y="0"/>
          <a:ext cx="0" cy="0"/>
          <a:chOff x="0" y="0"/>
          <a:chExt cx="0" cy="0"/>
        </a:xfrm>
      </p:grpSpPr>
      <p:sp>
        <p:nvSpPr>
          <p:cNvPr id="1386" name="Google Shape;1386;gfad29b0c9d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7" name="Google Shape;1387;gfad29b0c9d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1"/>
        <p:cNvGrpSpPr/>
        <p:nvPr/>
      </p:nvGrpSpPr>
      <p:grpSpPr>
        <a:xfrm>
          <a:off x="0" y="0"/>
          <a:ext cx="0" cy="0"/>
          <a:chOff x="0" y="0"/>
          <a:chExt cx="0" cy="0"/>
        </a:xfrm>
      </p:grpSpPr>
      <p:sp>
        <p:nvSpPr>
          <p:cNvPr id="1392" name="Google Shape;1392;gfad29b0c9d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3" name="Google Shape;1393;gfad29b0c9d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7"/>
        <p:cNvGrpSpPr/>
        <p:nvPr/>
      </p:nvGrpSpPr>
      <p:grpSpPr>
        <a:xfrm>
          <a:off x="0" y="0"/>
          <a:ext cx="0" cy="0"/>
          <a:chOff x="0" y="0"/>
          <a:chExt cx="0" cy="0"/>
        </a:xfrm>
      </p:grpSpPr>
      <p:sp>
        <p:nvSpPr>
          <p:cNvPr id="1398" name="Google Shape;1398;gfad29b0c9d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9" name="Google Shape;1399;gfad29b0c9d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Fundamentally unidentified questions (FUQ) - delaying school start age; testing at different points means some have more schooling; testing at same time but different ages mean some are more mature </a:t>
            </a:r>
          </a:p>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3"/>
        <p:cNvGrpSpPr/>
        <p:nvPr/>
      </p:nvGrpSpPr>
      <p:grpSpPr>
        <a:xfrm>
          <a:off x="0" y="0"/>
          <a:ext cx="0" cy="0"/>
          <a:chOff x="0" y="0"/>
          <a:chExt cx="0" cy="0"/>
        </a:xfrm>
      </p:grpSpPr>
      <p:sp>
        <p:nvSpPr>
          <p:cNvPr id="1404" name="Google Shape;1404;gfad29b0c9d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5" name="Google Shape;1405;gfad29b0c9d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9"/>
        <p:cNvGrpSpPr/>
        <p:nvPr/>
      </p:nvGrpSpPr>
      <p:grpSpPr>
        <a:xfrm>
          <a:off x="0" y="0"/>
          <a:ext cx="0" cy="0"/>
          <a:chOff x="0" y="0"/>
          <a:chExt cx="0" cy="0"/>
        </a:xfrm>
      </p:grpSpPr>
      <p:sp>
        <p:nvSpPr>
          <p:cNvPr id="1410" name="Google Shape;1410;gfad29b0c9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1" name="Google Shape;1411;gfad29b0c9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5"/>
        <p:cNvGrpSpPr/>
        <p:nvPr/>
      </p:nvGrpSpPr>
      <p:grpSpPr>
        <a:xfrm>
          <a:off x="0" y="0"/>
          <a:ext cx="0" cy="0"/>
          <a:chOff x="0" y="0"/>
          <a:chExt cx="0" cy="0"/>
        </a:xfrm>
      </p:grpSpPr>
      <p:sp>
        <p:nvSpPr>
          <p:cNvPr id="1416" name="Google Shape;1416;gfad29b0c9d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7" name="Google Shape;1417;gfad29b0c9d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p:cNvGrpSpPr/>
        <p:nvPr/>
      </p:nvGrpSpPr>
      <p:grpSpPr>
        <a:xfrm>
          <a:off x="0" y="0"/>
          <a:ext cx="0" cy="0"/>
          <a:chOff x="0" y="0"/>
          <a:chExt cx="0" cy="0"/>
        </a:xfrm>
      </p:grpSpPr>
      <p:sp>
        <p:nvSpPr>
          <p:cNvPr id="1427" name="Google Shape;1427;gfad29b0c9d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8" name="Google Shape;1428;gfad29b0c9d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5"/>
        <p:cNvGrpSpPr/>
        <p:nvPr/>
      </p:nvGrpSpPr>
      <p:grpSpPr>
        <a:xfrm>
          <a:off x="0" y="0"/>
          <a:ext cx="0" cy="0"/>
          <a:chOff x="0" y="0"/>
          <a:chExt cx="0" cy="0"/>
        </a:xfrm>
      </p:grpSpPr>
      <p:sp>
        <p:nvSpPr>
          <p:cNvPr id="1436" name="Google Shape;1436;gfad29b0c9d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7" name="Google Shape;1437;gfad29b0c9d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1"/>
        <p:cNvGrpSpPr/>
        <p:nvPr/>
      </p:nvGrpSpPr>
      <p:grpSpPr>
        <a:xfrm>
          <a:off x="0" y="0"/>
          <a:ext cx="0" cy="0"/>
          <a:chOff x="0" y="0"/>
          <a:chExt cx="0" cy="0"/>
        </a:xfrm>
      </p:grpSpPr>
      <p:sp>
        <p:nvSpPr>
          <p:cNvPr id="1442" name="Google Shape;1442;gfad29b0c9d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3" name="Google Shape;1443;gfad29b0c9d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8"/>
        <p:cNvGrpSpPr/>
        <p:nvPr/>
      </p:nvGrpSpPr>
      <p:grpSpPr>
        <a:xfrm>
          <a:off x="0" y="0"/>
          <a:ext cx="0" cy="0"/>
          <a:chOff x="0" y="0"/>
          <a:chExt cx="0" cy="0"/>
        </a:xfrm>
      </p:grpSpPr>
      <p:sp>
        <p:nvSpPr>
          <p:cNvPr id="1449" name="Google Shape;1449;gfad29b0c9d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0" name="Google Shape;1450;gfad29b0c9d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4"/>
        <p:cNvGrpSpPr/>
        <p:nvPr/>
      </p:nvGrpSpPr>
      <p:grpSpPr>
        <a:xfrm>
          <a:off x="0" y="0"/>
          <a:ext cx="0" cy="0"/>
          <a:chOff x="0" y="0"/>
          <a:chExt cx="0" cy="0"/>
        </a:xfrm>
      </p:grpSpPr>
      <p:sp>
        <p:nvSpPr>
          <p:cNvPr id="1455" name="Google Shape;1455;gf75a6f822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6" name="Google Shape;1456;gf75a6f822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0"/>
        <p:cNvGrpSpPr/>
        <p:nvPr/>
      </p:nvGrpSpPr>
      <p:grpSpPr>
        <a:xfrm>
          <a:off x="0" y="0"/>
          <a:ext cx="0" cy="0"/>
          <a:chOff x="0" y="0"/>
          <a:chExt cx="0" cy="0"/>
        </a:xfrm>
      </p:grpSpPr>
      <p:sp>
        <p:nvSpPr>
          <p:cNvPr id="1461" name="Google Shape;1461;gf75a6f822e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2" name="Google Shape;1462;gf75a6f822e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6"/>
        <p:cNvGrpSpPr/>
        <p:nvPr/>
      </p:nvGrpSpPr>
      <p:grpSpPr>
        <a:xfrm>
          <a:off x="0" y="0"/>
          <a:ext cx="0" cy="0"/>
          <a:chOff x="0" y="0"/>
          <a:chExt cx="0" cy="0"/>
        </a:xfrm>
      </p:grpSpPr>
      <p:sp>
        <p:nvSpPr>
          <p:cNvPr id="1467" name="Google Shape;1467;gf75a6f822e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8" name="Google Shape;1468;gf75a6f822e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2"/>
        <p:cNvGrpSpPr/>
        <p:nvPr/>
      </p:nvGrpSpPr>
      <p:grpSpPr>
        <a:xfrm>
          <a:off x="0" y="0"/>
          <a:ext cx="0" cy="0"/>
          <a:chOff x="0" y="0"/>
          <a:chExt cx="0" cy="0"/>
        </a:xfrm>
      </p:grpSpPr>
      <p:sp>
        <p:nvSpPr>
          <p:cNvPr id="1473" name="Google Shape;1473;gf75a6f822e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4" name="Google Shape;1474;gf75a6f822e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8"/>
        <p:cNvGrpSpPr/>
        <p:nvPr/>
      </p:nvGrpSpPr>
      <p:grpSpPr>
        <a:xfrm>
          <a:off x="0" y="0"/>
          <a:ext cx="0" cy="0"/>
          <a:chOff x="0" y="0"/>
          <a:chExt cx="0" cy="0"/>
        </a:xfrm>
      </p:grpSpPr>
      <p:sp>
        <p:nvSpPr>
          <p:cNvPr id="1479" name="Google Shape;1479;gf75a6f822e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0" name="Google Shape;1480;gf75a6f822e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5"/>
        <p:cNvGrpSpPr/>
        <p:nvPr/>
      </p:nvGrpSpPr>
      <p:grpSpPr>
        <a:xfrm>
          <a:off x="0" y="0"/>
          <a:ext cx="0" cy="0"/>
          <a:chOff x="0" y="0"/>
          <a:chExt cx="0" cy="0"/>
        </a:xfrm>
      </p:grpSpPr>
      <p:sp>
        <p:nvSpPr>
          <p:cNvPr id="1486" name="Google Shape;1486;gf75a6f822e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7" name="Google Shape;1487;gf75a6f822e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1"/>
        <p:cNvGrpSpPr/>
        <p:nvPr/>
      </p:nvGrpSpPr>
      <p:grpSpPr>
        <a:xfrm>
          <a:off x="0" y="0"/>
          <a:ext cx="0" cy="0"/>
          <a:chOff x="0" y="0"/>
          <a:chExt cx="0" cy="0"/>
        </a:xfrm>
      </p:grpSpPr>
      <p:sp>
        <p:nvSpPr>
          <p:cNvPr id="1492" name="Google Shape;1492;gf75a6f822e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3" name="Google Shape;1493;gf75a6f822e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0"/>
        <p:cNvGrpSpPr/>
        <p:nvPr/>
      </p:nvGrpSpPr>
      <p:grpSpPr>
        <a:xfrm>
          <a:off x="0" y="0"/>
          <a:ext cx="0" cy="0"/>
          <a:chOff x="0" y="0"/>
          <a:chExt cx="0" cy="0"/>
        </a:xfrm>
      </p:grpSpPr>
      <p:sp>
        <p:nvSpPr>
          <p:cNvPr id="1501" name="Google Shape;1501;gf75a6f822e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2" name="Google Shape;1502;gf75a6f822e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7"/>
        <p:cNvGrpSpPr/>
        <p:nvPr/>
      </p:nvGrpSpPr>
      <p:grpSpPr>
        <a:xfrm>
          <a:off x="0" y="0"/>
          <a:ext cx="0" cy="0"/>
          <a:chOff x="0" y="0"/>
          <a:chExt cx="0" cy="0"/>
        </a:xfrm>
      </p:grpSpPr>
      <p:sp>
        <p:nvSpPr>
          <p:cNvPr id="1508" name="Google Shape;1508;gf75a6f822e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9" name="Google Shape;1509;gf75a6f822e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3"/>
        <p:cNvGrpSpPr/>
        <p:nvPr/>
      </p:nvGrpSpPr>
      <p:grpSpPr>
        <a:xfrm>
          <a:off x="0" y="0"/>
          <a:ext cx="0" cy="0"/>
          <a:chOff x="0" y="0"/>
          <a:chExt cx="0" cy="0"/>
        </a:xfrm>
      </p:grpSpPr>
      <p:sp>
        <p:nvSpPr>
          <p:cNvPr id="1514" name="Google Shape;1514;gf75a6f822e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5" name="Google Shape;1515;gf75a6f822e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Lottery example: Can we think of a placebo test to probe identification of the treatment (winning the lottery)? The control group is people that won smaller prizes. This helps make the comparison between treatment and control more believable. A placebo might be regressing pre-treatment earnings on winning. We expect no effect.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RDD, the covariates should be uncorrelated with the treatment conditional on the forcing variable (the thing that along with the threshold determines treatment). Test this conditional independence by using some presumed uncorrelated covariate as the outcome of interest in the RDD. </a:t>
            </a:r>
            <a:endParaRPr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3"/>
        <p:cNvGrpSpPr/>
        <p:nvPr/>
      </p:nvGrpSpPr>
      <p:grpSpPr>
        <a:xfrm>
          <a:off x="0" y="0"/>
          <a:ext cx="0" cy="0"/>
          <a:chOff x="0" y="0"/>
          <a:chExt cx="0" cy="0"/>
        </a:xfrm>
      </p:grpSpPr>
      <p:sp>
        <p:nvSpPr>
          <p:cNvPr id="1514" name="Google Shape;1514;gf75a6f822e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5" name="Google Shape;1515;gf75a6f822e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424785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9"/>
        <p:cNvGrpSpPr/>
        <p:nvPr/>
      </p:nvGrpSpPr>
      <p:grpSpPr>
        <a:xfrm>
          <a:off x="0" y="0"/>
          <a:ext cx="0" cy="0"/>
          <a:chOff x="0" y="0"/>
          <a:chExt cx="0" cy="0"/>
        </a:xfrm>
      </p:grpSpPr>
      <p:sp>
        <p:nvSpPr>
          <p:cNvPr id="1520" name="Google Shape;1520;gf75a6f822e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1" name="Google Shape;1521;gf75a6f822e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5"/>
        <p:cNvGrpSpPr/>
        <p:nvPr/>
      </p:nvGrpSpPr>
      <p:grpSpPr>
        <a:xfrm>
          <a:off x="0" y="0"/>
          <a:ext cx="0" cy="0"/>
          <a:chOff x="0" y="0"/>
          <a:chExt cx="0" cy="0"/>
        </a:xfrm>
      </p:grpSpPr>
      <p:sp>
        <p:nvSpPr>
          <p:cNvPr id="1526" name="Google Shape;1526;gf75a6f822e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7" name="Google Shape;1527;gf75a6f822e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1"/>
        <p:cNvGrpSpPr/>
        <p:nvPr/>
      </p:nvGrpSpPr>
      <p:grpSpPr>
        <a:xfrm>
          <a:off x="0" y="0"/>
          <a:ext cx="0" cy="0"/>
          <a:chOff x="0" y="0"/>
          <a:chExt cx="0" cy="0"/>
        </a:xfrm>
      </p:grpSpPr>
      <p:sp>
        <p:nvSpPr>
          <p:cNvPr id="1532" name="Google Shape;1532;gf75a6f822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3" name="Google Shape;1533;gf75a6f822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8"/>
        <p:cNvGrpSpPr/>
        <p:nvPr/>
      </p:nvGrpSpPr>
      <p:grpSpPr>
        <a:xfrm>
          <a:off x="0" y="0"/>
          <a:ext cx="0" cy="0"/>
          <a:chOff x="0" y="0"/>
          <a:chExt cx="0" cy="0"/>
        </a:xfrm>
      </p:grpSpPr>
      <p:sp>
        <p:nvSpPr>
          <p:cNvPr id="1539" name="Google Shape;1539;gf75a6f822e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0" name="Google Shape;1540;gf75a6f822e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6"/>
        <p:cNvGrpSpPr/>
        <p:nvPr/>
      </p:nvGrpSpPr>
      <p:grpSpPr>
        <a:xfrm>
          <a:off x="0" y="0"/>
          <a:ext cx="0" cy="0"/>
          <a:chOff x="0" y="0"/>
          <a:chExt cx="0" cy="0"/>
        </a:xfrm>
      </p:grpSpPr>
      <p:sp>
        <p:nvSpPr>
          <p:cNvPr id="1547" name="Google Shape;1547;gf75a6f822e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8" name="Google Shape;1548;gf75a6f822e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2"/>
        <p:cNvGrpSpPr/>
        <p:nvPr/>
      </p:nvGrpSpPr>
      <p:grpSpPr>
        <a:xfrm>
          <a:off x="0" y="0"/>
          <a:ext cx="0" cy="0"/>
          <a:chOff x="0" y="0"/>
          <a:chExt cx="0" cy="0"/>
        </a:xfrm>
      </p:grpSpPr>
      <p:sp>
        <p:nvSpPr>
          <p:cNvPr id="1553" name="Google Shape;1553;gf75a6f822e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4" name="Google Shape;1554;gf75a6f822e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8"/>
        <p:cNvGrpSpPr/>
        <p:nvPr/>
      </p:nvGrpSpPr>
      <p:grpSpPr>
        <a:xfrm>
          <a:off x="0" y="0"/>
          <a:ext cx="0" cy="0"/>
          <a:chOff x="0" y="0"/>
          <a:chExt cx="0" cy="0"/>
        </a:xfrm>
      </p:grpSpPr>
      <p:sp>
        <p:nvSpPr>
          <p:cNvPr id="1559" name="Google Shape;1559;gfd4a6ff6c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0" name="Google Shape;1560;gfd4a6ff6c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3"/>
        <p:cNvGrpSpPr/>
        <p:nvPr/>
      </p:nvGrpSpPr>
      <p:grpSpPr>
        <a:xfrm>
          <a:off x="0" y="0"/>
          <a:ext cx="0" cy="0"/>
          <a:chOff x="0" y="0"/>
          <a:chExt cx="0" cy="0"/>
        </a:xfrm>
      </p:grpSpPr>
      <p:sp>
        <p:nvSpPr>
          <p:cNvPr id="1564" name="Google Shape;1564;gfd4a6ff6c4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5" name="Google Shape;1565;gfd4a6ff6c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9"/>
        <p:cNvGrpSpPr/>
        <p:nvPr/>
      </p:nvGrpSpPr>
      <p:grpSpPr>
        <a:xfrm>
          <a:off x="0" y="0"/>
          <a:ext cx="0" cy="0"/>
          <a:chOff x="0" y="0"/>
          <a:chExt cx="0" cy="0"/>
        </a:xfrm>
      </p:grpSpPr>
      <p:sp>
        <p:nvSpPr>
          <p:cNvPr id="1570" name="Google Shape;1570;gfd4a6ff6c4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1" name="Google Shape;1571;gfd4a6ff6c4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5"/>
        <p:cNvGrpSpPr/>
        <p:nvPr/>
      </p:nvGrpSpPr>
      <p:grpSpPr>
        <a:xfrm>
          <a:off x="0" y="0"/>
          <a:ext cx="0" cy="0"/>
          <a:chOff x="0" y="0"/>
          <a:chExt cx="0" cy="0"/>
        </a:xfrm>
      </p:grpSpPr>
      <p:sp>
        <p:nvSpPr>
          <p:cNvPr id="1576" name="Google Shape;1576;gfd4a6ff6c4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7" name="Google Shape;1577;gfd4a6ff6c4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5"/>
        <p:cNvGrpSpPr/>
        <p:nvPr/>
      </p:nvGrpSpPr>
      <p:grpSpPr>
        <a:xfrm>
          <a:off x="0" y="0"/>
          <a:ext cx="0" cy="0"/>
          <a:chOff x="0" y="0"/>
          <a:chExt cx="0" cy="0"/>
        </a:xfrm>
      </p:grpSpPr>
      <p:sp>
        <p:nvSpPr>
          <p:cNvPr id="1576" name="Google Shape;1576;gfd4a6ff6c4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7" name="Google Shape;1577;gfd4a6ff6c4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82063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1"/>
        <p:cNvGrpSpPr/>
        <p:nvPr/>
      </p:nvGrpSpPr>
      <p:grpSpPr>
        <a:xfrm>
          <a:off x="0" y="0"/>
          <a:ext cx="0" cy="0"/>
          <a:chOff x="0" y="0"/>
          <a:chExt cx="0" cy="0"/>
        </a:xfrm>
      </p:grpSpPr>
      <p:sp>
        <p:nvSpPr>
          <p:cNvPr id="1582" name="Google Shape;1582;gfd4a6ff6c4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3" name="Google Shape;1583;gfd4a6ff6c4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p:cNvGrpSpPr/>
        <p:nvPr/>
      </p:nvGrpSpPr>
      <p:grpSpPr>
        <a:xfrm>
          <a:off x="0" y="0"/>
          <a:ext cx="0" cy="0"/>
          <a:chOff x="0" y="0"/>
          <a:chExt cx="0" cy="0"/>
        </a:xfrm>
      </p:grpSpPr>
      <p:sp>
        <p:nvSpPr>
          <p:cNvPr id="1588" name="Google Shape;1588;gfd4a6ff6c4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fd4a6ff6c4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859529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p:cNvGrpSpPr/>
        <p:nvPr/>
      </p:nvGrpSpPr>
      <p:grpSpPr>
        <a:xfrm>
          <a:off x="0" y="0"/>
          <a:ext cx="0" cy="0"/>
          <a:chOff x="0" y="0"/>
          <a:chExt cx="0" cy="0"/>
        </a:xfrm>
      </p:grpSpPr>
      <p:sp>
        <p:nvSpPr>
          <p:cNvPr id="1588" name="Google Shape;1588;gfd4a6ff6c4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fd4a6ff6c4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851037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p:cNvGrpSpPr/>
        <p:nvPr/>
      </p:nvGrpSpPr>
      <p:grpSpPr>
        <a:xfrm>
          <a:off x="0" y="0"/>
          <a:ext cx="0" cy="0"/>
          <a:chOff x="0" y="0"/>
          <a:chExt cx="0" cy="0"/>
        </a:xfrm>
      </p:grpSpPr>
      <p:sp>
        <p:nvSpPr>
          <p:cNvPr id="1588" name="Google Shape;1588;gfd4a6ff6c4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fd4a6ff6c4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3"/>
        <p:cNvGrpSpPr/>
        <p:nvPr/>
      </p:nvGrpSpPr>
      <p:grpSpPr>
        <a:xfrm>
          <a:off x="0" y="0"/>
          <a:ext cx="0" cy="0"/>
          <a:chOff x="0" y="0"/>
          <a:chExt cx="0" cy="0"/>
        </a:xfrm>
      </p:grpSpPr>
      <p:sp>
        <p:nvSpPr>
          <p:cNvPr id="1594" name="Google Shape;1594;gfd4a6ff6c4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5" name="Google Shape;1595;gfd4a6ff6c4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9"/>
        <p:cNvGrpSpPr/>
        <p:nvPr/>
      </p:nvGrpSpPr>
      <p:grpSpPr>
        <a:xfrm>
          <a:off x="0" y="0"/>
          <a:ext cx="0" cy="0"/>
          <a:chOff x="0" y="0"/>
          <a:chExt cx="0" cy="0"/>
        </a:xfrm>
      </p:grpSpPr>
      <p:sp>
        <p:nvSpPr>
          <p:cNvPr id="1600" name="Google Shape;1600;gfd4a6ff6c4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1" name="Google Shape;1601;gfd4a6ff6c4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5"/>
        <p:cNvGrpSpPr/>
        <p:nvPr/>
      </p:nvGrpSpPr>
      <p:grpSpPr>
        <a:xfrm>
          <a:off x="0" y="0"/>
          <a:ext cx="0" cy="0"/>
          <a:chOff x="0" y="0"/>
          <a:chExt cx="0" cy="0"/>
        </a:xfrm>
      </p:grpSpPr>
      <p:sp>
        <p:nvSpPr>
          <p:cNvPr id="1606" name="Google Shape;1606;gfd4a6ff6c4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7" name="Google Shape;1607;gfd4a6ff6c4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Friedman’s analogy of the billiard player who has no formal knowledge of physics but plays as if he does</a:t>
            </a:r>
            <a:endParaRPr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1"/>
        <p:cNvGrpSpPr/>
        <p:nvPr/>
      </p:nvGrpSpPr>
      <p:grpSpPr>
        <a:xfrm>
          <a:off x="0" y="0"/>
          <a:ext cx="0" cy="0"/>
          <a:chOff x="0" y="0"/>
          <a:chExt cx="0" cy="0"/>
        </a:xfrm>
      </p:grpSpPr>
      <p:sp>
        <p:nvSpPr>
          <p:cNvPr id="1612" name="Google Shape;1612;gfd4a6ff6c4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3" name="Google Shape;1613;gfd4a6ff6c4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1"/>
        <p:cNvGrpSpPr/>
        <p:nvPr/>
      </p:nvGrpSpPr>
      <p:grpSpPr>
        <a:xfrm>
          <a:off x="0" y="0"/>
          <a:ext cx="0" cy="0"/>
          <a:chOff x="0" y="0"/>
          <a:chExt cx="0" cy="0"/>
        </a:xfrm>
      </p:grpSpPr>
      <p:sp>
        <p:nvSpPr>
          <p:cNvPr id="1612" name="Google Shape;1612;gfd4a6ff6c4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3" name="Google Shape;1613;gfd4a6ff6c4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137895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3"/>
        <p:cNvGrpSpPr/>
        <p:nvPr/>
      </p:nvGrpSpPr>
      <p:grpSpPr>
        <a:xfrm>
          <a:off x="0" y="0"/>
          <a:ext cx="0" cy="0"/>
          <a:chOff x="0" y="0"/>
          <a:chExt cx="0" cy="0"/>
        </a:xfrm>
      </p:grpSpPr>
      <p:sp>
        <p:nvSpPr>
          <p:cNvPr id="1624" name="Google Shape;1624;gfd4a6ff6c4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5" name="Google Shape;1625;gfd4a6ff6c4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9"/>
        <p:cNvGrpSpPr/>
        <p:nvPr/>
      </p:nvGrpSpPr>
      <p:grpSpPr>
        <a:xfrm>
          <a:off x="0" y="0"/>
          <a:ext cx="0" cy="0"/>
          <a:chOff x="0" y="0"/>
          <a:chExt cx="0" cy="0"/>
        </a:xfrm>
      </p:grpSpPr>
      <p:sp>
        <p:nvSpPr>
          <p:cNvPr id="1630" name="Google Shape;1630;g10061debff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1" name="Google Shape;1631;g10061debff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4"/>
        <p:cNvGrpSpPr/>
        <p:nvPr/>
      </p:nvGrpSpPr>
      <p:grpSpPr>
        <a:xfrm>
          <a:off x="0" y="0"/>
          <a:ext cx="0" cy="0"/>
          <a:chOff x="0" y="0"/>
          <a:chExt cx="0" cy="0"/>
        </a:xfrm>
      </p:grpSpPr>
      <p:sp>
        <p:nvSpPr>
          <p:cNvPr id="1635" name="Google Shape;1635;g10061debff1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6" name="Google Shape;1636;g10061debff1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that attention focuses on less ambitious sets of questions such as treatment effects of a particular policy in place, but not effects of new policies or of old policies in new environments, creating a selection bias in what gets evaluated;</a:t>
            </a:r>
          </a:p>
          <a:p>
            <a:r>
              <a:rPr lang="en-US" dirty="0"/>
              <a:t>that randomized designs make no fewer assumptions than structural econometrics, but do so implicitly not explicitly, and with assumptions about determinants of treatment, such as “no </a:t>
            </a:r>
            <a:r>
              <a:rPr lang="en-US" dirty="0" err="1"/>
              <a:t>defiers</a:t>
            </a:r>
            <a:r>
              <a:rPr lang="en-US" dirty="0"/>
              <a:t>” (subjects doing the opposite of what they are assigned to do) rather than about how treatment affects outcomes</a:t>
            </a:r>
          </a:p>
          <a:p>
            <a:r>
              <a:rPr lang="en-US" dirty="0"/>
              <a:t>that </a:t>
            </a:r>
            <a:r>
              <a:rPr lang="en-US" dirty="0" err="1"/>
              <a:t>randomistas</a:t>
            </a:r>
            <a:r>
              <a:rPr lang="en-US" dirty="0"/>
              <a:t> focus on whether treatments worked, but not why they worked; (d) </a:t>
            </a:r>
          </a:p>
          <a:p>
            <a:r>
              <a:rPr lang="en-US" dirty="0"/>
              <a:t>that actual balance in any single RCT is confused with balance in expectation over many (hypothetical) trials; and, (e) </a:t>
            </a:r>
          </a:p>
          <a:p>
            <a:r>
              <a:rPr lang="en-US" dirty="0"/>
              <a:t>that cumulative scientific progress is undermined by minimizing the role of prior knowledge</a:t>
            </a:r>
          </a:p>
          <a:p>
            <a:endParaRPr lang="en-US" dirty="0"/>
          </a:p>
        </p:txBody>
      </p:sp>
    </p:spTree>
    <p:extLst>
      <p:ext uri="{BB962C8B-B14F-4D97-AF65-F5344CB8AC3E}">
        <p14:creationId xmlns:p14="http://schemas.microsoft.com/office/powerpoint/2010/main" val="255543767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0"/>
        <p:cNvGrpSpPr/>
        <p:nvPr/>
      </p:nvGrpSpPr>
      <p:grpSpPr>
        <a:xfrm>
          <a:off x="0" y="0"/>
          <a:ext cx="0" cy="0"/>
          <a:chOff x="0" y="0"/>
          <a:chExt cx="0" cy="0"/>
        </a:xfrm>
      </p:grpSpPr>
      <p:sp>
        <p:nvSpPr>
          <p:cNvPr id="1641" name="Google Shape;1641;g10061debff1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2" name="Google Shape;1642;g10061debff1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6"/>
        <p:cNvGrpSpPr/>
        <p:nvPr/>
      </p:nvGrpSpPr>
      <p:grpSpPr>
        <a:xfrm>
          <a:off x="0" y="0"/>
          <a:ext cx="0" cy="0"/>
          <a:chOff x="0" y="0"/>
          <a:chExt cx="0" cy="0"/>
        </a:xfrm>
      </p:grpSpPr>
      <p:sp>
        <p:nvSpPr>
          <p:cNvPr id="1647" name="Google Shape;1647;g10061debff1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8" name="Google Shape;1648;g10061debff1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2"/>
        <p:cNvGrpSpPr/>
        <p:nvPr/>
      </p:nvGrpSpPr>
      <p:grpSpPr>
        <a:xfrm>
          <a:off x="0" y="0"/>
          <a:ext cx="0" cy="0"/>
          <a:chOff x="0" y="0"/>
          <a:chExt cx="0" cy="0"/>
        </a:xfrm>
      </p:grpSpPr>
      <p:sp>
        <p:nvSpPr>
          <p:cNvPr id="1653" name="Google Shape;1653;g10061debff1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4" name="Google Shape;1654;g10061debff1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8"/>
        <p:cNvGrpSpPr/>
        <p:nvPr/>
      </p:nvGrpSpPr>
      <p:grpSpPr>
        <a:xfrm>
          <a:off x="0" y="0"/>
          <a:ext cx="0" cy="0"/>
          <a:chOff x="0" y="0"/>
          <a:chExt cx="0" cy="0"/>
        </a:xfrm>
      </p:grpSpPr>
      <p:sp>
        <p:nvSpPr>
          <p:cNvPr id="1659" name="Google Shape;1659;g10061debff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0" name="Google Shape;1660;g10061debff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3"/>
        <p:cNvGrpSpPr/>
        <p:nvPr/>
      </p:nvGrpSpPr>
      <p:grpSpPr>
        <a:xfrm>
          <a:off x="0" y="0"/>
          <a:ext cx="0" cy="0"/>
          <a:chOff x="0" y="0"/>
          <a:chExt cx="0" cy="0"/>
        </a:xfrm>
      </p:grpSpPr>
      <p:sp>
        <p:nvSpPr>
          <p:cNvPr id="1664" name="Google Shape;1664;g10061debff1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5" name="Google Shape;1665;g10061debff1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9"/>
        <p:cNvGrpSpPr/>
        <p:nvPr/>
      </p:nvGrpSpPr>
      <p:grpSpPr>
        <a:xfrm>
          <a:off x="0" y="0"/>
          <a:ext cx="0" cy="0"/>
          <a:chOff x="0" y="0"/>
          <a:chExt cx="0" cy="0"/>
        </a:xfrm>
      </p:grpSpPr>
      <p:sp>
        <p:nvSpPr>
          <p:cNvPr id="1670" name="Google Shape;1670;g10061debff1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1" name="Google Shape;1671;g10061debff1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6"/>
        <p:cNvGrpSpPr/>
        <p:nvPr/>
      </p:nvGrpSpPr>
      <p:grpSpPr>
        <a:xfrm>
          <a:off x="0" y="0"/>
          <a:ext cx="0" cy="0"/>
          <a:chOff x="0" y="0"/>
          <a:chExt cx="0" cy="0"/>
        </a:xfrm>
      </p:grpSpPr>
      <p:sp>
        <p:nvSpPr>
          <p:cNvPr id="1677" name="Google Shape;1677;g10061debff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8" name="Google Shape;1678;g10061debff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6"/>
        <p:cNvGrpSpPr/>
        <p:nvPr/>
      </p:nvGrpSpPr>
      <p:grpSpPr>
        <a:xfrm>
          <a:off x="0" y="0"/>
          <a:ext cx="0" cy="0"/>
          <a:chOff x="0" y="0"/>
          <a:chExt cx="0" cy="0"/>
        </a:xfrm>
      </p:grpSpPr>
      <p:sp>
        <p:nvSpPr>
          <p:cNvPr id="1677" name="Google Shape;1677;g10061debff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8" name="Google Shape;1678;g10061debff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1683229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3"/>
        <p:cNvGrpSpPr/>
        <p:nvPr/>
      </p:nvGrpSpPr>
      <p:grpSpPr>
        <a:xfrm>
          <a:off x="0" y="0"/>
          <a:ext cx="0" cy="0"/>
          <a:chOff x="0" y="0"/>
          <a:chExt cx="0" cy="0"/>
        </a:xfrm>
      </p:grpSpPr>
      <p:sp>
        <p:nvSpPr>
          <p:cNvPr id="1684" name="Google Shape;1684;g10061debff1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5" name="Google Shape;1685;g10061debff1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10061debff1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10061debff1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7"/>
        <p:cNvGrpSpPr/>
        <p:nvPr/>
      </p:nvGrpSpPr>
      <p:grpSpPr>
        <a:xfrm>
          <a:off x="0" y="0"/>
          <a:ext cx="0" cy="0"/>
          <a:chOff x="0" y="0"/>
          <a:chExt cx="0" cy="0"/>
        </a:xfrm>
      </p:grpSpPr>
      <p:sp>
        <p:nvSpPr>
          <p:cNvPr id="1698" name="Google Shape;1698;g10061debff1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9" name="Google Shape;1699;g10061debff1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4"/>
        <p:cNvGrpSpPr/>
        <p:nvPr/>
      </p:nvGrpSpPr>
      <p:grpSpPr>
        <a:xfrm>
          <a:off x="0" y="0"/>
          <a:ext cx="0" cy="0"/>
          <a:chOff x="0" y="0"/>
          <a:chExt cx="0" cy="0"/>
        </a:xfrm>
      </p:grpSpPr>
      <p:sp>
        <p:nvSpPr>
          <p:cNvPr id="1705" name="Google Shape;1705;g10061debff1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6" name="Google Shape;1706;g10061debff1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1"/>
        <p:cNvGrpSpPr/>
        <p:nvPr/>
      </p:nvGrpSpPr>
      <p:grpSpPr>
        <a:xfrm>
          <a:off x="0" y="0"/>
          <a:ext cx="0" cy="0"/>
          <a:chOff x="0" y="0"/>
          <a:chExt cx="0" cy="0"/>
        </a:xfrm>
      </p:grpSpPr>
      <p:sp>
        <p:nvSpPr>
          <p:cNvPr id="1712" name="Google Shape;1712;g100a6b35df0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3" name="Google Shape;1713;g100a6b35df0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7"/>
        <p:cNvGrpSpPr/>
        <p:nvPr/>
      </p:nvGrpSpPr>
      <p:grpSpPr>
        <a:xfrm>
          <a:off x="0" y="0"/>
          <a:ext cx="0" cy="0"/>
          <a:chOff x="0" y="0"/>
          <a:chExt cx="0" cy="0"/>
        </a:xfrm>
      </p:grpSpPr>
      <p:sp>
        <p:nvSpPr>
          <p:cNvPr id="1718" name="Google Shape;1718;g100a6b35df0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9" name="Google Shape;1719;g100a6b35df0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3"/>
        <p:cNvGrpSpPr/>
        <p:nvPr/>
      </p:nvGrpSpPr>
      <p:grpSpPr>
        <a:xfrm>
          <a:off x="0" y="0"/>
          <a:ext cx="0" cy="0"/>
          <a:chOff x="0" y="0"/>
          <a:chExt cx="0" cy="0"/>
        </a:xfrm>
      </p:grpSpPr>
      <p:sp>
        <p:nvSpPr>
          <p:cNvPr id="1724" name="Google Shape;1724;g100a6b35df0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5" name="Google Shape;1725;g100a6b35df0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p:cNvGrpSpPr/>
        <p:nvPr/>
      </p:nvGrpSpPr>
      <p:grpSpPr>
        <a:xfrm>
          <a:off x="0" y="0"/>
          <a:ext cx="0" cy="0"/>
          <a:chOff x="0" y="0"/>
          <a:chExt cx="0" cy="0"/>
        </a:xfrm>
      </p:grpSpPr>
      <p:sp>
        <p:nvSpPr>
          <p:cNvPr id="1730" name="Google Shape;1730;g100a6b35df0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100a6b35df0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6"/>
        <p:cNvGrpSpPr/>
        <p:nvPr/>
      </p:nvGrpSpPr>
      <p:grpSpPr>
        <a:xfrm>
          <a:off x="0" y="0"/>
          <a:ext cx="0" cy="0"/>
          <a:chOff x="0" y="0"/>
          <a:chExt cx="0" cy="0"/>
        </a:xfrm>
      </p:grpSpPr>
      <p:sp>
        <p:nvSpPr>
          <p:cNvPr id="1737" name="Google Shape;1737;g100a6b35df0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8" name="Google Shape;1738;g100a6b35df0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2"/>
        <p:cNvGrpSpPr/>
        <p:nvPr/>
      </p:nvGrpSpPr>
      <p:grpSpPr>
        <a:xfrm>
          <a:off x="0" y="0"/>
          <a:ext cx="0" cy="0"/>
          <a:chOff x="0" y="0"/>
          <a:chExt cx="0" cy="0"/>
        </a:xfrm>
      </p:grpSpPr>
      <p:sp>
        <p:nvSpPr>
          <p:cNvPr id="1743" name="Google Shape;1743;g100a6b35df0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4" name="Google Shape;1744;g100a6b35df0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9"/>
        <p:cNvGrpSpPr/>
        <p:nvPr/>
      </p:nvGrpSpPr>
      <p:grpSpPr>
        <a:xfrm>
          <a:off x="0" y="0"/>
          <a:ext cx="0" cy="0"/>
          <a:chOff x="0" y="0"/>
          <a:chExt cx="0" cy="0"/>
        </a:xfrm>
      </p:grpSpPr>
      <p:sp>
        <p:nvSpPr>
          <p:cNvPr id="1750" name="Google Shape;1750;g100a6b35df0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1" name="Google Shape;1751;g100a6b35df0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6"/>
        <p:cNvGrpSpPr/>
        <p:nvPr/>
      </p:nvGrpSpPr>
      <p:grpSpPr>
        <a:xfrm>
          <a:off x="0" y="0"/>
          <a:ext cx="0" cy="0"/>
          <a:chOff x="0" y="0"/>
          <a:chExt cx="0" cy="0"/>
        </a:xfrm>
      </p:grpSpPr>
      <p:sp>
        <p:nvSpPr>
          <p:cNvPr id="1757" name="Google Shape;1757;g100a6b35df0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8" name="Google Shape;1758;g100a6b35df0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2"/>
        <p:cNvGrpSpPr/>
        <p:nvPr/>
      </p:nvGrpSpPr>
      <p:grpSpPr>
        <a:xfrm>
          <a:off x="0" y="0"/>
          <a:ext cx="0" cy="0"/>
          <a:chOff x="0" y="0"/>
          <a:chExt cx="0" cy="0"/>
        </a:xfrm>
      </p:grpSpPr>
      <p:sp>
        <p:nvSpPr>
          <p:cNvPr id="1763" name="Google Shape;1763;g100a6b35df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4" name="Google Shape;1764;g100a6b35df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7"/>
        <p:cNvGrpSpPr/>
        <p:nvPr/>
      </p:nvGrpSpPr>
      <p:grpSpPr>
        <a:xfrm>
          <a:off x="0" y="0"/>
          <a:ext cx="0" cy="0"/>
          <a:chOff x="0" y="0"/>
          <a:chExt cx="0" cy="0"/>
        </a:xfrm>
      </p:grpSpPr>
      <p:sp>
        <p:nvSpPr>
          <p:cNvPr id="1768" name="Google Shape;1768;g100a6b35df0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9" name="Google Shape;1769;g100a6b35df0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3"/>
        <p:cNvGrpSpPr/>
        <p:nvPr/>
      </p:nvGrpSpPr>
      <p:grpSpPr>
        <a:xfrm>
          <a:off x="0" y="0"/>
          <a:ext cx="0" cy="0"/>
          <a:chOff x="0" y="0"/>
          <a:chExt cx="0" cy="0"/>
        </a:xfrm>
      </p:grpSpPr>
      <p:sp>
        <p:nvSpPr>
          <p:cNvPr id="1774" name="Google Shape;1774;g100a6b35df0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5" name="Google Shape;1775;g100a6b35df0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9"/>
        <p:cNvGrpSpPr/>
        <p:nvPr/>
      </p:nvGrpSpPr>
      <p:grpSpPr>
        <a:xfrm>
          <a:off x="0" y="0"/>
          <a:ext cx="0" cy="0"/>
          <a:chOff x="0" y="0"/>
          <a:chExt cx="0" cy="0"/>
        </a:xfrm>
      </p:grpSpPr>
      <p:sp>
        <p:nvSpPr>
          <p:cNvPr id="1780" name="Google Shape;1780;g100a6b35df0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1" name="Google Shape;1781;g100a6b35df0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5"/>
        <p:cNvGrpSpPr/>
        <p:nvPr/>
      </p:nvGrpSpPr>
      <p:grpSpPr>
        <a:xfrm>
          <a:off x="0" y="0"/>
          <a:ext cx="0" cy="0"/>
          <a:chOff x="0" y="0"/>
          <a:chExt cx="0" cy="0"/>
        </a:xfrm>
      </p:grpSpPr>
      <p:sp>
        <p:nvSpPr>
          <p:cNvPr id="1786" name="Google Shape;1786;g100a6b35df0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7" name="Google Shape;1787;g100a6b35df0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1"/>
        <p:cNvGrpSpPr/>
        <p:nvPr/>
      </p:nvGrpSpPr>
      <p:grpSpPr>
        <a:xfrm>
          <a:off x="0" y="0"/>
          <a:ext cx="0" cy="0"/>
          <a:chOff x="0" y="0"/>
          <a:chExt cx="0" cy="0"/>
        </a:xfrm>
      </p:grpSpPr>
      <p:sp>
        <p:nvSpPr>
          <p:cNvPr id="1792" name="Google Shape;1792;g100a6b35df0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3" name="Google Shape;1793;g100a6b35df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hyperlink" Target="https://taylorjwright.github.io/did-reading-group/" TargetMode="External"/><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7.xml"/><Relationship Id="rId1" Type="http://schemas.openxmlformats.org/officeDocument/2006/relationships/slideLayout" Target="../slideLayouts/slideLayout5.xml"/><Relationship Id="rId4" Type="http://schemas.openxmlformats.org/officeDocument/2006/relationships/hyperlink" Target="https://en.wikipedia.org/wiki/Null_hypothesis" TargetMode="External"/></Relationships>
</file>

<file path=ppt/slides/_rels/slide7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8.xml"/><Relationship Id="rId1" Type="http://schemas.openxmlformats.org/officeDocument/2006/relationships/slideLayout" Target="../slideLayouts/slideLayout11.xml"/></Relationships>
</file>

<file path=ppt/slides/_rels/slide8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AREC 570 Slides</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Shape 1306"/>
        <p:cNvGrpSpPr/>
        <p:nvPr/>
      </p:nvGrpSpPr>
      <p:grpSpPr>
        <a:xfrm>
          <a:off x="0" y="0"/>
          <a:ext cx="0" cy="0"/>
          <a:chOff x="0" y="0"/>
          <a:chExt cx="0" cy="0"/>
        </a:xfrm>
      </p:grpSpPr>
      <p:sp>
        <p:nvSpPr>
          <p:cNvPr id="1307" name="Google Shape;1307;p22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Unit 6</a:t>
            </a:r>
            <a:br>
              <a:rPr lang="en-US" dirty="0"/>
            </a:br>
            <a:r>
              <a:rPr lang="en-US" dirty="0"/>
              <a:t>Methods of Analysis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6">
          <a:extLst>
            <a:ext uri="{FF2B5EF4-FFF2-40B4-BE49-F238E27FC236}">
              <a16:creationId xmlns:a16="http://schemas.microsoft.com/office/drawing/2014/main" id="{042677E9-D781-9BBF-9AA9-7639F3478B46}"/>
            </a:ext>
          </a:extLst>
        </p:cNvPr>
        <p:cNvGrpSpPr/>
        <p:nvPr/>
      </p:nvGrpSpPr>
      <p:grpSpPr>
        <a:xfrm>
          <a:off x="0" y="0"/>
          <a:ext cx="0" cy="0"/>
          <a:chOff x="0" y="0"/>
          <a:chExt cx="0" cy="0"/>
        </a:xfrm>
      </p:grpSpPr>
      <p:sp>
        <p:nvSpPr>
          <p:cNvPr id="1307" name="Google Shape;1307;p224">
            <a:extLst>
              <a:ext uri="{FF2B5EF4-FFF2-40B4-BE49-F238E27FC236}">
                <a16:creationId xmlns:a16="http://schemas.microsoft.com/office/drawing/2014/main" id="{FD097289-DF59-7A6A-9293-F1FDA78A6B00}"/>
              </a:ext>
            </a:extLst>
          </p:cNvPr>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Reduced-form vs structural</a:t>
            </a:r>
            <a:endParaRPr/>
          </a:p>
          <a:p>
            <a:pPr marL="0" lvl="0" indent="0" algn="ctr" rtl="0">
              <a:spcBef>
                <a:spcPts val="0"/>
              </a:spcBef>
              <a:spcAft>
                <a:spcPts val="0"/>
              </a:spcAft>
              <a:buNone/>
            </a:pPr>
            <a:r>
              <a:rPr lang="en"/>
              <a:t>Timmins &amp; Schlenker</a:t>
            </a:r>
            <a:endParaRPr/>
          </a:p>
        </p:txBody>
      </p:sp>
    </p:spTree>
    <p:extLst>
      <p:ext uri="{BB962C8B-B14F-4D97-AF65-F5344CB8AC3E}">
        <p14:creationId xmlns:p14="http://schemas.microsoft.com/office/powerpoint/2010/main" val="189957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2" name="Google Shape;1312;p2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Overview</a:t>
            </a:r>
            <a:endParaRPr/>
          </a:p>
        </p:txBody>
      </p:sp>
      <p:sp>
        <p:nvSpPr>
          <p:cNvPr id="1313" name="Google Shape;1313;p2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Like many topics in this course, I want to discuss them because I want to understand them better.  </a:t>
            </a:r>
            <a:endParaRPr/>
          </a:p>
          <a:p>
            <a:pPr marL="0" lvl="0" indent="0" algn="l" rtl="0">
              <a:spcBef>
                <a:spcPts val="1600"/>
              </a:spcBef>
              <a:spcAft>
                <a:spcPts val="0"/>
              </a:spcAft>
              <a:buNone/>
            </a:pPr>
            <a:r>
              <a:rPr lang="en"/>
              <a:t>For years, I heard people use these terms without fully understanding what they meant - even after I asked people.</a:t>
            </a:r>
            <a:endParaRPr/>
          </a:p>
          <a:p>
            <a:pPr marL="0" lvl="0" indent="0" algn="l" rtl="0">
              <a:spcBef>
                <a:spcPts val="1600"/>
              </a:spcBef>
              <a:spcAft>
                <a:spcPts val="0"/>
              </a:spcAft>
              <a:buNone/>
            </a:pPr>
            <a:r>
              <a:rPr lang="en"/>
              <a:t>What is structural modeling?</a:t>
            </a:r>
            <a:endParaRPr/>
          </a:p>
          <a:p>
            <a:pPr marL="0" lvl="0" indent="0" algn="l" rtl="0">
              <a:spcBef>
                <a:spcPts val="1600"/>
              </a:spcBef>
              <a:spcAft>
                <a:spcPts val="0"/>
              </a:spcAft>
              <a:buNone/>
            </a:pPr>
            <a:r>
              <a:rPr lang="en"/>
              <a:t>What is reduced-form modeling?</a:t>
            </a:r>
            <a:endParaRPr/>
          </a:p>
          <a:p>
            <a:pPr marL="0" lvl="0" indent="0" algn="l" rtl="0">
              <a:spcBef>
                <a:spcPts val="1600"/>
              </a:spcBef>
              <a:spcAft>
                <a:spcPts val="1600"/>
              </a:spcAft>
              <a:buNone/>
            </a:pPr>
            <a:r>
              <a:rPr lang="en"/>
              <a:t>When is each appropriate?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7"/>
        <p:cNvGrpSpPr/>
        <p:nvPr/>
      </p:nvGrpSpPr>
      <p:grpSpPr>
        <a:xfrm>
          <a:off x="0" y="0"/>
          <a:ext cx="0" cy="0"/>
          <a:chOff x="0" y="0"/>
          <a:chExt cx="0" cy="0"/>
        </a:xfrm>
      </p:grpSpPr>
      <p:sp>
        <p:nvSpPr>
          <p:cNvPr id="1318" name="Google Shape;1318;p2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structural modeling?</a:t>
            </a:r>
            <a:endParaRPr/>
          </a:p>
        </p:txBody>
      </p:sp>
      <p:sp>
        <p:nvSpPr>
          <p:cNvPr id="1319" name="Google Shape;1319;p2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“Put simply, we consider it to be any empirical model where one recovers the </a:t>
            </a:r>
            <a:r>
              <a:rPr lang="en" b="1"/>
              <a:t>parameters of behavioral functions</a:t>
            </a:r>
            <a:r>
              <a:rPr lang="en"/>
              <a:t> - e.g., demand and supply equations, indirect utility functions of individuals, or the cost structure of firms.”</a:t>
            </a:r>
            <a:endParaRPr/>
          </a:p>
          <a:p>
            <a:pPr marL="0" lvl="0" indent="0" algn="l" rtl="0">
              <a:spcBef>
                <a:spcPts val="1600"/>
              </a:spcBef>
              <a:spcAft>
                <a:spcPts val="0"/>
              </a:spcAft>
              <a:buNone/>
            </a:pPr>
            <a:r>
              <a:rPr lang="en"/>
              <a:t>Starts with theory</a:t>
            </a:r>
            <a:endParaRPr/>
          </a:p>
          <a:p>
            <a:pPr marL="0" lvl="0" indent="0" algn="l" rtl="0">
              <a:spcBef>
                <a:spcPts val="1600"/>
              </a:spcBef>
              <a:spcAft>
                <a:spcPts val="1600"/>
              </a:spcAft>
              <a:buNone/>
            </a:pPr>
            <a:r>
              <a:rPr lang="en"/>
              <a:t>Identification generally comes from the model structure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EB822-DCE6-F032-D1A8-A00705ECE07C}"/>
              </a:ext>
            </a:extLst>
          </p:cNvPr>
          <p:cNvSpPr>
            <a:spLocks noGrp="1"/>
          </p:cNvSpPr>
          <p:nvPr>
            <p:ph type="title"/>
          </p:nvPr>
        </p:nvSpPr>
        <p:spPr/>
        <p:txBody>
          <a:bodyPr/>
          <a:lstStyle/>
          <a:p>
            <a:r>
              <a:rPr lang="en-US" dirty="0"/>
              <a:t>Why structural?</a:t>
            </a:r>
          </a:p>
        </p:txBody>
      </p:sp>
      <p:sp>
        <p:nvSpPr>
          <p:cNvPr id="3" name="Text Placeholder 2">
            <a:extLst>
              <a:ext uri="{FF2B5EF4-FFF2-40B4-BE49-F238E27FC236}">
                <a16:creationId xmlns:a16="http://schemas.microsoft.com/office/drawing/2014/main" id="{F75E3677-10B5-0C10-5987-9C55028DDDB2}"/>
              </a:ext>
            </a:extLst>
          </p:cNvPr>
          <p:cNvSpPr>
            <a:spLocks noGrp="1"/>
          </p:cNvSpPr>
          <p:nvPr>
            <p:ph type="body" idx="1"/>
          </p:nvPr>
        </p:nvSpPr>
        <p:spPr/>
        <p:txBody>
          <a:bodyPr/>
          <a:lstStyle/>
          <a:p>
            <a:pPr marL="114300" indent="0">
              <a:buNone/>
            </a:pPr>
            <a:r>
              <a:rPr lang="en-US" dirty="0"/>
              <a:t>Model complex feedbacks</a:t>
            </a:r>
          </a:p>
          <a:p>
            <a:pPr marL="114300" indent="0">
              <a:buNone/>
            </a:pPr>
            <a:r>
              <a:rPr lang="en-US" dirty="0"/>
              <a:t>- bioeconomic models with econ and ecological component</a:t>
            </a:r>
          </a:p>
          <a:p>
            <a:pPr marL="114300" indent="0">
              <a:buNone/>
            </a:pPr>
            <a:r>
              <a:rPr lang="en-US" dirty="0"/>
              <a:t>- </a:t>
            </a:r>
            <a:r>
              <a:rPr lang="en-US" dirty="0" err="1"/>
              <a:t>Tiebout</a:t>
            </a:r>
            <a:r>
              <a:rPr lang="en-US" dirty="0"/>
              <a:t> sorting</a:t>
            </a:r>
          </a:p>
        </p:txBody>
      </p:sp>
    </p:spTree>
    <p:extLst>
      <p:ext uri="{BB962C8B-B14F-4D97-AF65-F5344CB8AC3E}">
        <p14:creationId xmlns:p14="http://schemas.microsoft.com/office/powerpoint/2010/main" val="8467879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23"/>
        <p:cNvGrpSpPr/>
        <p:nvPr/>
      </p:nvGrpSpPr>
      <p:grpSpPr>
        <a:xfrm>
          <a:off x="0" y="0"/>
          <a:ext cx="0" cy="0"/>
          <a:chOff x="0" y="0"/>
          <a:chExt cx="0" cy="0"/>
        </a:xfrm>
      </p:grpSpPr>
      <p:sp>
        <p:nvSpPr>
          <p:cNvPr id="1324" name="Google Shape;1324;p2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Example of structural</a:t>
            </a:r>
            <a:endParaRPr/>
          </a:p>
        </p:txBody>
      </p:sp>
      <p:sp>
        <p:nvSpPr>
          <p:cNvPr id="1325" name="Google Shape;1325;p2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Jacobsen CAFE standards vs gas tax: CAFE impacts used car consumers</a:t>
            </a:r>
            <a:endParaRPr dirty="0"/>
          </a:p>
          <a:p>
            <a:pPr marL="457200" lvl="0" indent="-342900" algn="l" rtl="0">
              <a:spcBef>
                <a:spcPts val="1600"/>
              </a:spcBef>
              <a:spcAft>
                <a:spcPts val="0"/>
              </a:spcAft>
              <a:buSzPts val="1800"/>
              <a:buChar char="●"/>
            </a:pPr>
            <a:r>
              <a:rPr lang="en" dirty="0"/>
              <a:t>Supply: Firm decisions of what and how much to sell</a:t>
            </a:r>
            <a:endParaRPr dirty="0"/>
          </a:p>
          <a:p>
            <a:pPr marL="457200" lvl="0" indent="-342900" algn="l" rtl="0">
              <a:spcBef>
                <a:spcPts val="0"/>
              </a:spcBef>
              <a:spcAft>
                <a:spcPts val="0"/>
              </a:spcAft>
              <a:buSzPts val="1800"/>
              <a:buChar char="●"/>
            </a:pPr>
            <a:r>
              <a:rPr lang="en" dirty="0"/>
              <a:t>Demand: Households decide what vehicle to purchase (new and used) and how much to drive; also when vehicles are scrapped</a:t>
            </a:r>
            <a:endParaRPr dirty="0"/>
          </a:p>
          <a:p>
            <a:pPr marL="457200" lvl="0" indent="-342900" algn="l" rtl="0">
              <a:spcBef>
                <a:spcPts val="0"/>
              </a:spcBef>
              <a:spcAft>
                <a:spcPts val="0"/>
              </a:spcAft>
              <a:buSzPts val="1800"/>
              <a:buChar char="●"/>
            </a:pPr>
            <a:r>
              <a:rPr lang="en" dirty="0"/>
              <a:t>CAFE → Larger less fuel-efficient vehicles stay on the road longer; losses to producer and consumer surplus; Toyota &amp; Honda (+) while Ford and GM (-); burden is regressive (impacts lower income consumers more)</a:t>
            </a:r>
            <a:endParaRPr dirty="0"/>
          </a:p>
          <a:p>
            <a:pPr marL="0" lvl="0" indent="0" algn="l" rtl="0">
              <a:spcBef>
                <a:spcPts val="1600"/>
              </a:spcBef>
              <a:spcAft>
                <a:spcPts val="1600"/>
              </a:spcAft>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29"/>
        <p:cNvGrpSpPr/>
        <p:nvPr/>
      </p:nvGrpSpPr>
      <p:grpSpPr>
        <a:xfrm>
          <a:off x="0" y="0"/>
          <a:ext cx="0" cy="0"/>
          <a:chOff x="0" y="0"/>
          <a:chExt cx="0" cy="0"/>
        </a:xfrm>
      </p:grpSpPr>
      <p:sp>
        <p:nvSpPr>
          <p:cNvPr id="1330" name="Google Shape;1330;p2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Structural modeling</a:t>
            </a:r>
            <a:endParaRPr/>
          </a:p>
        </p:txBody>
      </p:sp>
      <p:sp>
        <p:nvSpPr>
          <p:cNvPr id="1331" name="Google Shape;1331;p228"/>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Advantages</a:t>
            </a:r>
            <a:endParaRPr sz="2400"/>
          </a:p>
          <a:p>
            <a:pPr marL="0" lvl="0" indent="0" algn="l" rtl="0">
              <a:spcBef>
                <a:spcPts val="1600"/>
              </a:spcBef>
              <a:spcAft>
                <a:spcPts val="0"/>
              </a:spcAft>
              <a:buClr>
                <a:schemeClr val="dk1"/>
              </a:buClr>
              <a:buSzPts val="1100"/>
              <a:buFont typeface="Arial"/>
              <a:buNone/>
            </a:pPr>
            <a:r>
              <a:rPr lang="en"/>
              <a:t>Model parameters are well-defined in the context of the problem</a:t>
            </a:r>
            <a:endParaRPr/>
          </a:p>
          <a:p>
            <a:pPr marL="0" lvl="0" indent="0" algn="l" rtl="0">
              <a:spcBef>
                <a:spcPts val="1600"/>
              </a:spcBef>
              <a:spcAft>
                <a:spcPts val="0"/>
              </a:spcAft>
              <a:buClr>
                <a:schemeClr val="dk1"/>
              </a:buClr>
              <a:buSzPts val="1100"/>
              <a:buFont typeface="Arial"/>
              <a:buNone/>
            </a:pPr>
            <a:r>
              <a:rPr lang="en"/>
              <a:t>Can accommodate dynamic feedbacks (human - biophysical systems)</a:t>
            </a:r>
            <a:endParaRPr/>
          </a:p>
          <a:p>
            <a:pPr marL="0" lvl="0" indent="0" algn="l" rtl="0">
              <a:spcBef>
                <a:spcPts val="1600"/>
              </a:spcBef>
              <a:spcAft>
                <a:spcPts val="0"/>
              </a:spcAft>
              <a:buClr>
                <a:schemeClr val="dk1"/>
              </a:buClr>
              <a:buSzPts val="1100"/>
              <a:buFont typeface="Arial"/>
              <a:buNone/>
            </a:pPr>
            <a:r>
              <a:rPr lang="en"/>
              <a:t>Out of sample prediction</a:t>
            </a:r>
            <a:endParaRPr/>
          </a:p>
          <a:p>
            <a:pPr marL="0" lvl="0" indent="0" algn="l" rtl="0">
              <a:spcBef>
                <a:spcPts val="1600"/>
              </a:spcBef>
              <a:spcAft>
                <a:spcPts val="1600"/>
              </a:spcAft>
              <a:buNone/>
            </a:pPr>
            <a:r>
              <a:rPr lang="en"/>
              <a:t>Monetizing welfare impacts (utility + estimates of the MU of income)</a:t>
            </a:r>
            <a:endParaRPr/>
          </a:p>
        </p:txBody>
      </p:sp>
      <p:sp>
        <p:nvSpPr>
          <p:cNvPr id="1332" name="Google Shape;1332;p228"/>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Disadvantages</a:t>
            </a:r>
            <a:endParaRPr sz="2400"/>
          </a:p>
          <a:p>
            <a:pPr marL="0" lvl="0" indent="0" algn="l" rtl="0">
              <a:spcBef>
                <a:spcPts val="1600"/>
              </a:spcBef>
              <a:spcAft>
                <a:spcPts val="0"/>
              </a:spcAft>
              <a:buNone/>
            </a:pPr>
            <a:r>
              <a:rPr lang="en"/>
              <a:t>Require many assumptions (some of which are testable)</a:t>
            </a:r>
            <a:endParaRPr/>
          </a:p>
          <a:p>
            <a:pPr marL="0" lvl="0" indent="0" algn="l" rtl="0">
              <a:spcBef>
                <a:spcPts val="1600"/>
              </a:spcBef>
              <a:spcAft>
                <a:spcPts val="1600"/>
              </a:spcAft>
              <a:buNone/>
            </a:pPr>
            <a:r>
              <a:rPr lang="en"/>
              <a:t>Can quickly become intractable (emerging methods and increased computational power)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6"/>
        <p:cNvGrpSpPr/>
        <p:nvPr/>
      </p:nvGrpSpPr>
      <p:grpSpPr>
        <a:xfrm>
          <a:off x="0" y="0"/>
          <a:ext cx="0" cy="0"/>
          <a:chOff x="0" y="0"/>
          <a:chExt cx="0" cy="0"/>
        </a:xfrm>
      </p:grpSpPr>
      <p:sp>
        <p:nvSpPr>
          <p:cNvPr id="1337" name="Google Shape;1337;p2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reduced-form modeling?</a:t>
            </a:r>
            <a:endParaRPr/>
          </a:p>
        </p:txBody>
      </p:sp>
      <p:sp>
        <p:nvSpPr>
          <p:cNvPr id="1338" name="Google Shape;1338;p2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Evolved over time - initially defined as when system of equations were solved to eliminate endogenous variables (S&amp;D system; Hedonic model)</a:t>
            </a:r>
            <a:endParaRPr/>
          </a:p>
          <a:p>
            <a:pPr marL="0" lvl="0" indent="0" algn="l" rtl="0">
              <a:spcBef>
                <a:spcPts val="1600"/>
              </a:spcBef>
              <a:spcAft>
                <a:spcPts val="0"/>
              </a:spcAft>
              <a:buNone/>
            </a:pPr>
            <a:r>
              <a:rPr lang="en"/>
              <a:t>Definition has become synonymous with program evaluation and treatment effects</a:t>
            </a:r>
            <a:endParaRPr/>
          </a:p>
          <a:p>
            <a:pPr marL="0" lvl="0" indent="0" algn="l" rtl="0">
              <a:spcBef>
                <a:spcPts val="1600"/>
              </a:spcBef>
              <a:spcAft>
                <a:spcPts val="0"/>
              </a:spcAft>
              <a:buNone/>
            </a:pPr>
            <a:r>
              <a:rPr lang="en"/>
              <a:t>Emphasis on identification - accurately measuring the effect of the treatment and isolating it from the effect of collinear variables</a:t>
            </a:r>
            <a:endParaRPr/>
          </a:p>
          <a:p>
            <a:pPr marL="0" lvl="0" indent="0" algn="l" rtl="0">
              <a:spcBef>
                <a:spcPts val="1600"/>
              </a:spcBef>
              <a:spcAft>
                <a:spcPts val="0"/>
              </a:spcAft>
              <a:buNone/>
            </a:pPr>
            <a:r>
              <a:rPr lang="en"/>
              <a:t>High-level parameters</a:t>
            </a:r>
            <a:endParaRPr/>
          </a:p>
          <a:p>
            <a:pPr marL="0" lvl="0" indent="0" algn="l" rtl="0">
              <a:spcBef>
                <a:spcPts val="1600"/>
              </a:spcBef>
              <a:spcAft>
                <a:spcPts val="0"/>
              </a:spcAft>
              <a:buNone/>
            </a:pPr>
            <a:r>
              <a:rPr lang="en"/>
              <a:t>Emphasis on understanding the details of the data - how it is collected; the institutional factors</a:t>
            </a:r>
            <a:endParaRPr/>
          </a:p>
          <a:p>
            <a:pPr marL="0" lvl="0" indent="0" algn="l" rtl="0">
              <a:spcBef>
                <a:spcPts val="1600"/>
              </a:spcBef>
              <a:spcAft>
                <a:spcPts val="160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42"/>
        <p:cNvGrpSpPr/>
        <p:nvPr/>
      </p:nvGrpSpPr>
      <p:grpSpPr>
        <a:xfrm>
          <a:off x="0" y="0"/>
          <a:ext cx="0" cy="0"/>
          <a:chOff x="0" y="0"/>
          <a:chExt cx="0" cy="0"/>
        </a:xfrm>
      </p:grpSpPr>
      <p:sp>
        <p:nvSpPr>
          <p:cNvPr id="1343" name="Google Shape;1343;p2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Avoiding potential correlation with omitted vars</a:t>
            </a:r>
            <a:endParaRPr/>
          </a:p>
        </p:txBody>
      </p:sp>
      <p:sp>
        <p:nvSpPr>
          <p:cNvPr id="1344" name="Google Shape;1344;p2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Panel FE to capture all time invariant additive factors</a:t>
            </a:r>
            <a:endParaRPr/>
          </a:p>
          <a:p>
            <a:pPr marL="0" lvl="0" indent="0" algn="l" rtl="0">
              <a:spcBef>
                <a:spcPts val="1600"/>
              </a:spcBef>
              <a:spcAft>
                <a:spcPts val="0"/>
              </a:spcAft>
              <a:buNone/>
            </a:pPr>
            <a:r>
              <a:rPr lang="en"/>
              <a:t>Quasi-experiments where treatment is arguably random (weather)</a:t>
            </a:r>
            <a:endParaRPr/>
          </a:p>
          <a:p>
            <a:pPr marL="0" lvl="0" indent="0" algn="l" rtl="0">
              <a:spcBef>
                <a:spcPts val="1600"/>
              </a:spcBef>
              <a:spcAft>
                <a:spcPts val="0"/>
              </a:spcAft>
              <a:buNone/>
            </a:pPr>
            <a:r>
              <a:rPr lang="en"/>
              <a:t>Regression discontinuity - those above/below a threshold experience treatment and are compared to those right below</a:t>
            </a:r>
            <a:endParaRPr/>
          </a:p>
          <a:p>
            <a:pPr marL="0" lvl="0" indent="0" algn="l" rtl="0">
              <a:spcBef>
                <a:spcPts val="1600"/>
              </a:spcBef>
              <a:spcAft>
                <a:spcPts val="1600"/>
              </a:spcAft>
              <a:buNone/>
            </a:pPr>
            <a:r>
              <a:rPr lang="en"/>
              <a:t>Randomization of treatment assignment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48"/>
        <p:cNvGrpSpPr/>
        <p:nvPr/>
      </p:nvGrpSpPr>
      <p:grpSpPr>
        <a:xfrm>
          <a:off x="0" y="0"/>
          <a:ext cx="0" cy="0"/>
          <a:chOff x="0" y="0"/>
          <a:chExt cx="0" cy="0"/>
        </a:xfrm>
      </p:grpSpPr>
      <p:sp>
        <p:nvSpPr>
          <p:cNvPr id="1349" name="Google Shape;1349;p231"/>
          <p:cNvSpPr txBox="1">
            <a:spLocks noGrp="1"/>
          </p:cNvSpPr>
          <p:nvPr>
            <p:ph type="title"/>
          </p:nvPr>
        </p:nvSpPr>
        <p:spPr>
          <a:xfrm>
            <a:off x="490250" y="450150"/>
            <a:ext cx="7731112" cy="409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dirty="0"/>
              <a:t>Structural:</a:t>
            </a:r>
            <a:endParaRPr sz="1700" dirty="0"/>
          </a:p>
          <a:p>
            <a:pPr marL="0" lvl="0" indent="0" algn="l" rtl="0">
              <a:spcBef>
                <a:spcPts val="0"/>
              </a:spcBef>
              <a:spcAft>
                <a:spcPts val="0"/>
              </a:spcAft>
              <a:buNone/>
            </a:pPr>
            <a:r>
              <a:rPr lang="en" sz="1700" dirty="0"/>
              <a:t>"causal arguments based on significance test and regression are almost necessarily circular. To derive a regression model we need an elaborate theory that specifies the variables in the system, their causal interconnections, the functional form of the relationships, and the statistical properties of the error terms - independence, exogeneity, etc." (Freedman 1991, p. 292)</a:t>
            </a:r>
            <a:endParaRPr sz="1700" dirty="0"/>
          </a:p>
          <a:p>
            <a:pPr marL="0" lvl="0" indent="0" algn="l" rtl="0">
              <a:spcBef>
                <a:spcPts val="0"/>
              </a:spcBef>
              <a:spcAft>
                <a:spcPts val="0"/>
              </a:spcAft>
              <a:buNone/>
            </a:pPr>
            <a:endParaRPr sz="1700" dirty="0"/>
          </a:p>
          <a:p>
            <a:pPr marL="0" lvl="0" indent="0" algn="l" rtl="0">
              <a:spcBef>
                <a:spcPts val="0"/>
              </a:spcBef>
              <a:spcAft>
                <a:spcPts val="0"/>
              </a:spcAft>
              <a:buNone/>
            </a:pPr>
            <a:r>
              <a:rPr lang="en" sz="1700" dirty="0"/>
              <a:t>Reduced-form:</a:t>
            </a:r>
            <a:endParaRPr sz="1700" dirty="0"/>
          </a:p>
          <a:p>
            <a:pPr marL="0" lvl="0" indent="0" algn="l" rtl="0">
              <a:spcBef>
                <a:spcPts val="0"/>
              </a:spcBef>
              <a:spcAft>
                <a:spcPts val="0"/>
              </a:spcAft>
              <a:buNone/>
            </a:pPr>
            <a:r>
              <a:rPr lang="en" sz="1700" dirty="0"/>
              <a:t>“Take the model as a black box and test it against empirical reality. Does the model predict new phenomena? Does it predict the results of interventions? Are the predictions right?" (p. 293)</a:t>
            </a:r>
            <a:endParaRPr sz="1700" dirty="0"/>
          </a:p>
          <a:p>
            <a:pPr marL="0" lvl="0" indent="0" algn="l" rtl="0">
              <a:spcBef>
                <a:spcPts val="0"/>
              </a:spcBef>
              <a:spcAft>
                <a:spcPts val="0"/>
              </a:spcAft>
              <a:buNone/>
            </a:pPr>
            <a:endParaRPr sz="1700" dirty="0"/>
          </a:p>
          <a:p>
            <a:pPr marL="0" lvl="0" indent="0" algn="l" rtl="0">
              <a:spcBef>
                <a:spcPts val="0"/>
              </a:spcBef>
              <a:spcAft>
                <a:spcPts val="0"/>
              </a:spcAft>
              <a:buNone/>
            </a:pPr>
            <a:r>
              <a:rPr lang="en" sz="1700" dirty="0"/>
              <a:t>Are reliable predictions feasible with as few assumptions and structural feedback mechanisms as possible? </a:t>
            </a:r>
            <a:endParaRPr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53"/>
        <p:cNvGrpSpPr/>
        <p:nvPr/>
      </p:nvGrpSpPr>
      <p:grpSpPr>
        <a:xfrm>
          <a:off x="0" y="0"/>
          <a:ext cx="0" cy="0"/>
          <a:chOff x="0" y="0"/>
          <a:chExt cx="0" cy="0"/>
        </a:xfrm>
      </p:grpSpPr>
      <p:sp>
        <p:nvSpPr>
          <p:cNvPr id="1354" name="Google Shape;1354;p2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Example of reduced-form</a:t>
            </a:r>
            <a:endParaRPr/>
          </a:p>
        </p:txBody>
      </p:sp>
      <p:sp>
        <p:nvSpPr>
          <p:cNvPr id="1355" name="Google Shape;1355;p2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Air pollution and crime: crime ~ air_pollution</a:t>
            </a:r>
            <a:endParaRPr/>
          </a:p>
          <a:p>
            <a:pPr marL="0" lvl="0" indent="0" algn="l" rtl="0">
              <a:spcBef>
                <a:spcPts val="1600"/>
              </a:spcBef>
              <a:spcAft>
                <a:spcPts val="0"/>
              </a:spcAft>
              <a:buNone/>
            </a:pPr>
            <a:r>
              <a:rPr lang="en"/>
              <a:t>Herrnstadt et al. (AEJ: Applied): </a:t>
            </a:r>
            <a:endParaRPr/>
          </a:p>
          <a:p>
            <a:pPr marL="457200" lvl="0" indent="-342900" algn="l" rtl="0">
              <a:spcBef>
                <a:spcPts val="1600"/>
              </a:spcBef>
              <a:spcAft>
                <a:spcPts val="0"/>
              </a:spcAft>
              <a:buSzPts val="1800"/>
              <a:buChar char="●"/>
            </a:pPr>
            <a:r>
              <a:rPr lang="en"/>
              <a:t>use geolocated crime (relative to highway), pollution, and wind direction (instrument)</a:t>
            </a:r>
            <a:endParaRPr/>
          </a:p>
          <a:p>
            <a:pPr marL="457200" lvl="0" indent="-342900" algn="l" rtl="0">
              <a:spcBef>
                <a:spcPts val="0"/>
              </a:spcBef>
              <a:spcAft>
                <a:spcPts val="0"/>
              </a:spcAft>
              <a:buSzPts val="1800"/>
              <a:buChar char="●"/>
            </a:pPr>
            <a:r>
              <a:rPr lang="en"/>
              <a:t>Placebo tests - pretend highway moves around and check results</a:t>
            </a:r>
            <a:endParaRPr/>
          </a:p>
          <a:p>
            <a:pPr marL="0" lvl="0" indent="0" algn="l" rtl="0">
              <a:spcBef>
                <a:spcPts val="1600"/>
              </a:spcBef>
              <a:spcAft>
                <a:spcPts val="0"/>
              </a:spcAft>
              <a:buNone/>
            </a:pPr>
            <a:r>
              <a:rPr lang="en"/>
              <a:t>Burkhardt et al. (JEEM):</a:t>
            </a:r>
            <a:endParaRPr/>
          </a:p>
          <a:p>
            <a:pPr marL="457200" lvl="0" indent="-342900" algn="l" rtl="0">
              <a:spcBef>
                <a:spcPts val="1600"/>
              </a:spcBef>
              <a:spcAft>
                <a:spcPts val="0"/>
              </a:spcAft>
              <a:buSzPts val="1800"/>
              <a:buChar char="●"/>
            </a:pPr>
            <a:r>
              <a:rPr lang="en"/>
              <a:t>FE: county-by-year-by-month-by-day of the week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59"/>
        <p:cNvGrpSpPr/>
        <p:nvPr/>
      </p:nvGrpSpPr>
      <p:grpSpPr>
        <a:xfrm>
          <a:off x="0" y="0"/>
          <a:ext cx="0" cy="0"/>
          <a:chOff x="0" y="0"/>
          <a:chExt cx="0" cy="0"/>
        </a:xfrm>
      </p:grpSpPr>
      <p:pic>
        <p:nvPicPr>
          <p:cNvPr id="1360" name="Google Shape;1360;p233"/>
          <p:cNvPicPr preferRelativeResize="0"/>
          <p:nvPr/>
        </p:nvPicPr>
        <p:blipFill>
          <a:blip r:embed="rId3">
            <a:alphaModFix/>
          </a:blip>
          <a:stretch>
            <a:fillRect/>
          </a:stretch>
        </p:blipFill>
        <p:spPr>
          <a:xfrm>
            <a:off x="152400" y="152400"/>
            <a:ext cx="8337102" cy="4838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64"/>
        <p:cNvGrpSpPr/>
        <p:nvPr/>
      </p:nvGrpSpPr>
      <p:grpSpPr>
        <a:xfrm>
          <a:off x="0" y="0"/>
          <a:ext cx="0" cy="0"/>
          <a:chOff x="0" y="0"/>
          <a:chExt cx="0" cy="0"/>
        </a:xfrm>
      </p:grpSpPr>
      <p:sp>
        <p:nvSpPr>
          <p:cNvPr id="1365" name="Google Shape;1365;p2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Reduced-form modeling</a:t>
            </a:r>
            <a:endParaRPr/>
          </a:p>
        </p:txBody>
      </p:sp>
      <p:sp>
        <p:nvSpPr>
          <p:cNvPr id="1366" name="Google Shape;1366;p234"/>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a:t>Advantages</a:t>
            </a:r>
            <a:endParaRPr sz="2700"/>
          </a:p>
          <a:p>
            <a:pPr marL="0" lvl="0" indent="0" algn="l" rtl="0">
              <a:spcBef>
                <a:spcPts val="1600"/>
              </a:spcBef>
              <a:spcAft>
                <a:spcPts val="0"/>
              </a:spcAft>
              <a:buNone/>
            </a:pPr>
            <a:r>
              <a:rPr lang="en" sz="1700"/>
              <a:t>Generally make fewer assumptions</a:t>
            </a:r>
            <a:endParaRPr sz="1700"/>
          </a:p>
          <a:p>
            <a:pPr marL="0" lvl="0" indent="0" algn="l" rtl="0">
              <a:spcBef>
                <a:spcPts val="1600"/>
              </a:spcBef>
              <a:spcAft>
                <a:spcPts val="0"/>
              </a:spcAft>
              <a:buNone/>
            </a:pPr>
            <a:r>
              <a:rPr lang="en" sz="1700"/>
              <a:t>Rely less on functional form</a:t>
            </a:r>
            <a:endParaRPr sz="1700"/>
          </a:p>
          <a:p>
            <a:pPr marL="0" lvl="0" indent="0" algn="l" rtl="0">
              <a:spcBef>
                <a:spcPts val="1600"/>
              </a:spcBef>
              <a:spcAft>
                <a:spcPts val="0"/>
              </a:spcAft>
              <a:buNone/>
            </a:pPr>
            <a:r>
              <a:rPr lang="en" sz="1700"/>
              <a:t>Transparent and source of variation is clear</a:t>
            </a:r>
            <a:endParaRPr sz="1700"/>
          </a:p>
          <a:p>
            <a:pPr marL="0" lvl="0" indent="0" algn="l" rtl="0">
              <a:spcBef>
                <a:spcPts val="1600"/>
              </a:spcBef>
              <a:spcAft>
                <a:spcPts val="1600"/>
              </a:spcAft>
              <a:buNone/>
            </a:pPr>
            <a:r>
              <a:rPr lang="en" sz="1700"/>
              <a:t>Many more strategies and growing acceptance</a:t>
            </a:r>
            <a:endParaRPr sz="1700"/>
          </a:p>
        </p:txBody>
      </p:sp>
      <p:sp>
        <p:nvSpPr>
          <p:cNvPr id="1367" name="Google Shape;1367;p234"/>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a:t>Disadvantages</a:t>
            </a:r>
            <a:endParaRPr sz="2700"/>
          </a:p>
          <a:p>
            <a:pPr marL="0" lvl="0" indent="0" algn="l" rtl="0">
              <a:spcBef>
                <a:spcPts val="1600"/>
              </a:spcBef>
              <a:spcAft>
                <a:spcPts val="0"/>
              </a:spcAft>
              <a:buNone/>
            </a:pPr>
            <a:r>
              <a:rPr lang="en" sz="1700"/>
              <a:t>Identification is hard because the world is complex</a:t>
            </a:r>
            <a:endParaRPr sz="1700"/>
          </a:p>
          <a:p>
            <a:pPr marL="0" lvl="0" indent="0" algn="l" rtl="0">
              <a:spcBef>
                <a:spcPts val="1600"/>
              </a:spcBef>
              <a:spcAft>
                <a:spcPts val="1600"/>
              </a:spcAft>
              <a:buNone/>
            </a:pPr>
            <a:r>
              <a:rPr lang="en" sz="1700"/>
              <a:t>Dynamic processes are tough</a:t>
            </a:r>
            <a:endParaRPr sz="17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71"/>
        <p:cNvGrpSpPr/>
        <p:nvPr/>
      </p:nvGrpSpPr>
      <p:grpSpPr>
        <a:xfrm>
          <a:off x="0" y="0"/>
          <a:ext cx="0" cy="0"/>
          <a:chOff x="0" y="0"/>
          <a:chExt cx="0" cy="0"/>
        </a:xfrm>
      </p:grpSpPr>
      <p:sp>
        <p:nvSpPr>
          <p:cNvPr id="1372" name="Google Shape;1372;p2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Summary</a:t>
            </a:r>
            <a:endParaRPr/>
          </a:p>
        </p:txBody>
      </p:sp>
      <p:sp>
        <p:nvSpPr>
          <p:cNvPr id="1373" name="Google Shape;1373;p2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Structural models are based on theory and focus on decision parameters</a:t>
            </a:r>
            <a:endParaRPr/>
          </a:p>
          <a:p>
            <a:pPr marL="0" lvl="0" indent="0" algn="l" rtl="0">
              <a:spcBef>
                <a:spcPts val="1600"/>
              </a:spcBef>
              <a:spcAft>
                <a:spcPts val="0"/>
              </a:spcAft>
              <a:buNone/>
            </a:pPr>
            <a:r>
              <a:rPr lang="en"/>
              <a:t>Reduced form models focus on the empirical data and the source of variation to establish identification</a:t>
            </a:r>
            <a:endParaRPr/>
          </a:p>
          <a:p>
            <a:pPr marL="0" lvl="0" indent="0" algn="l" rtl="0">
              <a:spcBef>
                <a:spcPts val="1600"/>
              </a:spcBef>
              <a:spcAft>
                <a:spcPts val="0"/>
              </a:spcAft>
              <a:buNone/>
            </a:pPr>
            <a:r>
              <a:rPr lang="en"/>
              <a:t>Both are valid and have their strengths and weaknesses</a:t>
            </a:r>
            <a:endParaRPr/>
          </a:p>
          <a:p>
            <a:pPr marL="0" lvl="0" indent="0" algn="l" rtl="0">
              <a:spcBef>
                <a:spcPts val="1600"/>
              </a:spcBef>
              <a:spcAft>
                <a:spcPts val="1600"/>
              </a:spcAft>
              <a:buNone/>
            </a:pPr>
            <a:r>
              <a:rPr lang="en"/>
              <a:t>We can learn from comparing results of the two approaches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77"/>
        <p:cNvGrpSpPr/>
        <p:nvPr/>
      </p:nvGrpSpPr>
      <p:grpSpPr>
        <a:xfrm>
          <a:off x="0" y="0"/>
          <a:ext cx="0" cy="0"/>
          <a:chOff x="0" y="0"/>
          <a:chExt cx="0" cy="0"/>
        </a:xfrm>
      </p:grpSpPr>
      <p:sp>
        <p:nvSpPr>
          <p:cNvPr id="1378" name="Google Shape;1378;p23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Angrist - Mostly Harmless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82"/>
        <p:cNvGrpSpPr/>
        <p:nvPr/>
      </p:nvGrpSpPr>
      <p:grpSpPr>
        <a:xfrm>
          <a:off x="0" y="0"/>
          <a:ext cx="0" cy="0"/>
          <a:chOff x="0" y="0"/>
          <a:chExt cx="0" cy="0"/>
        </a:xfrm>
      </p:grpSpPr>
      <p:sp>
        <p:nvSpPr>
          <p:cNvPr id="1383" name="Google Shape;1383;p2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Agenda</a:t>
            </a:r>
            <a:endParaRPr/>
          </a:p>
        </p:txBody>
      </p:sp>
      <p:sp>
        <p:nvSpPr>
          <p:cNvPr id="1384" name="Google Shape;1384;p237"/>
          <p:cNvSpPr txBox="1">
            <a:spLocks noGrp="1"/>
          </p:cNvSpPr>
          <p:nvPr>
            <p:ph type="body" idx="1"/>
          </p:nvPr>
        </p:nvSpPr>
        <p:spPr>
          <a:xfrm>
            <a:off x="311700" y="1076275"/>
            <a:ext cx="8520600" cy="3416400"/>
          </a:xfrm>
          <a:prstGeom prst="rect">
            <a:avLst/>
          </a:prstGeom>
        </p:spPr>
        <p:txBody>
          <a:bodyPr spcFirstLastPara="1" wrap="square" lIns="91425" tIns="91425" rIns="91425" bIns="91425" anchor="t" anchorCtr="0">
            <a:noAutofit/>
          </a:bodyPr>
          <a:lstStyle/>
          <a:p>
            <a:pPr marL="0" lvl="0" indent="0" algn="l" rtl="0">
              <a:spcBef>
                <a:spcPts val="1600"/>
              </a:spcBef>
              <a:spcAft>
                <a:spcPts val="0"/>
              </a:spcAft>
              <a:buNone/>
            </a:pPr>
            <a:r>
              <a:rPr lang="en" dirty="0"/>
              <a:t>Talk through some of the material from the reading</a:t>
            </a:r>
            <a:endParaRPr dirty="0"/>
          </a:p>
          <a:p>
            <a:pPr marL="0" lvl="0" indent="0" algn="l" rtl="0">
              <a:spcBef>
                <a:spcPts val="1600"/>
              </a:spcBef>
              <a:spcAft>
                <a:spcPts val="0"/>
              </a:spcAft>
              <a:buNone/>
            </a:pPr>
            <a:r>
              <a:rPr lang="en" dirty="0"/>
              <a:t>Apply FAQs to your projects</a:t>
            </a:r>
            <a:endParaRPr dirty="0"/>
          </a:p>
          <a:p>
            <a:pPr marL="0" lvl="0" indent="0" algn="l" rtl="0">
              <a:spcBef>
                <a:spcPts val="1600"/>
              </a:spcBef>
              <a:spcAft>
                <a:spcPts val="0"/>
              </a:spcAft>
              <a:buNone/>
            </a:pPr>
            <a:endParaRPr dirty="0"/>
          </a:p>
          <a:p>
            <a:pPr marL="0" lvl="0" indent="0" algn="l" rtl="0">
              <a:spcBef>
                <a:spcPts val="1600"/>
              </a:spcBef>
              <a:spcAft>
                <a:spcPts val="1600"/>
              </a:spcAft>
              <a:buNone/>
            </a:pP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88"/>
        <p:cNvGrpSpPr/>
        <p:nvPr/>
      </p:nvGrpSpPr>
      <p:grpSpPr>
        <a:xfrm>
          <a:off x="0" y="0"/>
          <a:ext cx="0" cy="0"/>
          <a:chOff x="0" y="0"/>
          <a:chExt cx="0" cy="0"/>
        </a:xfrm>
      </p:grpSpPr>
      <p:sp>
        <p:nvSpPr>
          <p:cNvPr id="1389" name="Google Shape;1389;p2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Motivation</a:t>
            </a:r>
            <a:endParaRPr/>
          </a:p>
        </p:txBody>
      </p:sp>
      <p:sp>
        <p:nvSpPr>
          <p:cNvPr id="1390" name="Google Shape;1390;p2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Backbone is still a good question with clear conceptual framework</a:t>
            </a:r>
            <a:endParaRPr dirty="0"/>
          </a:p>
          <a:p>
            <a:pPr marL="0" lvl="0" indent="0" algn="l" rtl="0">
              <a:spcBef>
                <a:spcPts val="1600"/>
              </a:spcBef>
              <a:spcAft>
                <a:spcPts val="0"/>
              </a:spcAft>
              <a:buNone/>
            </a:pPr>
            <a:r>
              <a:rPr lang="en" dirty="0"/>
              <a:t>Less emphasis on econometric methods and more on empirical research design</a:t>
            </a:r>
            <a:endParaRPr dirty="0"/>
          </a:p>
          <a:p>
            <a:pPr marL="0" lvl="0" indent="0" algn="l" rtl="0">
              <a:spcBef>
                <a:spcPts val="1600"/>
              </a:spcBef>
              <a:spcAft>
                <a:spcPts val="0"/>
              </a:spcAft>
              <a:buNone/>
            </a:pPr>
            <a:r>
              <a:rPr lang="en" dirty="0"/>
              <a:t>Where is the variation coming from and how close is it to the experimental ideal</a:t>
            </a:r>
            <a:endParaRPr dirty="0"/>
          </a:p>
          <a:p>
            <a:pPr marL="0" lvl="0" indent="0" algn="l" rtl="0">
              <a:spcBef>
                <a:spcPts val="1600"/>
              </a:spcBef>
              <a:spcAft>
                <a:spcPts val="0"/>
              </a:spcAft>
              <a:buNone/>
            </a:pPr>
            <a:r>
              <a:rPr lang="en" dirty="0"/>
              <a:t>FAQs: </a:t>
            </a:r>
            <a:endParaRPr dirty="0"/>
          </a:p>
          <a:p>
            <a:pPr marL="457200" lvl="0" indent="-342900" algn="l" rtl="0">
              <a:spcBef>
                <a:spcPts val="1600"/>
              </a:spcBef>
              <a:spcAft>
                <a:spcPts val="0"/>
              </a:spcAft>
              <a:buSzPts val="1800"/>
              <a:buChar char="●"/>
            </a:pPr>
            <a:r>
              <a:rPr lang="en" dirty="0"/>
              <a:t>relationship of interest? </a:t>
            </a:r>
            <a:endParaRPr dirty="0"/>
          </a:p>
          <a:p>
            <a:pPr marL="457200" lvl="0" indent="-342900" algn="l" rtl="0">
              <a:spcBef>
                <a:spcPts val="0"/>
              </a:spcBef>
              <a:spcAft>
                <a:spcPts val="0"/>
              </a:spcAft>
              <a:buSzPts val="1800"/>
              <a:buChar char="●"/>
            </a:pPr>
            <a:r>
              <a:rPr lang="en" dirty="0"/>
              <a:t>Ideal experiment? </a:t>
            </a:r>
            <a:endParaRPr dirty="0"/>
          </a:p>
          <a:p>
            <a:pPr marL="457200" lvl="0" indent="-342900" algn="l" rtl="0">
              <a:spcBef>
                <a:spcPts val="0"/>
              </a:spcBef>
              <a:spcAft>
                <a:spcPts val="0"/>
              </a:spcAft>
              <a:buSzPts val="1800"/>
              <a:buChar char="●"/>
            </a:pPr>
            <a:r>
              <a:rPr lang="en" dirty="0"/>
              <a:t>ID strategy? </a:t>
            </a:r>
            <a:endParaRPr dirty="0"/>
          </a:p>
          <a:p>
            <a:pPr marL="457200" lvl="0" indent="-342900" algn="l" rtl="0">
              <a:spcBef>
                <a:spcPts val="0"/>
              </a:spcBef>
              <a:spcAft>
                <a:spcPts val="0"/>
              </a:spcAft>
              <a:buSzPts val="1800"/>
              <a:buChar char="●"/>
            </a:pPr>
            <a:r>
              <a:rPr lang="en" dirty="0"/>
              <a:t>Mode of inference?</a:t>
            </a:r>
            <a:endParaRPr dirty="0"/>
          </a:p>
          <a:p>
            <a:pPr marL="0" lvl="0" indent="0" algn="l" rtl="0">
              <a:spcBef>
                <a:spcPts val="1600"/>
              </a:spcBef>
              <a:spcAft>
                <a:spcPts val="1600"/>
              </a:spcAft>
              <a:buNone/>
            </a:pP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94"/>
        <p:cNvGrpSpPr/>
        <p:nvPr/>
      </p:nvGrpSpPr>
      <p:grpSpPr>
        <a:xfrm>
          <a:off x="0" y="0"/>
          <a:ext cx="0" cy="0"/>
          <a:chOff x="0" y="0"/>
          <a:chExt cx="0" cy="0"/>
        </a:xfrm>
      </p:grpSpPr>
      <p:sp>
        <p:nvSpPr>
          <p:cNvPr id="1395" name="Google Shape;1395;p2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Causal relationships</a:t>
            </a:r>
            <a:endParaRPr/>
          </a:p>
        </p:txBody>
      </p:sp>
      <p:sp>
        <p:nvSpPr>
          <p:cNvPr id="1396" name="Google Shape;1396;p2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Most interesting because they allow the reconstruction of the counterfactual - what would have happened in the absence of the treatment</a:t>
            </a:r>
            <a:endParaRPr/>
          </a:p>
          <a:p>
            <a:pPr marL="0" lvl="0" indent="0" algn="l" rtl="0">
              <a:spcBef>
                <a:spcPts val="1600"/>
              </a:spcBef>
              <a:spcAft>
                <a:spcPts val="0"/>
              </a:spcAft>
              <a:buNone/>
            </a:pPr>
            <a:r>
              <a:rPr lang="en"/>
              <a:t>In reduced-form, the identified causal effect can help provide a prediction if the state of the world doesn’t change much</a:t>
            </a:r>
            <a:endParaRPr/>
          </a:p>
          <a:p>
            <a:pPr marL="0" lvl="0" indent="0" algn="l" rtl="0">
              <a:spcBef>
                <a:spcPts val="1600"/>
              </a:spcBef>
              <a:spcAft>
                <a:spcPts val="1600"/>
              </a:spcAft>
              <a:buNone/>
            </a:pPr>
            <a:r>
              <a:rPr lang="en"/>
              <a:t>In structural, the identified causal effect can help predict how things may change even if the state of the world changes (maybe)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00"/>
        <p:cNvGrpSpPr/>
        <p:nvPr/>
      </p:nvGrpSpPr>
      <p:grpSpPr>
        <a:xfrm>
          <a:off x="0" y="0"/>
          <a:ext cx="0" cy="0"/>
          <a:chOff x="0" y="0"/>
          <a:chExt cx="0" cy="0"/>
        </a:xfrm>
      </p:grpSpPr>
      <p:sp>
        <p:nvSpPr>
          <p:cNvPr id="1401" name="Google Shape;1401;p2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Ideal experiment</a:t>
            </a:r>
            <a:endParaRPr/>
          </a:p>
        </p:txBody>
      </p:sp>
      <p:sp>
        <p:nvSpPr>
          <p:cNvPr id="1402" name="Google Shape;1402;p24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What is the ideal experiment to quantify the relationship of interest?</a:t>
            </a:r>
            <a:endParaRPr dirty="0"/>
          </a:p>
          <a:p>
            <a:pPr marL="0" lvl="0" indent="0" algn="l" rtl="0">
              <a:spcBef>
                <a:spcPts val="1600"/>
              </a:spcBef>
              <a:spcAft>
                <a:spcPts val="0"/>
              </a:spcAft>
              <a:buNone/>
            </a:pPr>
            <a:r>
              <a:rPr lang="en" dirty="0"/>
              <a:t>How would you assign the treatment/policy?</a:t>
            </a:r>
            <a:endParaRPr dirty="0"/>
          </a:p>
          <a:p>
            <a:pPr marL="0" lvl="0" indent="0" algn="l" rtl="0">
              <a:spcBef>
                <a:spcPts val="1600"/>
              </a:spcBef>
              <a:spcAft>
                <a:spcPts val="0"/>
              </a:spcAft>
              <a:buNone/>
            </a:pPr>
            <a:r>
              <a:rPr lang="en" dirty="0"/>
              <a:t>If you cannot design an ideal experiment, you probably cannot identify it using observable data</a:t>
            </a:r>
            <a:endParaRPr dirty="0"/>
          </a:p>
          <a:p>
            <a:pPr marL="0" lvl="0" indent="0" algn="l" rtl="0">
              <a:spcBef>
                <a:spcPts val="1600"/>
              </a:spcBef>
              <a:spcAft>
                <a:spcPts val="1600"/>
              </a:spcAft>
              <a:buNone/>
            </a:pPr>
            <a:r>
              <a:rPr lang="en" dirty="0"/>
              <a:t>Fundamentally unidentified questions (FUQ) – book example?</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06"/>
        <p:cNvGrpSpPr/>
        <p:nvPr/>
      </p:nvGrpSpPr>
      <p:grpSpPr>
        <a:xfrm>
          <a:off x="0" y="0"/>
          <a:ext cx="0" cy="0"/>
          <a:chOff x="0" y="0"/>
          <a:chExt cx="0" cy="0"/>
        </a:xfrm>
      </p:grpSpPr>
      <p:sp>
        <p:nvSpPr>
          <p:cNvPr id="1407" name="Google Shape;1407;p2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ID strategy</a:t>
            </a:r>
            <a:endParaRPr/>
          </a:p>
        </p:txBody>
      </p:sp>
      <p:sp>
        <p:nvSpPr>
          <p:cNvPr id="1408" name="Google Shape;1408;p24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manner in which a researcher uses observational data (i.e., data not generated by a randomized trial) to approximate a real experiment”</a:t>
            </a:r>
            <a:endParaRPr/>
          </a:p>
          <a:p>
            <a:pPr marL="0" lvl="0" indent="0" algn="l" rtl="0">
              <a:spcBef>
                <a:spcPts val="1600"/>
              </a:spcBef>
              <a:spcAft>
                <a:spcPts val="0"/>
              </a:spcAft>
              <a:buNone/>
            </a:pPr>
            <a:r>
              <a:rPr lang="en"/>
              <a:t>Given the data you have, how are you approximating your ideal experiment</a:t>
            </a:r>
            <a:endParaRPr/>
          </a:p>
          <a:p>
            <a:pPr marL="0" lvl="0" indent="0" algn="l" rtl="0">
              <a:spcBef>
                <a:spcPts val="1600"/>
              </a:spcBef>
              <a:spcAft>
                <a:spcPts val="1600"/>
              </a:spcAft>
              <a:buNone/>
            </a:pPr>
            <a:r>
              <a:rPr lang="en"/>
              <a:t>What are your strategies strengths and weaknesses?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12"/>
        <p:cNvGrpSpPr/>
        <p:nvPr/>
      </p:nvGrpSpPr>
      <p:grpSpPr>
        <a:xfrm>
          <a:off x="0" y="0"/>
          <a:ext cx="0" cy="0"/>
          <a:chOff x="0" y="0"/>
          <a:chExt cx="0" cy="0"/>
        </a:xfrm>
      </p:grpSpPr>
      <p:sp>
        <p:nvSpPr>
          <p:cNvPr id="1413" name="Google Shape;1413;p2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Mode of statistical inference</a:t>
            </a:r>
            <a:endParaRPr/>
          </a:p>
        </p:txBody>
      </p:sp>
      <p:sp>
        <p:nvSpPr>
          <p:cNvPr id="1414" name="Google Shape;1414;p24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Estimator - OLS, GLM, ML methods?</a:t>
            </a:r>
            <a:endParaRPr dirty="0"/>
          </a:p>
          <a:p>
            <a:pPr marL="0" lvl="0" indent="0" algn="l" rtl="0">
              <a:spcBef>
                <a:spcPts val="1600"/>
              </a:spcBef>
              <a:spcAft>
                <a:spcPts val="1600"/>
              </a:spcAft>
              <a:buNone/>
            </a:pPr>
            <a:r>
              <a:rPr lang="en" dirty="0"/>
              <a:t>SE handling: robust, clustering</a:t>
            </a:r>
          </a:p>
          <a:p>
            <a:pPr marL="0" lvl="0" indent="0" algn="l" rtl="0">
              <a:spcBef>
                <a:spcPts val="1600"/>
              </a:spcBef>
              <a:spcAft>
                <a:spcPts val="1600"/>
              </a:spcAft>
              <a:buNone/>
            </a:pPr>
            <a:r>
              <a:rPr lang="en-US" dirty="0"/>
              <a:t>This is where econometrics courses spend most of their time</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18"/>
        <p:cNvGrpSpPr/>
        <p:nvPr/>
      </p:nvGrpSpPr>
      <p:grpSpPr>
        <a:xfrm>
          <a:off x="0" y="0"/>
          <a:ext cx="0" cy="0"/>
          <a:chOff x="0" y="0"/>
          <a:chExt cx="0" cy="0"/>
        </a:xfrm>
      </p:grpSpPr>
      <p:sp>
        <p:nvSpPr>
          <p:cNvPr id="1419" name="Google Shape;1419;p2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Selection and the experimental ideal</a:t>
            </a:r>
            <a:endParaRPr/>
          </a:p>
        </p:txBody>
      </p:sp>
      <p:sp>
        <p:nvSpPr>
          <p:cNvPr id="1420" name="Google Shape;1420;p24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Selection as a threat to the experimental ideal of random assignment</a:t>
            </a:r>
            <a:endParaRPr/>
          </a:p>
          <a:p>
            <a:pPr marL="0" lvl="0" indent="0" algn="l" rtl="0">
              <a:spcBef>
                <a:spcPts val="1600"/>
              </a:spcBef>
              <a:spcAft>
                <a:spcPts val="1600"/>
              </a:spcAft>
              <a:buNone/>
            </a:pPr>
            <a:r>
              <a:rPr lang="en"/>
              <a:t>Do hospitals make people more healthy?  Less healthy people are more likely to go to the hospital</a:t>
            </a:r>
            <a:endParaRPr/>
          </a:p>
        </p:txBody>
      </p:sp>
      <p:pic>
        <p:nvPicPr>
          <p:cNvPr id="1421" name="Google Shape;1421;p243"/>
          <p:cNvPicPr preferRelativeResize="0"/>
          <p:nvPr/>
        </p:nvPicPr>
        <p:blipFill>
          <a:blip r:embed="rId3">
            <a:alphaModFix/>
          </a:blip>
          <a:stretch>
            <a:fillRect/>
          </a:stretch>
        </p:blipFill>
        <p:spPr>
          <a:xfrm>
            <a:off x="394338" y="2571750"/>
            <a:ext cx="8355326" cy="2183850"/>
          </a:xfrm>
          <a:prstGeom prst="rect">
            <a:avLst/>
          </a:prstGeom>
          <a:noFill/>
          <a:ln>
            <a:noFill/>
          </a:ln>
        </p:spPr>
      </p:pic>
      <p:sp>
        <p:nvSpPr>
          <p:cNvPr id="1422" name="Google Shape;1422;p243"/>
          <p:cNvSpPr txBox="1"/>
          <p:nvPr/>
        </p:nvSpPr>
        <p:spPr>
          <a:xfrm>
            <a:off x="4343425" y="2522800"/>
            <a:ext cx="1908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980000"/>
                </a:solidFill>
              </a:rPr>
              <a:t>Treatment observed</a:t>
            </a:r>
            <a:endParaRPr>
              <a:solidFill>
                <a:srgbClr val="980000"/>
              </a:solidFill>
            </a:endParaRPr>
          </a:p>
        </p:txBody>
      </p:sp>
      <p:sp>
        <p:nvSpPr>
          <p:cNvPr id="1423" name="Google Shape;1423;p243"/>
          <p:cNvSpPr txBox="1"/>
          <p:nvPr/>
        </p:nvSpPr>
        <p:spPr>
          <a:xfrm>
            <a:off x="6589425" y="2156100"/>
            <a:ext cx="22974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0000FF"/>
                </a:solidFill>
              </a:rPr>
              <a:t>Outcome of the treated had they not been (unobserved)</a:t>
            </a:r>
            <a:endParaRPr>
              <a:solidFill>
                <a:srgbClr val="0000FF"/>
              </a:solidFill>
            </a:endParaRPr>
          </a:p>
        </p:txBody>
      </p:sp>
      <p:cxnSp>
        <p:nvCxnSpPr>
          <p:cNvPr id="1424" name="Google Shape;1424;p243"/>
          <p:cNvCxnSpPr/>
          <p:nvPr/>
        </p:nvCxnSpPr>
        <p:spPr>
          <a:xfrm flipH="1">
            <a:off x="5920700" y="3337550"/>
            <a:ext cx="1017300" cy="525900"/>
          </a:xfrm>
          <a:prstGeom prst="straightConnector1">
            <a:avLst/>
          </a:prstGeom>
          <a:noFill/>
          <a:ln w="28575" cap="flat" cmpd="sng">
            <a:solidFill>
              <a:schemeClr val="accent5"/>
            </a:solidFill>
            <a:prstDash val="solid"/>
            <a:round/>
            <a:headEnd type="none" w="med" len="med"/>
            <a:tailEnd type="none" w="med" len="med"/>
          </a:ln>
        </p:spPr>
      </p:cxnSp>
      <p:sp>
        <p:nvSpPr>
          <p:cNvPr id="1425" name="Google Shape;1425;p243"/>
          <p:cNvSpPr txBox="1"/>
          <p:nvPr/>
        </p:nvSpPr>
        <p:spPr>
          <a:xfrm>
            <a:off x="6938000" y="4703625"/>
            <a:ext cx="2205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980000"/>
                </a:solidFill>
              </a:rPr>
              <a:t>No treatment observed</a:t>
            </a:r>
            <a:endParaRPr>
              <a:solidFill>
                <a:srgbClr val="98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29"/>
        <p:cNvGrpSpPr/>
        <p:nvPr/>
      </p:nvGrpSpPr>
      <p:grpSpPr>
        <a:xfrm>
          <a:off x="0" y="0"/>
          <a:ext cx="0" cy="0"/>
          <a:chOff x="0" y="0"/>
          <a:chExt cx="0" cy="0"/>
        </a:xfrm>
      </p:grpSpPr>
      <p:sp>
        <p:nvSpPr>
          <p:cNvPr id="1430" name="Google Shape;1430;p2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Random assignment </a:t>
            </a:r>
            <a:endParaRPr/>
          </a:p>
        </p:txBody>
      </p:sp>
      <p:sp>
        <p:nvSpPr>
          <p:cNvPr id="1431" name="Google Shape;1431;p244"/>
          <p:cNvSpPr txBox="1">
            <a:spLocks noGrp="1"/>
          </p:cNvSpPr>
          <p:nvPr>
            <p:ph type="body" idx="1"/>
          </p:nvPr>
        </p:nvSpPr>
        <p:spPr>
          <a:xfrm>
            <a:off x="311700" y="1152475"/>
            <a:ext cx="8520600" cy="924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Creates independence between Y (outcome) and D (treatment) making the difference between treated and untreated equivalent to the ATT</a:t>
            </a:r>
            <a:endParaRPr/>
          </a:p>
        </p:txBody>
      </p:sp>
      <p:pic>
        <p:nvPicPr>
          <p:cNvPr id="1432" name="Google Shape;1432;p244"/>
          <p:cNvPicPr preferRelativeResize="0"/>
          <p:nvPr/>
        </p:nvPicPr>
        <p:blipFill>
          <a:blip r:embed="rId3">
            <a:alphaModFix/>
          </a:blip>
          <a:stretch>
            <a:fillRect/>
          </a:stretch>
        </p:blipFill>
        <p:spPr>
          <a:xfrm>
            <a:off x="469588" y="2077413"/>
            <a:ext cx="7724775" cy="1400175"/>
          </a:xfrm>
          <a:prstGeom prst="rect">
            <a:avLst/>
          </a:prstGeom>
          <a:noFill/>
          <a:ln>
            <a:noFill/>
          </a:ln>
        </p:spPr>
      </p:pic>
      <p:pic>
        <p:nvPicPr>
          <p:cNvPr id="1433" name="Google Shape;1433;p244"/>
          <p:cNvPicPr preferRelativeResize="0"/>
          <p:nvPr/>
        </p:nvPicPr>
        <p:blipFill>
          <a:blip r:embed="rId4">
            <a:alphaModFix/>
          </a:blip>
          <a:stretch>
            <a:fillRect/>
          </a:stretch>
        </p:blipFill>
        <p:spPr>
          <a:xfrm>
            <a:off x="469600" y="3477588"/>
            <a:ext cx="6343650" cy="1400175"/>
          </a:xfrm>
          <a:prstGeom prst="rect">
            <a:avLst/>
          </a:prstGeom>
          <a:noFill/>
          <a:ln>
            <a:noFill/>
          </a:ln>
        </p:spPr>
      </p:pic>
      <p:cxnSp>
        <p:nvCxnSpPr>
          <p:cNvPr id="1434" name="Google Shape;1434;p244"/>
          <p:cNvCxnSpPr/>
          <p:nvPr/>
        </p:nvCxnSpPr>
        <p:spPr>
          <a:xfrm flipH="1">
            <a:off x="2648300" y="3272150"/>
            <a:ext cx="2670300" cy="437700"/>
          </a:xfrm>
          <a:prstGeom prst="straightConnector1">
            <a:avLst/>
          </a:prstGeom>
          <a:noFill/>
          <a:ln w="28575" cap="flat" cmpd="sng">
            <a:solidFill>
              <a:schemeClr val="accent5"/>
            </a:solidFill>
            <a:prstDash val="solid"/>
            <a:round/>
            <a:headEnd type="none" w="med" len="med"/>
            <a:tailEnd type="triangle" w="med" len="med"/>
          </a:ln>
        </p:spPr>
      </p:cxnSp>
      <p:sp>
        <p:nvSpPr>
          <p:cNvPr id="2" name="TextBox 1">
            <a:extLst>
              <a:ext uri="{FF2B5EF4-FFF2-40B4-BE49-F238E27FC236}">
                <a16:creationId xmlns:a16="http://schemas.microsoft.com/office/drawing/2014/main" id="{A354283B-DDBB-DAA7-5604-2212ABFBDC6B}"/>
              </a:ext>
            </a:extLst>
          </p:cNvPr>
          <p:cNvSpPr txBox="1"/>
          <p:nvPr/>
        </p:nvSpPr>
        <p:spPr>
          <a:xfrm>
            <a:off x="6244280" y="4283676"/>
            <a:ext cx="2588019" cy="307777"/>
          </a:xfrm>
          <a:prstGeom prst="rect">
            <a:avLst/>
          </a:prstGeom>
          <a:noFill/>
        </p:spPr>
        <p:txBody>
          <a:bodyPr wrap="square" rtlCol="0">
            <a:spAutoFit/>
          </a:bodyPr>
          <a:lstStyle/>
          <a:p>
            <a:r>
              <a:rPr lang="en-US" dirty="0">
                <a:solidFill>
                  <a:schemeClr val="accent5"/>
                </a:solidFill>
              </a:rPr>
              <a:t>*Because of independence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38"/>
        <p:cNvGrpSpPr/>
        <p:nvPr/>
      </p:nvGrpSpPr>
      <p:grpSpPr>
        <a:xfrm>
          <a:off x="0" y="0"/>
          <a:ext cx="0" cy="0"/>
          <a:chOff x="0" y="0"/>
          <a:chExt cx="0" cy="0"/>
        </a:xfrm>
      </p:grpSpPr>
      <p:sp>
        <p:nvSpPr>
          <p:cNvPr id="1439" name="Google Shape;1439;p2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Selection in regression</a:t>
            </a:r>
            <a:endParaRPr/>
          </a:p>
        </p:txBody>
      </p:sp>
      <p:sp>
        <p:nvSpPr>
          <p:cNvPr id="1440" name="Google Shape;1440;p24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Selection amounts to correlation between the treatment effect and the error, which violates E[e’x]=0</a:t>
            </a:r>
            <a:endParaRPr/>
          </a:p>
          <a:p>
            <a:pPr marL="0" lvl="0" indent="0" algn="l" rtl="0">
              <a:spcBef>
                <a:spcPts val="1600"/>
              </a:spcBef>
              <a:spcAft>
                <a:spcPts val="0"/>
              </a:spcAft>
              <a:buNone/>
            </a:pPr>
            <a:r>
              <a:rPr lang="en"/>
              <a:t>Hospital Q: those treated were less healthy</a:t>
            </a:r>
            <a:endParaRPr/>
          </a:p>
          <a:p>
            <a:pPr marL="0" lvl="0" indent="0" algn="l" rtl="0">
              <a:spcBef>
                <a:spcPts val="1600"/>
              </a:spcBef>
              <a:spcAft>
                <a:spcPts val="0"/>
              </a:spcAft>
              <a:buNone/>
            </a:pPr>
            <a:r>
              <a:rPr lang="en"/>
              <a:t>Covariates play 2 roles: </a:t>
            </a:r>
            <a:endParaRPr/>
          </a:p>
          <a:p>
            <a:pPr marL="457200" lvl="0" indent="-342900" algn="l" rtl="0">
              <a:spcBef>
                <a:spcPts val="1600"/>
              </a:spcBef>
              <a:spcAft>
                <a:spcPts val="0"/>
              </a:spcAft>
              <a:buSzPts val="1800"/>
              <a:buAutoNum type="arabicPeriod"/>
            </a:pPr>
            <a:r>
              <a:rPr lang="en"/>
              <a:t>Random assignment conditional on something.  STAR study random within school but not across</a:t>
            </a:r>
            <a:endParaRPr/>
          </a:p>
          <a:p>
            <a:pPr marL="457200" lvl="0" indent="-342900" algn="l" rtl="0">
              <a:spcBef>
                <a:spcPts val="0"/>
              </a:spcBef>
              <a:spcAft>
                <a:spcPts val="0"/>
              </a:spcAft>
              <a:buSzPts val="1800"/>
              <a:buAutoNum type="arabicPeriod"/>
            </a:pPr>
            <a:r>
              <a:rPr lang="en"/>
              <a:t>Help make the estimates more precise by reducing residual variation.  This shouldn’t substantially change the coef of interest, but may reduce SE.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C13E477-A780-DF73-30CC-826223406665}"/>
              </a:ext>
            </a:extLst>
          </p:cNvPr>
          <p:cNvPicPr>
            <a:picLocks noChangeAspect="1"/>
          </p:cNvPicPr>
          <p:nvPr/>
        </p:nvPicPr>
        <p:blipFill>
          <a:blip r:embed="rId2"/>
          <a:stretch>
            <a:fillRect/>
          </a:stretch>
        </p:blipFill>
        <p:spPr>
          <a:xfrm>
            <a:off x="-8124" y="0"/>
            <a:ext cx="7364392" cy="5143500"/>
          </a:xfrm>
          <a:prstGeom prst="rect">
            <a:avLst/>
          </a:prstGeom>
        </p:spPr>
      </p:pic>
      <p:sp>
        <p:nvSpPr>
          <p:cNvPr id="3" name="TextBox 2">
            <a:extLst>
              <a:ext uri="{FF2B5EF4-FFF2-40B4-BE49-F238E27FC236}">
                <a16:creationId xmlns:a16="http://schemas.microsoft.com/office/drawing/2014/main" id="{58FF4C04-6CB1-31C6-2237-E913F5D3A38D}"/>
              </a:ext>
            </a:extLst>
          </p:cNvPr>
          <p:cNvSpPr txBox="1"/>
          <p:nvPr/>
        </p:nvSpPr>
        <p:spPr>
          <a:xfrm>
            <a:off x="6582032" y="774357"/>
            <a:ext cx="2191265" cy="954107"/>
          </a:xfrm>
          <a:prstGeom prst="rect">
            <a:avLst/>
          </a:prstGeom>
          <a:noFill/>
        </p:spPr>
        <p:txBody>
          <a:bodyPr wrap="square" rtlCol="0">
            <a:spAutoFit/>
          </a:bodyPr>
          <a:lstStyle/>
          <a:p>
            <a:r>
              <a:rPr lang="en-US" dirty="0"/>
              <a:t>What does this table tell you?</a:t>
            </a:r>
          </a:p>
          <a:p>
            <a:endParaRPr lang="en-US" dirty="0"/>
          </a:p>
          <a:p>
            <a:r>
              <a:rPr lang="en-US" dirty="0"/>
              <a:t>How did you read it?</a:t>
            </a:r>
          </a:p>
        </p:txBody>
      </p:sp>
    </p:spTree>
    <p:extLst>
      <p:ext uri="{BB962C8B-B14F-4D97-AF65-F5344CB8AC3E}">
        <p14:creationId xmlns:p14="http://schemas.microsoft.com/office/powerpoint/2010/main" val="20074726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44"/>
        <p:cNvGrpSpPr/>
        <p:nvPr/>
      </p:nvGrpSpPr>
      <p:grpSpPr>
        <a:xfrm>
          <a:off x="0" y="0"/>
          <a:ext cx="0" cy="0"/>
          <a:chOff x="0" y="0"/>
          <a:chExt cx="0" cy="0"/>
        </a:xfrm>
      </p:grpSpPr>
      <p:sp>
        <p:nvSpPr>
          <p:cNvPr id="1445" name="Google Shape;1445;p2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Omitted variables bias</a:t>
            </a:r>
            <a:endParaRPr/>
          </a:p>
        </p:txBody>
      </p:sp>
      <p:sp>
        <p:nvSpPr>
          <p:cNvPr id="1446" name="Google Shape;1446;p24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Omitted variables bias occurs when a covariate (Z) is omitted from the reg when the true but unknown model includes it (Z partially explains Y - along with X)</a:t>
            </a: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1600"/>
              </a:spcAft>
              <a:buNone/>
            </a:pPr>
            <a:r>
              <a:rPr lang="en"/>
              <a:t>Note that if X and Z are uncorrelated, the bias falls out</a:t>
            </a:r>
            <a:endParaRPr/>
          </a:p>
        </p:txBody>
      </p:sp>
      <p:pic>
        <p:nvPicPr>
          <p:cNvPr id="1447" name="Google Shape;1447;p246"/>
          <p:cNvPicPr preferRelativeResize="0"/>
          <p:nvPr/>
        </p:nvPicPr>
        <p:blipFill>
          <a:blip r:embed="rId3">
            <a:alphaModFix/>
          </a:blip>
          <a:stretch>
            <a:fillRect/>
          </a:stretch>
        </p:blipFill>
        <p:spPr>
          <a:xfrm>
            <a:off x="2459700" y="2079300"/>
            <a:ext cx="4333875" cy="8096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51"/>
        <p:cNvGrpSpPr/>
        <p:nvPr/>
      </p:nvGrpSpPr>
      <p:grpSpPr>
        <a:xfrm>
          <a:off x="0" y="0"/>
          <a:ext cx="0" cy="0"/>
          <a:chOff x="0" y="0"/>
          <a:chExt cx="0" cy="0"/>
        </a:xfrm>
      </p:grpSpPr>
      <p:sp>
        <p:nvSpPr>
          <p:cNvPr id="1452" name="Google Shape;1452;p2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Apply the FAQs to your question</a:t>
            </a:r>
            <a:endParaRPr/>
          </a:p>
        </p:txBody>
      </p:sp>
      <p:sp>
        <p:nvSpPr>
          <p:cNvPr id="1453" name="Google Shape;1453;p24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FAQs: </a:t>
            </a:r>
            <a:endParaRPr/>
          </a:p>
          <a:p>
            <a:pPr marL="457200" lvl="0" indent="-342900" algn="l" rtl="0">
              <a:spcBef>
                <a:spcPts val="1600"/>
              </a:spcBef>
              <a:spcAft>
                <a:spcPts val="0"/>
              </a:spcAft>
              <a:buSzPts val="1800"/>
              <a:buChar char="●"/>
            </a:pPr>
            <a:r>
              <a:rPr lang="en"/>
              <a:t>relationship of interest? </a:t>
            </a:r>
            <a:endParaRPr/>
          </a:p>
          <a:p>
            <a:pPr marL="457200" lvl="0" indent="-342900" algn="l" rtl="0">
              <a:spcBef>
                <a:spcPts val="0"/>
              </a:spcBef>
              <a:spcAft>
                <a:spcPts val="0"/>
              </a:spcAft>
              <a:buSzPts val="1800"/>
              <a:buChar char="●"/>
            </a:pPr>
            <a:r>
              <a:rPr lang="en"/>
              <a:t>Ideal experiment? </a:t>
            </a:r>
            <a:endParaRPr/>
          </a:p>
          <a:p>
            <a:pPr marL="457200" lvl="0" indent="-342900" algn="l" rtl="0">
              <a:spcBef>
                <a:spcPts val="0"/>
              </a:spcBef>
              <a:spcAft>
                <a:spcPts val="0"/>
              </a:spcAft>
              <a:buSzPts val="1800"/>
              <a:buChar char="●"/>
            </a:pPr>
            <a:r>
              <a:rPr lang="en"/>
              <a:t>ID strategy? </a:t>
            </a:r>
            <a:endParaRPr/>
          </a:p>
          <a:p>
            <a:pPr marL="457200" lvl="0" indent="-342900" algn="l" rtl="0">
              <a:spcBef>
                <a:spcPts val="0"/>
              </a:spcBef>
              <a:spcAft>
                <a:spcPts val="0"/>
              </a:spcAft>
              <a:buSzPts val="1800"/>
              <a:buChar char="●"/>
            </a:pPr>
            <a:r>
              <a:rPr lang="en"/>
              <a:t>Mode of inference?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57"/>
        <p:cNvGrpSpPr/>
        <p:nvPr/>
      </p:nvGrpSpPr>
      <p:grpSpPr>
        <a:xfrm>
          <a:off x="0" y="0"/>
          <a:ext cx="0" cy="0"/>
          <a:chOff x="0" y="0"/>
          <a:chExt cx="0" cy="0"/>
        </a:xfrm>
      </p:grpSpPr>
      <p:sp>
        <p:nvSpPr>
          <p:cNvPr id="1458" name="Google Shape;1458;p24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State of Applied Metrics</a:t>
            </a:r>
            <a:endParaRPr/>
          </a:p>
          <a:p>
            <a:pPr marL="0" lvl="0" indent="0" algn="ctr" rtl="0">
              <a:spcBef>
                <a:spcPts val="0"/>
              </a:spcBef>
              <a:spcAft>
                <a:spcPts val="0"/>
              </a:spcAft>
              <a:buNone/>
            </a:pPr>
            <a:r>
              <a:rPr lang="en"/>
              <a:t>Athey &amp; Imbens</a:t>
            </a:r>
            <a:endParaRPr/>
          </a:p>
        </p:txBody>
      </p:sp>
      <p:sp>
        <p:nvSpPr>
          <p:cNvPr id="1459" name="Google Shape;1459;p248"/>
          <p:cNvSpPr txBox="1"/>
          <p:nvPr/>
        </p:nvSpPr>
        <p:spPr>
          <a:xfrm>
            <a:off x="1518650" y="4113000"/>
            <a:ext cx="55773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222222"/>
                </a:solidFill>
                <a:highlight>
                  <a:srgbClr val="FFFFFF"/>
                </a:highlight>
              </a:rPr>
              <a:t>Athey, S., &amp; Imbens, G. W. (2017). The state of applied econometrics: Causality and policy evaluation. </a:t>
            </a:r>
            <a:r>
              <a:rPr lang="en" sz="1000" i="1">
                <a:solidFill>
                  <a:srgbClr val="222222"/>
                </a:solidFill>
                <a:highlight>
                  <a:srgbClr val="FFFFFF"/>
                </a:highlight>
              </a:rPr>
              <a:t>Journal of Economic Perspectives</a:t>
            </a:r>
            <a:r>
              <a:rPr lang="en" sz="1000">
                <a:solidFill>
                  <a:srgbClr val="222222"/>
                </a:solidFill>
                <a:highlight>
                  <a:srgbClr val="FFFFFF"/>
                </a:highlight>
              </a:rPr>
              <a:t>, </a:t>
            </a:r>
            <a:r>
              <a:rPr lang="en" sz="1000" i="1">
                <a:solidFill>
                  <a:srgbClr val="222222"/>
                </a:solidFill>
                <a:highlight>
                  <a:srgbClr val="FFFFFF"/>
                </a:highlight>
              </a:rPr>
              <a:t>31</a:t>
            </a:r>
            <a:r>
              <a:rPr lang="en" sz="1000">
                <a:solidFill>
                  <a:srgbClr val="222222"/>
                </a:solidFill>
                <a:highlight>
                  <a:srgbClr val="FFFFFF"/>
                </a:highlight>
              </a:rPr>
              <a:t>(2), 3-32.</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63"/>
        <p:cNvGrpSpPr/>
        <p:nvPr/>
      </p:nvGrpSpPr>
      <p:grpSpPr>
        <a:xfrm>
          <a:off x="0" y="0"/>
          <a:ext cx="0" cy="0"/>
          <a:chOff x="0" y="0"/>
          <a:chExt cx="0" cy="0"/>
        </a:xfrm>
      </p:grpSpPr>
      <p:sp>
        <p:nvSpPr>
          <p:cNvPr id="1464" name="Google Shape;1464;p2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Overview</a:t>
            </a:r>
            <a:endParaRPr/>
          </a:p>
        </p:txBody>
      </p:sp>
      <p:sp>
        <p:nvSpPr>
          <p:cNvPr id="1465" name="Google Shape;1465;p24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Causal inference, identification, methods (SCM, RDD, external validity)</a:t>
            </a:r>
            <a:endParaRPr/>
          </a:p>
          <a:p>
            <a:pPr marL="0" lvl="0" indent="0" algn="l" rtl="0">
              <a:spcBef>
                <a:spcPts val="1600"/>
              </a:spcBef>
              <a:spcAft>
                <a:spcPts val="0"/>
              </a:spcAft>
              <a:buNone/>
            </a:pPr>
            <a:r>
              <a:rPr lang="en"/>
              <a:t>Supplementary analyses</a:t>
            </a:r>
            <a:endParaRPr/>
          </a:p>
          <a:p>
            <a:pPr marL="0" lvl="0" indent="0" algn="l" rtl="0">
              <a:spcBef>
                <a:spcPts val="1600"/>
              </a:spcBef>
              <a:spcAft>
                <a:spcPts val="0"/>
              </a:spcAft>
              <a:buNone/>
            </a:pPr>
            <a:r>
              <a:rPr lang="en"/>
              <a:t>ML methods for causal inference</a:t>
            </a:r>
            <a:endParaRPr/>
          </a:p>
          <a:p>
            <a:pPr marL="0" lvl="0" indent="0" algn="l" rtl="0">
              <a:spcBef>
                <a:spcPts val="1600"/>
              </a:spcBef>
              <a:spcAft>
                <a:spcPts val="0"/>
              </a:spcAft>
              <a:buNone/>
            </a:pPr>
            <a:endParaRPr/>
          </a:p>
          <a:p>
            <a:pPr marL="0" lvl="0" indent="0" algn="l" rtl="0">
              <a:spcBef>
                <a:spcPts val="1600"/>
              </a:spcBef>
              <a:spcAft>
                <a:spcPts val="1600"/>
              </a:spcAft>
              <a:buNone/>
            </a:pPr>
            <a:r>
              <a:rPr lang="en"/>
              <a:t>Focus on reduced-form or design-based methods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69"/>
        <p:cNvGrpSpPr/>
        <p:nvPr/>
      </p:nvGrpSpPr>
      <p:grpSpPr>
        <a:xfrm>
          <a:off x="0" y="0"/>
          <a:ext cx="0" cy="0"/>
          <a:chOff x="0" y="0"/>
          <a:chExt cx="0" cy="0"/>
        </a:xfrm>
      </p:grpSpPr>
      <p:sp>
        <p:nvSpPr>
          <p:cNvPr id="1470" name="Google Shape;1470;p2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Causal inference</a:t>
            </a:r>
            <a:endParaRPr/>
          </a:p>
        </p:txBody>
      </p:sp>
      <p:sp>
        <p:nvSpPr>
          <p:cNvPr id="1471" name="Google Shape;1471;p25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Randomization is the gold standard.  Why?</a:t>
            </a:r>
            <a:endParaRPr dirty="0"/>
          </a:p>
          <a:p>
            <a:pPr marL="0" lvl="0" indent="0" algn="l" rtl="0">
              <a:spcBef>
                <a:spcPts val="1600"/>
              </a:spcBef>
              <a:spcAft>
                <a:spcPts val="0"/>
              </a:spcAft>
              <a:buNone/>
            </a:pPr>
            <a:r>
              <a:rPr lang="en" dirty="0"/>
              <a:t>Difference in differences</a:t>
            </a:r>
            <a:endParaRPr dirty="0"/>
          </a:p>
          <a:p>
            <a:pPr marL="0" lvl="0" indent="0" algn="l" rtl="0">
              <a:spcBef>
                <a:spcPts val="1600"/>
              </a:spcBef>
              <a:spcAft>
                <a:spcPts val="0"/>
              </a:spcAft>
              <a:buNone/>
            </a:pPr>
            <a:r>
              <a:rPr lang="en" dirty="0"/>
              <a:t>Synthetic control methods (SCM)</a:t>
            </a:r>
            <a:endParaRPr dirty="0"/>
          </a:p>
          <a:p>
            <a:pPr marL="0" lvl="0" indent="0" algn="l" rtl="0">
              <a:spcBef>
                <a:spcPts val="1600"/>
              </a:spcBef>
              <a:spcAft>
                <a:spcPts val="1600"/>
              </a:spcAft>
              <a:buNone/>
            </a:pPr>
            <a:r>
              <a:rPr lang="en" dirty="0"/>
              <a:t>Regression discontinuity designs (RDD)</a:t>
            </a:r>
          </a:p>
          <a:p>
            <a:pPr marL="0" lvl="0" indent="0" algn="l" rtl="0">
              <a:spcBef>
                <a:spcPts val="1600"/>
              </a:spcBef>
              <a:spcAft>
                <a:spcPts val="1600"/>
              </a:spcAft>
              <a:buNone/>
            </a:pPr>
            <a:r>
              <a:rPr lang="en" dirty="0"/>
              <a:t>Matching methods</a:t>
            </a: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75"/>
        <p:cNvGrpSpPr/>
        <p:nvPr/>
      </p:nvGrpSpPr>
      <p:grpSpPr>
        <a:xfrm>
          <a:off x="0" y="0"/>
          <a:ext cx="0" cy="0"/>
          <a:chOff x="0" y="0"/>
          <a:chExt cx="0" cy="0"/>
        </a:xfrm>
      </p:grpSpPr>
      <p:sp>
        <p:nvSpPr>
          <p:cNvPr id="1476" name="Google Shape;1476;p2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Estimator vs Estimand vs Estimate</a:t>
            </a:r>
            <a:endParaRPr/>
          </a:p>
        </p:txBody>
      </p:sp>
      <p:sp>
        <p:nvSpPr>
          <p:cNvPr id="1477" name="Google Shape;1477;p25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Estimator is the method or model used - how the thing is estimated</a:t>
            </a:r>
            <a:endParaRPr/>
          </a:p>
          <a:p>
            <a:pPr marL="0" lvl="0" indent="0" algn="l" rtl="0">
              <a:spcBef>
                <a:spcPts val="1600"/>
              </a:spcBef>
              <a:spcAft>
                <a:spcPts val="0"/>
              </a:spcAft>
              <a:buNone/>
            </a:pPr>
            <a:r>
              <a:rPr lang="en"/>
              <a:t>Estimand is the target of inference - the parameter you care about</a:t>
            </a:r>
            <a:endParaRPr/>
          </a:p>
          <a:p>
            <a:pPr marL="0" lvl="0" indent="0" algn="l" rtl="0">
              <a:spcBef>
                <a:spcPts val="1600"/>
              </a:spcBef>
              <a:spcAft>
                <a:spcPts val="1600"/>
              </a:spcAft>
              <a:buNone/>
            </a:pPr>
            <a:r>
              <a:rPr lang="en"/>
              <a:t>Estimate is the best guess of the estimand given the data you have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81"/>
        <p:cNvGrpSpPr/>
        <p:nvPr/>
      </p:nvGrpSpPr>
      <p:grpSpPr>
        <a:xfrm>
          <a:off x="0" y="0"/>
          <a:ext cx="0" cy="0"/>
          <a:chOff x="0" y="0"/>
          <a:chExt cx="0" cy="0"/>
        </a:xfrm>
      </p:grpSpPr>
      <p:sp>
        <p:nvSpPr>
          <p:cNvPr id="1482" name="Google Shape;1482;p2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Regression Discontinuity Design</a:t>
            </a:r>
            <a:endParaRPr/>
          </a:p>
        </p:txBody>
      </p:sp>
      <p:sp>
        <p:nvSpPr>
          <p:cNvPr id="1483" name="Google Shape;1483;p252"/>
          <p:cNvSpPr txBox="1">
            <a:spLocks noGrp="1"/>
          </p:cNvSpPr>
          <p:nvPr>
            <p:ph type="body" idx="1"/>
          </p:nvPr>
        </p:nvSpPr>
        <p:spPr>
          <a:xfrm>
            <a:off x="311700" y="1772875"/>
            <a:ext cx="8520600" cy="279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Study the population near some threshold, c, where a forcing variable, X (e.g., age), dictates treatment, W</a:t>
            </a:r>
            <a:endParaRPr/>
          </a:p>
          <a:p>
            <a:pPr marL="0" lvl="0" indent="0" algn="l" rtl="0">
              <a:spcBef>
                <a:spcPts val="1600"/>
              </a:spcBef>
              <a:spcAft>
                <a:spcPts val="0"/>
              </a:spcAft>
              <a:buNone/>
            </a:pPr>
            <a:r>
              <a:rPr lang="en"/>
              <a:t>Sharp regression discontinuity - W is binary 0,1 makes denominator 1</a:t>
            </a:r>
            <a:endParaRPr/>
          </a:p>
          <a:p>
            <a:pPr marL="0" lvl="0" indent="0" algn="l" rtl="0">
              <a:spcBef>
                <a:spcPts val="1600"/>
              </a:spcBef>
              <a:spcAft>
                <a:spcPts val="0"/>
              </a:spcAft>
              <a:buNone/>
            </a:pPr>
            <a:r>
              <a:rPr lang="en"/>
              <a:t>Fuzzy regression discontinuity</a:t>
            </a:r>
            <a:endParaRPr/>
          </a:p>
          <a:p>
            <a:pPr marL="0" lvl="0" indent="0" algn="l" rtl="0">
              <a:spcBef>
                <a:spcPts val="1600"/>
              </a:spcBef>
              <a:spcAft>
                <a:spcPts val="1600"/>
              </a:spcAft>
              <a:buNone/>
            </a:pPr>
            <a:r>
              <a:rPr lang="en"/>
              <a:t>Local linear regression with more weight near the threshold (loess - geom_smooth()); how to choose bandwidth</a:t>
            </a:r>
            <a:endParaRPr/>
          </a:p>
        </p:txBody>
      </p:sp>
      <p:pic>
        <p:nvPicPr>
          <p:cNvPr id="1484" name="Google Shape;1484;p252"/>
          <p:cNvPicPr preferRelativeResize="0"/>
          <p:nvPr/>
        </p:nvPicPr>
        <p:blipFill>
          <a:blip r:embed="rId3">
            <a:alphaModFix/>
          </a:blip>
          <a:stretch>
            <a:fillRect/>
          </a:stretch>
        </p:blipFill>
        <p:spPr>
          <a:xfrm>
            <a:off x="2153363" y="1072563"/>
            <a:ext cx="4333875" cy="8096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88"/>
        <p:cNvGrpSpPr/>
        <p:nvPr/>
      </p:nvGrpSpPr>
      <p:grpSpPr>
        <a:xfrm>
          <a:off x="0" y="0"/>
          <a:ext cx="0" cy="0"/>
          <a:chOff x="0" y="0"/>
          <a:chExt cx="0" cy="0"/>
        </a:xfrm>
      </p:grpSpPr>
      <p:sp>
        <p:nvSpPr>
          <p:cNvPr id="1489" name="Google Shape;1489;p25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effect of summer school</a:t>
            </a:r>
            <a:endParaRPr/>
          </a:p>
        </p:txBody>
      </p:sp>
      <p:sp>
        <p:nvSpPr>
          <p:cNvPr id="1490" name="Google Shape;1490;p25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Chicago public schools had a rule that 3rd graders that scored less than 2.75 on a standardized test had to take summer school.  The question is what impact did the summer school have on subsequent exam scores?</a:t>
            </a:r>
            <a:endParaRPr/>
          </a:p>
          <a:p>
            <a:pPr marL="0" lvl="0" indent="0" algn="l" rtl="0">
              <a:spcBef>
                <a:spcPts val="1600"/>
              </a:spcBef>
              <a:spcAft>
                <a:spcPts val="0"/>
              </a:spcAft>
              <a:buNone/>
            </a:pPr>
            <a:r>
              <a:rPr lang="en"/>
              <a:t>Forcing variable?</a:t>
            </a:r>
            <a:endParaRPr/>
          </a:p>
          <a:p>
            <a:pPr marL="0" lvl="0" indent="0" algn="l" rtl="0">
              <a:spcBef>
                <a:spcPts val="1600"/>
              </a:spcBef>
              <a:spcAft>
                <a:spcPts val="0"/>
              </a:spcAft>
              <a:buNone/>
            </a:pPr>
            <a:r>
              <a:rPr lang="en"/>
              <a:t>Threshold?</a:t>
            </a:r>
            <a:endParaRPr/>
          </a:p>
          <a:p>
            <a:pPr marL="0" lvl="0" indent="0" algn="l" rtl="0">
              <a:spcBef>
                <a:spcPts val="1600"/>
              </a:spcBef>
              <a:spcAft>
                <a:spcPts val="0"/>
              </a:spcAft>
              <a:buNone/>
            </a:pPr>
            <a:r>
              <a:rPr lang="en"/>
              <a:t>Outcome?</a:t>
            </a:r>
            <a:endParaRPr/>
          </a:p>
          <a:p>
            <a:pPr marL="0" lvl="0" indent="0" algn="l" rtl="0">
              <a:spcBef>
                <a:spcPts val="1600"/>
              </a:spcBef>
              <a:spcAft>
                <a:spcPts val="1600"/>
              </a:spcAft>
              <a:buNone/>
            </a:pPr>
            <a:r>
              <a:rPr lang="en"/>
              <a:t>Why is RDD appropriate here?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94"/>
        <p:cNvGrpSpPr/>
        <p:nvPr/>
      </p:nvGrpSpPr>
      <p:grpSpPr>
        <a:xfrm>
          <a:off x="0" y="0"/>
          <a:ext cx="0" cy="0"/>
          <a:chOff x="0" y="0"/>
          <a:chExt cx="0" cy="0"/>
        </a:xfrm>
      </p:grpSpPr>
      <p:sp>
        <p:nvSpPr>
          <p:cNvPr id="1495" name="Google Shape;1495;p2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Difference in differences</a:t>
            </a:r>
            <a:endParaRPr/>
          </a:p>
        </p:txBody>
      </p:sp>
      <p:sp>
        <p:nvSpPr>
          <p:cNvPr id="1496" name="Google Shape;1496;p254"/>
          <p:cNvSpPr txBox="1">
            <a:spLocks noGrp="1"/>
          </p:cNvSpPr>
          <p:nvPr>
            <p:ph type="body" idx="1"/>
          </p:nvPr>
        </p:nvSpPr>
        <p:spPr>
          <a:xfrm>
            <a:off x="311700" y="1152475"/>
            <a:ext cx="3507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Using an untreated group as the control to generate unobserved counterfactual</a:t>
            </a:r>
            <a:endParaRPr/>
          </a:p>
          <a:p>
            <a:pPr marL="0" lvl="0" indent="0" algn="l" rtl="0">
              <a:spcBef>
                <a:spcPts val="1600"/>
              </a:spcBef>
              <a:spcAft>
                <a:spcPts val="0"/>
              </a:spcAft>
              <a:buNone/>
            </a:pPr>
            <a:r>
              <a:rPr lang="en"/>
              <a:t>Pre-treatment trends should be parallel</a:t>
            </a:r>
            <a:endParaRPr/>
          </a:p>
          <a:p>
            <a:pPr marL="0" lvl="0" indent="0" algn="l" rtl="0">
              <a:spcBef>
                <a:spcPts val="1600"/>
              </a:spcBef>
              <a:spcAft>
                <a:spcPts val="0"/>
              </a:spcAft>
              <a:buNone/>
            </a:pPr>
            <a:r>
              <a:rPr lang="en"/>
              <a:t>Two way fixed effects</a:t>
            </a:r>
            <a:endParaRPr/>
          </a:p>
          <a:p>
            <a:pPr marL="0" lvl="0" indent="0" algn="l" rtl="0">
              <a:spcBef>
                <a:spcPts val="1600"/>
              </a:spcBef>
              <a:spcAft>
                <a:spcPts val="1600"/>
              </a:spcAft>
              <a:buNone/>
            </a:pPr>
            <a:r>
              <a:rPr lang="en"/>
              <a:t>Lots of recent discussion about TWFE</a:t>
            </a:r>
            <a:endParaRPr/>
          </a:p>
        </p:txBody>
      </p:sp>
      <p:sp>
        <p:nvSpPr>
          <p:cNvPr id="1497" name="Google Shape;1497;p254"/>
          <p:cNvSpPr txBox="1"/>
          <p:nvPr/>
        </p:nvSpPr>
        <p:spPr>
          <a:xfrm>
            <a:off x="240750" y="4703625"/>
            <a:ext cx="5132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3"/>
              </a:rPr>
              <a:t>https://taylorjwright.github.io/did-reading-group/</a:t>
            </a:r>
            <a:r>
              <a:rPr lang="en"/>
              <a:t> </a:t>
            </a:r>
            <a:endParaRPr/>
          </a:p>
        </p:txBody>
      </p:sp>
      <p:pic>
        <p:nvPicPr>
          <p:cNvPr id="1498" name="Google Shape;1498;p254"/>
          <p:cNvPicPr preferRelativeResize="0"/>
          <p:nvPr/>
        </p:nvPicPr>
        <p:blipFill>
          <a:blip r:embed="rId4">
            <a:alphaModFix/>
          </a:blip>
          <a:stretch>
            <a:fillRect/>
          </a:stretch>
        </p:blipFill>
        <p:spPr>
          <a:xfrm>
            <a:off x="3910925" y="1089025"/>
            <a:ext cx="4800600" cy="2933700"/>
          </a:xfrm>
          <a:prstGeom prst="rect">
            <a:avLst/>
          </a:prstGeom>
          <a:noFill/>
          <a:ln>
            <a:noFill/>
          </a:ln>
        </p:spPr>
      </p:pic>
      <p:sp>
        <p:nvSpPr>
          <p:cNvPr id="1499" name="Google Shape;1499;p254"/>
          <p:cNvSpPr txBox="1"/>
          <p:nvPr/>
        </p:nvSpPr>
        <p:spPr>
          <a:xfrm>
            <a:off x="3961600" y="4191400"/>
            <a:ext cx="46620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Card (1990) Mariel boatlift (treatment to Miami) on low-skilled wages (control=Atlanta, Houston, Petersburg)</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03"/>
        <p:cNvGrpSpPr/>
        <p:nvPr/>
      </p:nvGrpSpPr>
      <p:grpSpPr>
        <a:xfrm>
          <a:off x="0" y="0"/>
          <a:ext cx="0" cy="0"/>
          <a:chOff x="0" y="0"/>
          <a:chExt cx="0" cy="0"/>
        </a:xfrm>
      </p:grpSpPr>
      <p:sp>
        <p:nvSpPr>
          <p:cNvPr id="1504" name="Google Shape;1504;p25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Synthetic Control Method</a:t>
            </a:r>
            <a:endParaRPr/>
          </a:p>
        </p:txBody>
      </p:sp>
      <p:sp>
        <p:nvSpPr>
          <p:cNvPr id="1505" name="Google Shape;1505;p25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Relative of DiD, but uses the “control” group in a different way to generate the unobserved counterfactual</a:t>
            </a:r>
            <a:endParaRPr/>
          </a:p>
          <a:p>
            <a:pPr marL="0" lvl="0" indent="0" algn="l" rtl="0">
              <a:spcBef>
                <a:spcPts val="1600"/>
              </a:spcBef>
              <a:spcAft>
                <a:spcPts val="1600"/>
              </a:spcAft>
              <a:buNone/>
            </a:pPr>
            <a:r>
              <a:rPr lang="en"/>
              <a:t>Rather than the average of the controls (DiD), you estimate weights during the pre-treatment period that minimize the deviation of the to-be-treated unit and the synthetic unit</a:t>
            </a:r>
            <a:endParaRPr/>
          </a:p>
        </p:txBody>
      </p:sp>
      <p:pic>
        <p:nvPicPr>
          <p:cNvPr id="1506" name="Google Shape;1506;p255"/>
          <p:cNvPicPr preferRelativeResize="0"/>
          <p:nvPr/>
        </p:nvPicPr>
        <p:blipFill>
          <a:blip r:embed="rId3">
            <a:alphaModFix/>
          </a:blip>
          <a:stretch>
            <a:fillRect/>
          </a:stretch>
        </p:blipFill>
        <p:spPr>
          <a:xfrm>
            <a:off x="1483675" y="3039475"/>
            <a:ext cx="5848350" cy="20193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510"/>
        <p:cNvGrpSpPr/>
        <p:nvPr/>
      </p:nvGrpSpPr>
      <p:grpSpPr>
        <a:xfrm>
          <a:off x="0" y="0"/>
          <a:ext cx="0" cy="0"/>
          <a:chOff x="0" y="0"/>
          <a:chExt cx="0" cy="0"/>
        </a:xfrm>
      </p:grpSpPr>
      <p:sp>
        <p:nvSpPr>
          <p:cNvPr id="1511" name="Google Shape;1511;p25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Supplementary analyses</a:t>
            </a:r>
            <a:endParaRPr/>
          </a:p>
        </p:txBody>
      </p:sp>
      <p:sp>
        <p:nvSpPr>
          <p:cNvPr id="1512" name="Google Shape;1512;p25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Developed to enhance the credibility of the </a:t>
            </a:r>
            <a:r>
              <a:rPr lang="en-US" dirty="0"/>
              <a:t>primary analysis - </a:t>
            </a:r>
            <a:r>
              <a:rPr lang="en" dirty="0"/>
              <a:t>probe the identification strategy</a:t>
            </a:r>
            <a:endParaRPr dirty="0"/>
          </a:p>
          <a:p>
            <a:pPr marL="0" lvl="0" indent="0" algn="l" rtl="0">
              <a:spcBef>
                <a:spcPts val="1600"/>
              </a:spcBef>
              <a:spcAft>
                <a:spcPts val="0"/>
              </a:spcAft>
              <a:buNone/>
            </a:pPr>
            <a:r>
              <a:rPr lang="en" dirty="0"/>
              <a:t>Not focused on goodness of fit or choose against competing models</a:t>
            </a:r>
            <a:endParaRPr dirty="0"/>
          </a:p>
          <a:p>
            <a:pPr marL="0" lvl="0" indent="0" algn="l" rtl="0">
              <a:spcBef>
                <a:spcPts val="1600"/>
              </a:spcBef>
              <a:spcAft>
                <a:spcPts val="0"/>
              </a:spcAft>
              <a:buNone/>
            </a:pPr>
            <a:r>
              <a:rPr lang="en" dirty="0"/>
              <a:t>Placebo tests</a:t>
            </a:r>
            <a:endParaRPr dirty="0"/>
          </a:p>
          <a:p>
            <a:pPr marL="0" lvl="0" indent="0" algn="l" rtl="0">
              <a:spcBef>
                <a:spcPts val="1600"/>
              </a:spcBef>
              <a:spcAft>
                <a:spcPts val="1600"/>
              </a:spcAft>
              <a:buClr>
                <a:schemeClr val="dk1"/>
              </a:buClr>
              <a:buSzPts val="1100"/>
              <a:buFont typeface="Arial"/>
              <a:buNone/>
            </a:pPr>
            <a:r>
              <a:rPr lang="en" dirty="0"/>
              <a:t>Present results from alternative specifications (sets of controls, FE, functional forms) </a:t>
            </a:r>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516"/>
        <p:cNvGrpSpPr/>
        <p:nvPr/>
      </p:nvGrpSpPr>
      <p:grpSpPr>
        <a:xfrm>
          <a:off x="0" y="0"/>
          <a:ext cx="0" cy="0"/>
          <a:chOff x="0" y="0"/>
          <a:chExt cx="0" cy="0"/>
        </a:xfrm>
      </p:grpSpPr>
      <p:sp>
        <p:nvSpPr>
          <p:cNvPr id="1517" name="Google Shape;1517;p25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Placebo tests</a:t>
            </a:r>
            <a:endParaRPr/>
          </a:p>
        </p:txBody>
      </p:sp>
      <p:sp>
        <p:nvSpPr>
          <p:cNvPr id="1518" name="Google Shape;1518;p25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Replicate the primary analysis in a context where the outcome is known to not be affected by the treatment.  Strong priors that beta=0.</a:t>
            </a:r>
            <a:endParaRPr/>
          </a:p>
          <a:p>
            <a:pPr marL="0" lvl="0" indent="0" algn="l" rtl="0">
              <a:spcBef>
                <a:spcPts val="1600"/>
              </a:spcBef>
              <a:spcAft>
                <a:spcPts val="0"/>
              </a:spcAft>
              <a:buNone/>
            </a:pPr>
            <a:r>
              <a:rPr lang="en"/>
              <a:t>Lottery example: impact of lottery winnings on earnings? Panel data so pretend people won lottery before they actually did.</a:t>
            </a:r>
            <a:endParaRPr/>
          </a:p>
          <a:p>
            <a:pPr marL="0" lvl="0" indent="0" algn="l" rtl="0">
              <a:spcBef>
                <a:spcPts val="1600"/>
              </a:spcBef>
              <a:spcAft>
                <a:spcPts val="0"/>
              </a:spcAft>
              <a:buNone/>
            </a:pPr>
            <a:r>
              <a:rPr lang="en"/>
              <a:t>Covariates in RDD.  By design, they should be uncorrelated with treatment, so test by regressing them on treatment.</a:t>
            </a:r>
            <a:endParaRPr/>
          </a:p>
          <a:p>
            <a:pPr marL="0" lvl="0" indent="0" algn="l" rtl="0">
              <a:spcBef>
                <a:spcPts val="1600"/>
              </a:spcBef>
              <a:spcAft>
                <a:spcPts val="1600"/>
              </a:spcAft>
              <a:buNone/>
            </a:pPr>
            <a:r>
              <a:rPr lang="en"/>
              <a:t>These strategies build confidence that your identification strategy is credible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516"/>
        <p:cNvGrpSpPr/>
        <p:nvPr/>
      </p:nvGrpSpPr>
      <p:grpSpPr>
        <a:xfrm>
          <a:off x="0" y="0"/>
          <a:ext cx="0" cy="0"/>
          <a:chOff x="0" y="0"/>
          <a:chExt cx="0" cy="0"/>
        </a:xfrm>
      </p:grpSpPr>
      <p:sp>
        <p:nvSpPr>
          <p:cNvPr id="1517" name="Google Shape;1517;p25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Robustness and Sensitivity</a:t>
            </a:r>
            <a:endParaRPr dirty="0"/>
          </a:p>
        </p:txBody>
      </p:sp>
      <p:sp>
        <p:nvSpPr>
          <p:cNvPr id="1518" name="Google Shape;1518;p25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Pretest bias – frequentist’s paradigm suggests specifying a single model and estimating it once. </a:t>
            </a:r>
          </a:p>
          <a:p>
            <a:pPr marL="0" lvl="0" indent="0" algn="l" rtl="0">
              <a:spcBef>
                <a:spcPts val="0"/>
              </a:spcBef>
              <a:spcAft>
                <a:spcPts val="0"/>
              </a:spcAft>
              <a:buNone/>
            </a:pPr>
            <a:r>
              <a:rPr lang="en-US" dirty="0"/>
              <a:t>Robustness estimations shouldn’t be viewed as additional analyses requiring multiple testing</a:t>
            </a:r>
          </a:p>
          <a:p>
            <a:pPr marL="0" lvl="0" indent="0" algn="l" rtl="0">
              <a:spcBef>
                <a:spcPts val="0"/>
              </a:spcBef>
              <a:spcAft>
                <a:spcPts val="0"/>
              </a:spcAft>
              <a:buNone/>
            </a:pPr>
            <a:r>
              <a:rPr lang="en-US" dirty="0"/>
              <a:t>Sample splitting method? Split sample by covariate </a:t>
            </a:r>
            <a:r>
              <a:rPr lang="en-US" i="1" dirty="0" err="1"/>
              <a:t>i</a:t>
            </a:r>
            <a:r>
              <a:rPr lang="en-US" dirty="0"/>
              <a:t>, fit models, report </a:t>
            </a:r>
            <a:r>
              <a:rPr lang="en-US" dirty="0" err="1"/>
              <a:t>stdev</a:t>
            </a:r>
            <a:r>
              <a:rPr lang="en-US" dirty="0"/>
              <a:t> across all splits</a:t>
            </a:r>
            <a:endParaRPr dirty="0"/>
          </a:p>
        </p:txBody>
      </p:sp>
    </p:spTree>
    <p:extLst>
      <p:ext uri="{BB962C8B-B14F-4D97-AF65-F5344CB8AC3E}">
        <p14:creationId xmlns:p14="http://schemas.microsoft.com/office/powerpoint/2010/main" val="37916646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522"/>
        <p:cNvGrpSpPr/>
        <p:nvPr/>
      </p:nvGrpSpPr>
      <p:grpSpPr>
        <a:xfrm>
          <a:off x="0" y="0"/>
          <a:ext cx="0" cy="0"/>
          <a:chOff x="0" y="0"/>
          <a:chExt cx="0" cy="0"/>
        </a:xfrm>
      </p:grpSpPr>
      <p:sp>
        <p:nvSpPr>
          <p:cNvPr id="1523" name="Google Shape;1523;p25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Machine learning and econometrics</a:t>
            </a:r>
            <a:endParaRPr/>
          </a:p>
        </p:txBody>
      </p:sp>
      <p:sp>
        <p:nvSpPr>
          <p:cNvPr id="1524" name="Google Shape;1524;p25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Unsupervised: finding patterns in data, reducing dimensionality (clustering)</a:t>
            </a:r>
            <a:endParaRPr/>
          </a:p>
          <a:p>
            <a:pPr marL="457200" lvl="0" indent="-342900" algn="l" rtl="0">
              <a:spcBef>
                <a:spcPts val="1600"/>
              </a:spcBef>
              <a:spcAft>
                <a:spcPts val="0"/>
              </a:spcAft>
              <a:buSzPts val="1800"/>
              <a:buChar char="●"/>
            </a:pPr>
            <a:r>
              <a:rPr lang="en"/>
              <a:t>Clustering images, test analysis</a:t>
            </a:r>
            <a:endParaRPr/>
          </a:p>
          <a:p>
            <a:pPr marL="457200" lvl="0" indent="-342900" algn="l" rtl="0">
              <a:spcBef>
                <a:spcPts val="0"/>
              </a:spcBef>
              <a:spcAft>
                <a:spcPts val="0"/>
              </a:spcAft>
              <a:buSzPts val="1800"/>
              <a:buChar char="●"/>
            </a:pPr>
            <a:r>
              <a:rPr lang="en"/>
              <a:t>Use as intermediate step to reduce dimensionality in subsequent analyses</a:t>
            </a:r>
            <a:endParaRPr/>
          </a:p>
          <a:p>
            <a:pPr marL="0" lvl="0" indent="0" algn="l" rtl="0">
              <a:spcBef>
                <a:spcPts val="1600"/>
              </a:spcBef>
              <a:spcAft>
                <a:spcPts val="0"/>
              </a:spcAft>
              <a:buNone/>
            </a:pPr>
            <a:r>
              <a:rPr lang="en"/>
              <a:t>Supervised: </a:t>
            </a:r>
            <a:endParaRPr/>
          </a:p>
          <a:p>
            <a:pPr marL="457200" lvl="0" indent="-342900" algn="l" rtl="0">
              <a:spcBef>
                <a:spcPts val="1600"/>
              </a:spcBef>
              <a:spcAft>
                <a:spcPts val="0"/>
              </a:spcAft>
              <a:buSzPts val="1800"/>
              <a:buChar char="●"/>
            </a:pPr>
            <a:r>
              <a:rPr lang="en"/>
              <a:t>Shares characteristics with regression but with a focus on prediction (rather than predicting potential outcomes)</a:t>
            </a:r>
            <a:endParaRPr/>
          </a:p>
          <a:p>
            <a:pPr marL="457200" lvl="0" indent="-342900" algn="l" rtl="0">
              <a:spcBef>
                <a:spcPts val="0"/>
              </a:spcBef>
              <a:spcAft>
                <a:spcPts val="0"/>
              </a:spcAft>
              <a:buSzPts val="1800"/>
              <a:buChar char="●"/>
            </a:pPr>
            <a:r>
              <a:rPr lang="en"/>
              <a:t>Focus on out-of-sample fit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528"/>
        <p:cNvGrpSpPr/>
        <p:nvPr/>
      </p:nvGrpSpPr>
      <p:grpSpPr>
        <a:xfrm>
          <a:off x="0" y="0"/>
          <a:ext cx="0" cy="0"/>
          <a:chOff x="0" y="0"/>
          <a:chExt cx="0" cy="0"/>
        </a:xfrm>
      </p:grpSpPr>
      <p:sp>
        <p:nvSpPr>
          <p:cNvPr id="1529" name="Google Shape;1529;p25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Important distinctions</a:t>
            </a:r>
            <a:endParaRPr/>
          </a:p>
        </p:txBody>
      </p:sp>
      <p:sp>
        <p:nvSpPr>
          <p:cNvPr id="1530" name="Google Shape;1530;p25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Conventional econometrics seeks unbiasedness without much compromise; ML methods make a bias-variance tradeoff to improve prediction accuracy</a:t>
            </a:r>
            <a:endParaRPr/>
          </a:p>
          <a:p>
            <a:pPr marL="0" lvl="0" indent="0" algn="l" rtl="0">
              <a:spcBef>
                <a:spcPts val="1600"/>
              </a:spcBef>
              <a:spcAft>
                <a:spcPts val="0"/>
              </a:spcAft>
              <a:buNone/>
            </a:pPr>
            <a:r>
              <a:rPr lang="en"/>
              <a:t>Data-driven model selection (tuning parameters)</a:t>
            </a:r>
            <a:endParaRPr/>
          </a:p>
          <a:p>
            <a:pPr marL="0" lvl="0" indent="0" algn="l" rtl="0">
              <a:spcBef>
                <a:spcPts val="1600"/>
              </a:spcBef>
              <a:spcAft>
                <a:spcPts val="1600"/>
              </a:spcAft>
              <a:buNone/>
            </a:pPr>
            <a:r>
              <a:rPr lang="en"/>
              <a:t>Emphasis on out-of-sample fit, which avoids over-fitting</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534"/>
        <p:cNvGrpSpPr/>
        <p:nvPr/>
      </p:nvGrpSpPr>
      <p:grpSpPr>
        <a:xfrm>
          <a:off x="0" y="0"/>
          <a:ext cx="0" cy="0"/>
          <a:chOff x="0" y="0"/>
          <a:chExt cx="0" cy="0"/>
        </a:xfrm>
      </p:grpSpPr>
      <p:sp>
        <p:nvSpPr>
          <p:cNvPr id="1535" name="Google Shape;1535;p26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Penalized regression - LASSO</a:t>
            </a:r>
            <a:endParaRPr/>
          </a:p>
        </p:txBody>
      </p:sp>
      <p:sp>
        <p:nvSpPr>
          <p:cNvPr id="1536" name="Google Shape;1536;p26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Least Absolute Shrinkage and Selection Operator</a:t>
            </a:r>
            <a:endParaRPr/>
          </a:p>
          <a:p>
            <a:pPr marL="0" lvl="0" indent="0" algn="l" rtl="0">
              <a:spcBef>
                <a:spcPts val="1600"/>
              </a:spcBef>
              <a:spcAft>
                <a:spcPts val="0"/>
              </a:spcAft>
              <a:buNone/>
            </a:pPr>
            <a:r>
              <a:rPr lang="en"/>
              <a:t>Add a cost to the objective function to be minimized that prioritizes parsimony</a:t>
            </a:r>
            <a:endParaRPr/>
          </a:p>
          <a:p>
            <a:pPr marL="0" lvl="0" indent="0" algn="l" rtl="0">
              <a:spcBef>
                <a:spcPts val="1600"/>
              </a:spcBef>
              <a:spcAft>
                <a:spcPts val="0"/>
              </a:spcAft>
              <a:buNone/>
            </a:pPr>
            <a:r>
              <a:rPr lang="en"/>
              <a:t>Tune lambda using cross-validation (divide up the data into samples)</a:t>
            </a:r>
            <a:endParaRPr/>
          </a:p>
          <a:p>
            <a:pPr marL="0" lvl="0" indent="0" algn="l" rtl="0">
              <a:spcBef>
                <a:spcPts val="1600"/>
              </a:spcBef>
              <a:spcAft>
                <a:spcPts val="1600"/>
              </a:spcAft>
              <a:buNone/>
            </a:pPr>
            <a:r>
              <a:rPr lang="en"/>
              <a:t>Can estimate models with K&gt;N</a:t>
            </a:r>
            <a:endParaRPr/>
          </a:p>
        </p:txBody>
      </p:sp>
      <p:pic>
        <p:nvPicPr>
          <p:cNvPr id="1537" name="Google Shape;1537;p260"/>
          <p:cNvPicPr preferRelativeResize="0"/>
          <p:nvPr/>
        </p:nvPicPr>
        <p:blipFill>
          <a:blip r:embed="rId3">
            <a:alphaModFix/>
          </a:blip>
          <a:stretch>
            <a:fillRect/>
          </a:stretch>
        </p:blipFill>
        <p:spPr>
          <a:xfrm>
            <a:off x="2657050" y="3252988"/>
            <a:ext cx="3676650" cy="7905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541"/>
        <p:cNvGrpSpPr/>
        <p:nvPr/>
      </p:nvGrpSpPr>
      <p:grpSpPr>
        <a:xfrm>
          <a:off x="0" y="0"/>
          <a:ext cx="0" cy="0"/>
          <a:chOff x="0" y="0"/>
          <a:chExt cx="0" cy="0"/>
        </a:xfrm>
      </p:grpSpPr>
      <p:sp>
        <p:nvSpPr>
          <p:cNvPr id="1542" name="Google Shape;1542;p26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Regression trees and random forests</a:t>
            </a:r>
            <a:endParaRPr/>
          </a:p>
        </p:txBody>
      </p:sp>
      <p:sp>
        <p:nvSpPr>
          <p:cNvPr id="1543" name="Google Shape;1543;p261"/>
          <p:cNvSpPr txBox="1">
            <a:spLocks noGrp="1"/>
          </p:cNvSpPr>
          <p:nvPr>
            <p:ph type="body" idx="1"/>
          </p:nvPr>
        </p:nvSpPr>
        <p:spPr>
          <a:xfrm>
            <a:off x="311700" y="1152475"/>
            <a:ext cx="8520600" cy="9417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Simple tree: calc sum of squared residuals, can you reduce SSR by splitting the dataset based on a covariate?  If so, do it (growing the tree) and repeat process</a:t>
            </a:r>
            <a:endParaRPr/>
          </a:p>
        </p:txBody>
      </p:sp>
      <p:pic>
        <p:nvPicPr>
          <p:cNvPr id="1544" name="Google Shape;1544;p261"/>
          <p:cNvPicPr preferRelativeResize="0"/>
          <p:nvPr/>
        </p:nvPicPr>
        <p:blipFill rotWithShape="1">
          <a:blip r:embed="rId3">
            <a:alphaModFix/>
          </a:blip>
          <a:srcRect l="9577" t="8181" r="9529"/>
          <a:stretch/>
        </p:blipFill>
        <p:spPr>
          <a:xfrm>
            <a:off x="4410275" y="1975600"/>
            <a:ext cx="4114731" cy="2878500"/>
          </a:xfrm>
          <a:prstGeom prst="rect">
            <a:avLst/>
          </a:prstGeom>
          <a:noFill/>
          <a:ln>
            <a:noFill/>
          </a:ln>
        </p:spPr>
      </p:pic>
      <p:sp>
        <p:nvSpPr>
          <p:cNvPr id="1545" name="Google Shape;1545;p261"/>
          <p:cNvSpPr txBox="1">
            <a:spLocks noGrp="1"/>
          </p:cNvSpPr>
          <p:nvPr>
            <p:ph type="body" idx="1"/>
          </p:nvPr>
        </p:nvSpPr>
        <p:spPr>
          <a:xfrm>
            <a:off x="387500" y="2100900"/>
            <a:ext cx="3891600" cy="287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Random forest grows many trees using (potentially) different sets of covariates then averages across models</a:t>
            </a:r>
            <a:endParaRPr/>
          </a:p>
          <a:p>
            <a:pPr marL="0" lvl="0" indent="0" algn="l" rtl="0">
              <a:spcBef>
                <a:spcPts val="1600"/>
              </a:spcBef>
              <a:spcAft>
                <a:spcPts val="0"/>
              </a:spcAft>
              <a:buNone/>
            </a:pPr>
            <a:r>
              <a:rPr lang="en"/>
              <a:t>Finds patterns amongst the trees</a:t>
            </a:r>
            <a:endParaRPr/>
          </a:p>
          <a:p>
            <a:pPr marL="0" lvl="0" indent="0" algn="l" rtl="0">
              <a:spcBef>
                <a:spcPts val="1600"/>
              </a:spcBef>
              <a:spcAft>
                <a:spcPts val="1600"/>
              </a:spcAft>
              <a:buNone/>
            </a:pPr>
            <a:r>
              <a:rPr lang="en"/>
              <a:t>Conventional RF tend to be bias-dominated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549"/>
        <p:cNvGrpSpPr/>
        <p:nvPr/>
      </p:nvGrpSpPr>
      <p:grpSpPr>
        <a:xfrm>
          <a:off x="0" y="0"/>
          <a:ext cx="0" cy="0"/>
          <a:chOff x="0" y="0"/>
          <a:chExt cx="0" cy="0"/>
        </a:xfrm>
      </p:grpSpPr>
      <p:sp>
        <p:nvSpPr>
          <p:cNvPr id="1550" name="Google Shape;1550;p26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ML and causal inference</a:t>
            </a:r>
            <a:endParaRPr/>
          </a:p>
        </p:txBody>
      </p:sp>
      <p:sp>
        <p:nvSpPr>
          <p:cNvPr id="1551" name="Google Shape;1551;p26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LASSO can eliminate relevant variables creating OVB.  Solution: use LASSO to find subset of vars correlated with outcome, then same to find vars correlated with treatment.  Then OLS based on the union of the two sets.</a:t>
            </a:r>
            <a:endParaRPr dirty="0"/>
          </a:p>
          <a:p>
            <a:pPr marL="0" lvl="0" indent="0" algn="l" rtl="0">
              <a:spcBef>
                <a:spcPts val="1600"/>
              </a:spcBef>
              <a:spcAft>
                <a:spcPts val="0"/>
              </a:spcAft>
              <a:buNone/>
            </a:pPr>
            <a:r>
              <a:rPr lang="en" dirty="0"/>
              <a:t>LASSO for IV</a:t>
            </a:r>
            <a:endParaRPr dirty="0"/>
          </a:p>
          <a:p>
            <a:pPr marL="0" lvl="0" indent="0" algn="l" rtl="0">
              <a:spcBef>
                <a:spcPts val="1600"/>
              </a:spcBef>
              <a:spcAft>
                <a:spcPts val="0"/>
              </a:spcAft>
              <a:buNone/>
            </a:pPr>
            <a:r>
              <a:rPr lang="en" dirty="0"/>
              <a:t>Deep learning and neural nets?  Black box so not well-suited for causal inference</a:t>
            </a:r>
            <a:endParaRPr dirty="0"/>
          </a:p>
          <a:p>
            <a:pPr marL="0" lvl="0" indent="0" algn="l" rtl="0">
              <a:spcBef>
                <a:spcPts val="1600"/>
              </a:spcBef>
              <a:spcAft>
                <a:spcPts val="1600"/>
              </a:spcAft>
              <a:buNone/>
            </a:pPr>
            <a:r>
              <a:rPr lang="en" dirty="0"/>
              <a:t>Deep IV: the first stage in IV is concerned with prediction, so first-stage estimation is a good candidate for prediction-focused methods</a:t>
            </a: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555"/>
        <p:cNvGrpSpPr/>
        <p:nvPr/>
      </p:nvGrpSpPr>
      <p:grpSpPr>
        <a:xfrm>
          <a:off x="0" y="0"/>
          <a:ext cx="0" cy="0"/>
          <a:chOff x="0" y="0"/>
          <a:chExt cx="0" cy="0"/>
        </a:xfrm>
      </p:grpSpPr>
      <p:sp>
        <p:nvSpPr>
          <p:cNvPr id="1556" name="Google Shape;1556;p26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Summary</a:t>
            </a:r>
            <a:endParaRPr/>
          </a:p>
        </p:txBody>
      </p:sp>
      <p:sp>
        <p:nvSpPr>
          <p:cNvPr id="1557" name="Google Shape;1557;p26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Causal inference methods focus on the source of variation: DiD, SCM, RDD</a:t>
            </a:r>
            <a:endParaRPr/>
          </a:p>
          <a:p>
            <a:pPr marL="0" lvl="0" indent="0" algn="l" rtl="0">
              <a:spcBef>
                <a:spcPts val="1600"/>
              </a:spcBef>
              <a:spcAft>
                <a:spcPts val="0"/>
              </a:spcAft>
              <a:buNone/>
            </a:pPr>
            <a:r>
              <a:rPr lang="en"/>
              <a:t>Supplementary analyses build credibility of your ID strategy</a:t>
            </a:r>
            <a:endParaRPr/>
          </a:p>
          <a:p>
            <a:pPr marL="0" lvl="0" indent="0" algn="l" rtl="0">
              <a:spcBef>
                <a:spcPts val="1600"/>
              </a:spcBef>
              <a:spcAft>
                <a:spcPts val="1600"/>
              </a:spcAft>
              <a:buNone/>
            </a:pPr>
            <a:r>
              <a:rPr lang="en"/>
              <a:t>ML methods are rapidly evolving and gaining acceptance in econ</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561"/>
        <p:cNvGrpSpPr/>
        <p:nvPr/>
      </p:nvGrpSpPr>
      <p:grpSpPr>
        <a:xfrm>
          <a:off x="0" y="0"/>
          <a:ext cx="0" cy="0"/>
          <a:chOff x="0" y="0"/>
          <a:chExt cx="0" cy="0"/>
        </a:xfrm>
      </p:grpSpPr>
      <p:sp>
        <p:nvSpPr>
          <p:cNvPr id="1562" name="Google Shape;1562;p26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Qualitative Methods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566"/>
        <p:cNvGrpSpPr/>
        <p:nvPr/>
      </p:nvGrpSpPr>
      <p:grpSpPr>
        <a:xfrm>
          <a:off x="0" y="0"/>
          <a:ext cx="0" cy="0"/>
          <a:chOff x="0" y="0"/>
          <a:chExt cx="0" cy="0"/>
        </a:xfrm>
      </p:grpSpPr>
      <p:sp>
        <p:nvSpPr>
          <p:cNvPr id="1567" name="Google Shape;1567;p26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Overview</a:t>
            </a:r>
            <a:endParaRPr/>
          </a:p>
        </p:txBody>
      </p:sp>
      <p:sp>
        <p:nvSpPr>
          <p:cNvPr id="1568" name="Google Shape;1568;p26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profession has some tendencies to associate ‘good’ research qualities (representativeness, rigor, objectivity, explanation) with quantitative data and methods, and corresponding ‘bad’ ones (un-representativeness, informality, subjectivity, description) with the qualitative.”</a:t>
            </a:r>
            <a:endParaRPr dirty="0"/>
          </a:p>
          <a:p>
            <a:pPr marL="0" lvl="0" indent="0" algn="l" rtl="0">
              <a:spcBef>
                <a:spcPts val="1600"/>
              </a:spcBef>
              <a:spcAft>
                <a:spcPts val="0"/>
              </a:spcAft>
              <a:buClr>
                <a:schemeClr val="dk1"/>
              </a:buClr>
              <a:buSzPts val="1100"/>
              <a:buFont typeface="Arial"/>
              <a:buNone/>
            </a:pPr>
            <a:r>
              <a:rPr lang="en" dirty="0"/>
              <a:t>Not generally thought of as part of contemporary economists toolkit</a:t>
            </a:r>
            <a:endParaRPr dirty="0"/>
          </a:p>
          <a:p>
            <a:pPr marL="0" lvl="0" indent="0" algn="l" rtl="0">
              <a:spcBef>
                <a:spcPts val="1600"/>
              </a:spcBef>
              <a:spcAft>
                <a:spcPts val="0"/>
              </a:spcAft>
              <a:buNone/>
            </a:pPr>
            <a:r>
              <a:rPr lang="en" dirty="0"/>
              <a:t>Quant and Qual methods have strengths and weaknesses</a:t>
            </a:r>
            <a:endParaRPr dirty="0"/>
          </a:p>
          <a:p>
            <a:pPr marL="0" lvl="0" indent="0" algn="l" rtl="0">
              <a:spcBef>
                <a:spcPts val="1600"/>
              </a:spcBef>
              <a:spcAft>
                <a:spcPts val="1600"/>
              </a:spcAft>
              <a:buNone/>
            </a:pPr>
            <a:r>
              <a:rPr lang="en" dirty="0"/>
              <a:t>Well-done qualitative work can contribute to the body of knowledge – our understanding of some economic process</a:t>
            </a:r>
            <a:endParaRPr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572"/>
        <p:cNvGrpSpPr/>
        <p:nvPr/>
      </p:nvGrpSpPr>
      <p:grpSpPr>
        <a:xfrm>
          <a:off x="0" y="0"/>
          <a:ext cx="0" cy="0"/>
          <a:chOff x="0" y="0"/>
          <a:chExt cx="0" cy="0"/>
        </a:xfrm>
      </p:grpSpPr>
      <p:sp>
        <p:nvSpPr>
          <p:cNvPr id="1573" name="Google Shape;1573;p26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are qualitative methods?</a:t>
            </a:r>
            <a:endParaRPr/>
          </a:p>
        </p:txBody>
      </p:sp>
      <p:sp>
        <p:nvSpPr>
          <p:cNvPr id="1574" name="Google Shape;1574;p266"/>
          <p:cNvSpPr txBox="1">
            <a:spLocks noGrp="1"/>
          </p:cNvSpPr>
          <p:nvPr>
            <p:ph type="body" idx="1"/>
          </p:nvPr>
        </p:nvSpPr>
        <p:spPr>
          <a:xfrm>
            <a:off x="311700" y="1152475"/>
            <a:ext cx="8520600" cy="3852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Not simply words (vs numbers)</a:t>
            </a:r>
            <a:endParaRPr dirty="0"/>
          </a:p>
          <a:p>
            <a:pPr marL="0" lvl="0" indent="0" algn="l" rtl="0">
              <a:spcBef>
                <a:spcPts val="1600"/>
              </a:spcBef>
              <a:spcAft>
                <a:spcPts val="0"/>
              </a:spcAft>
              <a:buNone/>
            </a:pPr>
            <a:r>
              <a:rPr lang="en" dirty="0"/>
              <a:t>Key distinction: open-ended vs closed approach to gathering data</a:t>
            </a:r>
            <a:endParaRPr dirty="0"/>
          </a:p>
          <a:p>
            <a:pPr marL="457200" lvl="0" indent="-342900" algn="l" rtl="0">
              <a:spcBef>
                <a:spcPts val="1600"/>
              </a:spcBef>
              <a:spcAft>
                <a:spcPts val="0"/>
              </a:spcAft>
              <a:buSzPts val="1800"/>
              <a:buChar char="●"/>
            </a:pPr>
            <a:r>
              <a:rPr lang="en" dirty="0"/>
              <a:t>In-depth interviews: spectrum of structure, recorded and transcribed</a:t>
            </a:r>
            <a:endParaRPr dirty="0"/>
          </a:p>
          <a:p>
            <a:pPr marL="457200" lvl="0" indent="-342900" algn="l" rtl="0">
              <a:spcBef>
                <a:spcPts val="0"/>
              </a:spcBef>
              <a:spcAft>
                <a:spcPts val="0"/>
              </a:spcAft>
              <a:buSzPts val="1800"/>
              <a:buChar char="●"/>
            </a:pPr>
            <a:r>
              <a:rPr lang="en" dirty="0"/>
              <a:t>Focus groups: semi-structured group discussions</a:t>
            </a:r>
            <a:endParaRPr dirty="0"/>
          </a:p>
          <a:p>
            <a:pPr marL="457200" lvl="0" indent="-342900" algn="l" rtl="0">
              <a:spcBef>
                <a:spcPts val="0"/>
              </a:spcBef>
              <a:spcAft>
                <a:spcPts val="0"/>
              </a:spcAft>
              <a:buSzPts val="1800"/>
              <a:buChar char="●"/>
            </a:pPr>
            <a:r>
              <a:rPr lang="en" dirty="0"/>
              <a:t>Case studies and site visits: in-depth analysis of a relatively small number of cases</a:t>
            </a:r>
            <a:endParaRPr dirty="0"/>
          </a:p>
          <a:p>
            <a:pPr marL="457200" lvl="0" indent="-342900" algn="l" rtl="0">
              <a:spcBef>
                <a:spcPts val="0"/>
              </a:spcBef>
              <a:spcAft>
                <a:spcPts val="0"/>
              </a:spcAft>
              <a:buSzPts val="1800"/>
              <a:buChar char="●"/>
            </a:pPr>
            <a:r>
              <a:rPr lang="en" dirty="0"/>
              <a:t>Fieldwork or ethnography: extended observation of community or group</a:t>
            </a:r>
            <a:endParaRPr dirty="0"/>
          </a:p>
          <a:p>
            <a:pPr marL="457200" lvl="0" indent="-342900" algn="l" rtl="0">
              <a:spcBef>
                <a:spcPts val="0"/>
              </a:spcBef>
              <a:spcAft>
                <a:spcPts val="0"/>
              </a:spcAft>
              <a:buSzPts val="1800"/>
              <a:buChar char="●"/>
            </a:pPr>
            <a:r>
              <a:rPr lang="en" dirty="0"/>
              <a:t>Life histories: in-depth interview about important events over one’s lifetime</a:t>
            </a:r>
            <a:endParaRPr dirty="0"/>
          </a:p>
          <a:p>
            <a:pPr marL="0" lvl="0" indent="0" algn="l" rtl="0">
              <a:spcBef>
                <a:spcPts val="1600"/>
              </a:spcBef>
              <a:spcAft>
                <a:spcPts val="1600"/>
              </a:spcAft>
              <a:buNone/>
            </a:pPr>
            <a:r>
              <a:rPr lang="en" dirty="0"/>
              <a:t>Generally looking for patterns; emerging computational tools to augment an individual’s productivity</a:t>
            </a:r>
            <a:endParaRPr dirty="0"/>
          </a:p>
        </p:txBody>
      </p:sp>
      <p:sp>
        <p:nvSpPr>
          <p:cNvPr id="2" name="TextBox 1">
            <a:extLst>
              <a:ext uri="{FF2B5EF4-FFF2-40B4-BE49-F238E27FC236}">
                <a16:creationId xmlns:a16="http://schemas.microsoft.com/office/drawing/2014/main" id="{D6CCA418-B611-5872-B720-8641C1E3A4CF}"/>
              </a:ext>
            </a:extLst>
          </p:cNvPr>
          <p:cNvSpPr txBox="1"/>
          <p:nvPr/>
        </p:nvSpPr>
        <p:spPr>
          <a:xfrm>
            <a:off x="6796215" y="445025"/>
            <a:ext cx="2215979" cy="523220"/>
          </a:xfrm>
          <a:prstGeom prst="rect">
            <a:avLst/>
          </a:prstGeom>
          <a:noFill/>
        </p:spPr>
        <p:txBody>
          <a:bodyPr wrap="square" rtlCol="0">
            <a:spAutoFit/>
          </a:bodyPr>
          <a:lstStyle/>
          <a:p>
            <a:r>
              <a:rPr lang="en-US" dirty="0"/>
              <a:t>*Great example of roadmap with information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578"/>
        <p:cNvGrpSpPr/>
        <p:nvPr/>
      </p:nvGrpSpPr>
      <p:grpSpPr>
        <a:xfrm>
          <a:off x="0" y="0"/>
          <a:ext cx="0" cy="0"/>
          <a:chOff x="0" y="0"/>
          <a:chExt cx="0" cy="0"/>
        </a:xfrm>
      </p:grpSpPr>
      <p:sp>
        <p:nvSpPr>
          <p:cNvPr id="1579" name="Google Shape;1579;p26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Distinguishing qual and quant methods</a:t>
            </a:r>
            <a:endParaRPr/>
          </a:p>
        </p:txBody>
      </p:sp>
      <p:sp>
        <p:nvSpPr>
          <p:cNvPr id="1580" name="Google Shape;1580;p26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Open-ended data collection - has a research question but does not constrain the dimensions of the data (pre-specified instrument)</a:t>
            </a:r>
            <a:endParaRPr/>
          </a:p>
          <a:p>
            <a:pPr marL="0" lvl="0" indent="0" algn="l" rtl="0">
              <a:spcBef>
                <a:spcPts val="1600"/>
              </a:spcBef>
              <a:spcAft>
                <a:spcPts val="0"/>
              </a:spcAft>
              <a:buNone/>
            </a:pPr>
            <a:r>
              <a:rPr lang="en"/>
              <a:t>Multiple choice questions about home buying vs “tell me how you came to buy this house”</a:t>
            </a:r>
            <a:endParaRPr/>
          </a:p>
          <a:p>
            <a:pPr marL="0" lvl="0" indent="0" algn="l" rtl="0">
              <a:spcBef>
                <a:spcPts val="1600"/>
              </a:spcBef>
              <a:spcAft>
                <a:spcPts val="0"/>
              </a:spcAft>
              <a:buNone/>
            </a:pPr>
            <a:r>
              <a:rPr lang="en"/>
              <a:t>Qual methods do not presuppose the factors or relationships between phenomenon</a:t>
            </a:r>
            <a:endParaRPr/>
          </a:p>
          <a:p>
            <a:pPr marL="0" lvl="0" indent="0" algn="l" rtl="0">
              <a:spcBef>
                <a:spcPts val="1600"/>
              </a:spcBef>
              <a:spcAft>
                <a:spcPts val="0"/>
              </a:spcAft>
              <a:buNone/>
            </a:pPr>
            <a:r>
              <a:rPr lang="en"/>
              <a:t>Both can be done well and poorly - we just tend to know how to deal with issues in quantitative analysis</a:t>
            </a:r>
            <a:endParaRPr/>
          </a:p>
          <a:p>
            <a:pPr marL="0" lvl="0" indent="0" algn="l" rtl="0">
              <a:spcBef>
                <a:spcPts val="1600"/>
              </a:spcBef>
              <a:spcAft>
                <a:spcPts val="1600"/>
              </a:spcAft>
              <a:buNone/>
            </a:pP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578"/>
        <p:cNvGrpSpPr/>
        <p:nvPr/>
      </p:nvGrpSpPr>
      <p:grpSpPr>
        <a:xfrm>
          <a:off x="0" y="0"/>
          <a:ext cx="0" cy="0"/>
          <a:chOff x="0" y="0"/>
          <a:chExt cx="0" cy="0"/>
        </a:xfrm>
      </p:grpSpPr>
      <p:sp>
        <p:nvSpPr>
          <p:cNvPr id="1579" name="Google Shape;1579;p26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Distinguishing qual and quant methods</a:t>
            </a:r>
            <a:endParaRPr/>
          </a:p>
        </p:txBody>
      </p:sp>
      <p:sp>
        <p:nvSpPr>
          <p:cNvPr id="1580" name="Google Shape;1580;p26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1600"/>
              </a:spcBef>
              <a:spcAft>
                <a:spcPts val="1600"/>
              </a:spcAft>
              <a:buNone/>
            </a:pPr>
            <a:r>
              <a:rPr lang="en-US" dirty="0"/>
              <a:t>The lack of structure in qualitative data can make analysis more complex – one needs to be able to summarize and find themes in responses</a:t>
            </a:r>
          </a:p>
          <a:p>
            <a:pPr marL="0" lvl="0" indent="0" algn="l" rtl="0">
              <a:spcBef>
                <a:spcPts val="1600"/>
              </a:spcBef>
              <a:spcAft>
                <a:spcPts val="1600"/>
              </a:spcAft>
              <a:buNone/>
            </a:pPr>
            <a:endParaRPr dirty="0"/>
          </a:p>
        </p:txBody>
      </p:sp>
    </p:spTree>
    <p:extLst>
      <p:ext uri="{BB962C8B-B14F-4D97-AF65-F5344CB8AC3E}">
        <p14:creationId xmlns:p14="http://schemas.microsoft.com/office/powerpoint/2010/main" val="9105708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584"/>
        <p:cNvGrpSpPr/>
        <p:nvPr/>
      </p:nvGrpSpPr>
      <p:grpSpPr>
        <a:xfrm>
          <a:off x="0" y="0"/>
          <a:ext cx="0" cy="0"/>
          <a:chOff x="0" y="0"/>
          <a:chExt cx="0" cy="0"/>
        </a:xfrm>
      </p:grpSpPr>
      <p:sp>
        <p:nvSpPr>
          <p:cNvPr id="1585" name="Google Shape;1585;p26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Contrasting methods</a:t>
            </a:r>
            <a:endParaRPr/>
          </a:p>
        </p:txBody>
      </p:sp>
      <p:graphicFrame>
        <p:nvGraphicFramePr>
          <p:cNvPr id="1586" name="Google Shape;1586;p268"/>
          <p:cNvGraphicFramePr/>
          <p:nvPr/>
        </p:nvGraphicFramePr>
        <p:xfrm>
          <a:off x="311700" y="1087575"/>
          <a:ext cx="7764000" cy="2814320"/>
        </p:xfrm>
        <a:graphic>
          <a:graphicData uri="http://schemas.openxmlformats.org/drawingml/2006/table">
            <a:tbl>
              <a:tblPr>
                <a:noFill/>
                <a:tableStyleId>{C3914263-E9C5-46C8-9AAA-96102F47AFED}</a:tableStyleId>
              </a:tblPr>
              <a:tblGrid>
                <a:gridCol w="3882000">
                  <a:extLst>
                    <a:ext uri="{9D8B030D-6E8A-4147-A177-3AD203B41FA5}">
                      <a16:colId xmlns:a16="http://schemas.microsoft.com/office/drawing/2014/main" val="20000"/>
                    </a:ext>
                  </a:extLst>
                </a:gridCol>
                <a:gridCol w="3882000">
                  <a:extLst>
                    <a:ext uri="{9D8B030D-6E8A-4147-A177-3AD203B41FA5}">
                      <a16:colId xmlns:a16="http://schemas.microsoft.com/office/drawing/2014/main" val="20001"/>
                    </a:ext>
                  </a:extLst>
                </a:gridCol>
              </a:tblGrid>
              <a:tr h="0">
                <a:tc>
                  <a:txBody>
                    <a:bodyPr/>
                    <a:lstStyle/>
                    <a:p>
                      <a:pPr marL="0" lvl="0" indent="0" algn="l" rtl="0">
                        <a:spcBef>
                          <a:spcPts val="0"/>
                        </a:spcBef>
                        <a:spcAft>
                          <a:spcPts val="0"/>
                        </a:spcAft>
                        <a:buNone/>
                      </a:pPr>
                      <a:r>
                        <a:rPr lang="en" sz="1200">
                          <a:latin typeface="Calibri"/>
                          <a:ea typeface="Calibri"/>
                          <a:cs typeface="Calibri"/>
                          <a:sym typeface="Calibri"/>
                        </a:rPr>
                        <a:t>Qualitative</a:t>
                      </a:r>
                      <a:endParaRPr sz="1200">
                        <a:latin typeface="Calibri"/>
                        <a:ea typeface="Calibri"/>
                        <a:cs typeface="Calibri"/>
                        <a:sym typeface="Calibri"/>
                      </a:endParaRPr>
                    </a:p>
                  </a:txBody>
                  <a:tcPr marL="63500" marR="63500" marT="63500" marB="63500"/>
                </a:tc>
                <a:tc>
                  <a:txBody>
                    <a:bodyPr/>
                    <a:lstStyle/>
                    <a:p>
                      <a:pPr marL="0" lvl="0" indent="0" algn="l" rtl="0">
                        <a:spcBef>
                          <a:spcPts val="0"/>
                        </a:spcBef>
                        <a:spcAft>
                          <a:spcPts val="0"/>
                        </a:spcAft>
                        <a:buNone/>
                      </a:pPr>
                      <a:r>
                        <a:rPr lang="en" sz="1200">
                          <a:latin typeface="Calibri"/>
                          <a:ea typeface="Calibri"/>
                          <a:cs typeface="Calibri"/>
                          <a:sym typeface="Calibri"/>
                        </a:rPr>
                        <a:t>Quantitative</a:t>
                      </a:r>
                      <a:endParaRPr sz="1200">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r h="0">
                <a:tc>
                  <a:txBody>
                    <a:bodyPr/>
                    <a:lstStyle/>
                    <a:p>
                      <a:pPr marL="457200" lvl="0" indent="-304800" algn="l" rtl="0">
                        <a:spcBef>
                          <a:spcPts val="0"/>
                        </a:spcBef>
                        <a:spcAft>
                          <a:spcPts val="0"/>
                        </a:spcAft>
                        <a:buSzPts val="1200"/>
                        <a:buFont typeface="Calibri"/>
                        <a:buChar char="●"/>
                      </a:pPr>
                      <a:r>
                        <a:rPr lang="en" sz="1200">
                          <a:latin typeface="Calibri"/>
                          <a:ea typeface="Calibri"/>
                          <a:cs typeface="Calibri"/>
                          <a:sym typeface="Calibri"/>
                        </a:rPr>
                        <a:t>Enter investigation not knowing the parameters of the problem</a:t>
                      </a:r>
                      <a:endParaRPr sz="1200">
                        <a:latin typeface="Calibri"/>
                        <a:ea typeface="Calibri"/>
                        <a:cs typeface="Calibri"/>
                        <a:sym typeface="Calibri"/>
                      </a:endParaRPr>
                    </a:p>
                    <a:p>
                      <a:pPr marL="457200" lvl="0" indent="-304800" algn="l" rtl="0">
                        <a:spcBef>
                          <a:spcPts val="0"/>
                        </a:spcBef>
                        <a:spcAft>
                          <a:spcPts val="0"/>
                        </a:spcAft>
                        <a:buSzPts val="1200"/>
                        <a:buFont typeface="Calibri"/>
                        <a:buChar char="●"/>
                      </a:pPr>
                      <a:r>
                        <a:rPr lang="en" sz="1200">
                          <a:latin typeface="Calibri"/>
                          <a:ea typeface="Calibri"/>
                          <a:cs typeface="Calibri"/>
                          <a:sym typeface="Calibri"/>
                        </a:rPr>
                        <a:t>potentially more and richer data but it varies across individuals (less structure)</a:t>
                      </a:r>
                      <a:endParaRPr sz="1200">
                        <a:latin typeface="Calibri"/>
                        <a:ea typeface="Calibri"/>
                        <a:cs typeface="Calibri"/>
                        <a:sym typeface="Calibri"/>
                      </a:endParaRPr>
                    </a:p>
                    <a:p>
                      <a:pPr marL="457200" lvl="0" indent="-304800" algn="l" rtl="0">
                        <a:spcBef>
                          <a:spcPts val="0"/>
                        </a:spcBef>
                        <a:spcAft>
                          <a:spcPts val="0"/>
                        </a:spcAft>
                        <a:buSzPts val="1200"/>
                        <a:buFont typeface="Calibri"/>
                        <a:buChar char="●"/>
                      </a:pPr>
                      <a:r>
                        <a:rPr lang="en" sz="1200">
                          <a:latin typeface="Calibri"/>
                          <a:ea typeface="Calibri"/>
                          <a:cs typeface="Calibri"/>
                          <a:sym typeface="Calibri"/>
                        </a:rPr>
                        <a:t>good candidate when:</a:t>
                      </a:r>
                      <a:endParaRPr sz="1200">
                        <a:latin typeface="Calibri"/>
                        <a:ea typeface="Calibri"/>
                        <a:cs typeface="Calibri"/>
                        <a:sym typeface="Calibri"/>
                      </a:endParaRPr>
                    </a:p>
                    <a:p>
                      <a:pPr marL="914400" lvl="1" indent="-304800" algn="l" rtl="0">
                        <a:spcBef>
                          <a:spcPts val="0"/>
                        </a:spcBef>
                        <a:spcAft>
                          <a:spcPts val="0"/>
                        </a:spcAft>
                        <a:buSzPts val="1200"/>
                        <a:buFont typeface="Calibri"/>
                        <a:buChar char="○"/>
                      </a:pPr>
                      <a:r>
                        <a:rPr lang="en" sz="1200">
                          <a:latin typeface="Calibri"/>
                          <a:ea typeface="Calibri"/>
                          <a:cs typeface="Calibri"/>
                          <a:sym typeface="Calibri"/>
                        </a:rPr>
                        <a:t>little is known about topic</a:t>
                      </a:r>
                      <a:endParaRPr sz="1200">
                        <a:latin typeface="Calibri"/>
                        <a:ea typeface="Calibri"/>
                        <a:cs typeface="Calibri"/>
                        <a:sym typeface="Calibri"/>
                      </a:endParaRPr>
                    </a:p>
                    <a:p>
                      <a:pPr marL="914400" lvl="1" indent="-304800" algn="l" rtl="0">
                        <a:spcBef>
                          <a:spcPts val="0"/>
                        </a:spcBef>
                        <a:spcAft>
                          <a:spcPts val="0"/>
                        </a:spcAft>
                        <a:buSzPts val="1200"/>
                        <a:buFont typeface="Calibri"/>
                        <a:buChar char="○"/>
                      </a:pPr>
                      <a:r>
                        <a:rPr lang="en" sz="1200">
                          <a:latin typeface="Calibri"/>
                          <a:ea typeface="Calibri"/>
                          <a:cs typeface="Calibri"/>
                          <a:sym typeface="Calibri"/>
                        </a:rPr>
                        <a:t>when extensive quant has been done and questions remain</a:t>
                      </a:r>
                      <a:endParaRPr sz="1200">
                        <a:latin typeface="Calibri"/>
                        <a:ea typeface="Calibri"/>
                        <a:cs typeface="Calibri"/>
                        <a:sym typeface="Calibri"/>
                      </a:endParaRPr>
                    </a:p>
                    <a:p>
                      <a:pPr marL="914400" lvl="1" indent="-304800" algn="l" rtl="0">
                        <a:spcBef>
                          <a:spcPts val="0"/>
                        </a:spcBef>
                        <a:spcAft>
                          <a:spcPts val="0"/>
                        </a:spcAft>
                        <a:buSzPts val="1200"/>
                        <a:buFont typeface="Calibri"/>
                        <a:buChar char="○"/>
                      </a:pPr>
                      <a:r>
                        <a:rPr lang="en" sz="1200">
                          <a:latin typeface="Calibri"/>
                          <a:ea typeface="Calibri"/>
                          <a:cs typeface="Calibri"/>
                          <a:sym typeface="Calibri"/>
                        </a:rPr>
                        <a:t>when back and forth is needed to elicit information</a:t>
                      </a:r>
                      <a:endParaRPr sz="1200">
                        <a:latin typeface="Calibri"/>
                        <a:ea typeface="Calibri"/>
                        <a:cs typeface="Calibri"/>
                        <a:sym typeface="Calibri"/>
                      </a:endParaRPr>
                    </a:p>
                    <a:p>
                      <a:pPr marL="914400" lvl="1" indent="-304800" algn="l" rtl="0">
                        <a:spcBef>
                          <a:spcPts val="0"/>
                        </a:spcBef>
                        <a:spcAft>
                          <a:spcPts val="0"/>
                        </a:spcAft>
                        <a:buSzPts val="1200"/>
                        <a:buFont typeface="Calibri"/>
                        <a:buChar char="○"/>
                      </a:pPr>
                      <a:r>
                        <a:rPr lang="en" sz="1200">
                          <a:latin typeface="Calibri"/>
                          <a:ea typeface="Calibri"/>
                          <a:cs typeface="Calibri"/>
                          <a:sym typeface="Calibri"/>
                        </a:rPr>
                        <a:t>inherent complexities in the problem</a:t>
                      </a:r>
                      <a:endParaRPr sz="1200">
                        <a:latin typeface="Calibri"/>
                        <a:ea typeface="Calibri"/>
                        <a:cs typeface="Calibri"/>
                        <a:sym typeface="Calibri"/>
                      </a:endParaRPr>
                    </a:p>
                    <a:p>
                      <a:pPr marL="914400" lvl="1" indent="-304800" algn="l" rtl="0">
                        <a:spcBef>
                          <a:spcPts val="0"/>
                        </a:spcBef>
                        <a:spcAft>
                          <a:spcPts val="0"/>
                        </a:spcAft>
                        <a:buSzPts val="1200"/>
                        <a:buFont typeface="Calibri"/>
                        <a:buChar char="○"/>
                      </a:pPr>
                      <a:r>
                        <a:rPr lang="en" sz="1200">
                          <a:latin typeface="Calibri"/>
                          <a:ea typeface="Calibri"/>
                          <a:cs typeface="Calibri"/>
                          <a:sym typeface="Calibri"/>
                        </a:rPr>
                        <a:t>when subject views is the focus</a:t>
                      </a:r>
                      <a:endParaRPr sz="1200">
                        <a:latin typeface="Calibri"/>
                        <a:ea typeface="Calibri"/>
                        <a:cs typeface="Calibri"/>
                        <a:sym typeface="Calibri"/>
                      </a:endParaRPr>
                    </a:p>
                    <a:p>
                      <a:pPr marL="457200" lvl="0" indent="-304800" algn="l" rtl="0">
                        <a:spcBef>
                          <a:spcPts val="0"/>
                        </a:spcBef>
                        <a:spcAft>
                          <a:spcPts val="0"/>
                        </a:spcAft>
                        <a:buSzPts val="1200"/>
                        <a:buFont typeface="Calibri"/>
                        <a:buChar char="●"/>
                      </a:pPr>
                      <a:r>
                        <a:rPr lang="en" sz="1200">
                          <a:latin typeface="Calibri"/>
                          <a:ea typeface="Calibri"/>
                          <a:cs typeface="Calibri"/>
                          <a:sym typeface="Calibri"/>
                        </a:rPr>
                        <a:t>Smaller sample sizes</a:t>
                      </a:r>
                      <a:endParaRPr sz="1200">
                        <a:latin typeface="Calibri"/>
                        <a:ea typeface="Calibri"/>
                        <a:cs typeface="Calibri"/>
                        <a:sym typeface="Calibri"/>
                      </a:endParaRPr>
                    </a:p>
                  </a:txBody>
                  <a:tcPr marL="63500" marR="63500" marT="63500" marB="63500"/>
                </a:tc>
                <a:tc>
                  <a:txBody>
                    <a:bodyPr/>
                    <a:lstStyle/>
                    <a:p>
                      <a:pPr marL="457200" lvl="0" indent="-304800" algn="l" rtl="0">
                        <a:spcBef>
                          <a:spcPts val="0"/>
                        </a:spcBef>
                        <a:spcAft>
                          <a:spcPts val="0"/>
                        </a:spcAft>
                        <a:buSzPts val="1200"/>
                        <a:buFont typeface="Calibri"/>
                        <a:buChar char="●"/>
                      </a:pPr>
                      <a:r>
                        <a:rPr lang="en" sz="1200">
                          <a:latin typeface="Calibri"/>
                          <a:ea typeface="Calibri"/>
                          <a:cs typeface="Calibri"/>
                          <a:sym typeface="Calibri"/>
                        </a:rPr>
                        <a:t>Structure comes from theory but makes strong assumptions about parameters of the problem.</a:t>
                      </a:r>
                      <a:endParaRPr sz="1200">
                        <a:latin typeface="Calibri"/>
                        <a:ea typeface="Calibri"/>
                        <a:cs typeface="Calibri"/>
                        <a:sym typeface="Calibri"/>
                      </a:endParaRPr>
                    </a:p>
                    <a:p>
                      <a:pPr marL="457200" lvl="0" indent="-304800" algn="l" rtl="0">
                        <a:spcBef>
                          <a:spcPts val="0"/>
                        </a:spcBef>
                        <a:spcAft>
                          <a:spcPts val="0"/>
                        </a:spcAft>
                        <a:buSzPts val="1200"/>
                        <a:buFont typeface="Calibri"/>
                        <a:buChar char="●"/>
                      </a:pPr>
                      <a:r>
                        <a:rPr lang="en" sz="1200">
                          <a:latin typeface="Calibri"/>
                          <a:ea typeface="Calibri"/>
                          <a:cs typeface="Calibri"/>
                          <a:sym typeface="Calibri"/>
                        </a:rPr>
                        <a:t>Structure facilitates analysis of sample and maybe draw inference about population or subpopulations</a:t>
                      </a:r>
                      <a:endParaRPr sz="1200">
                        <a:latin typeface="Calibri"/>
                        <a:ea typeface="Calibri"/>
                        <a:cs typeface="Calibri"/>
                        <a:sym typeface="Calibri"/>
                      </a:endParaRPr>
                    </a:p>
                  </a:txBody>
                  <a:tcPr marL="63500" marR="63500" marT="63500" marB="63500"/>
                </a:tc>
                <a:extLst>
                  <a:ext uri="{0D108BD9-81ED-4DB2-BD59-A6C34878D82A}">
                    <a16:rowId xmlns:a16="http://schemas.microsoft.com/office/drawing/2014/main" val="10001"/>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590"/>
        <p:cNvGrpSpPr/>
        <p:nvPr/>
      </p:nvGrpSpPr>
      <p:grpSpPr>
        <a:xfrm>
          <a:off x="0" y="0"/>
          <a:ext cx="0" cy="0"/>
          <a:chOff x="0" y="0"/>
          <a:chExt cx="0" cy="0"/>
        </a:xfrm>
      </p:grpSpPr>
      <p:sp>
        <p:nvSpPr>
          <p:cNvPr id="1591" name="Google Shape;1591;p26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Types of qual methods</a:t>
            </a:r>
            <a:endParaRPr dirty="0"/>
          </a:p>
        </p:txBody>
      </p:sp>
      <p:sp>
        <p:nvSpPr>
          <p:cNvPr id="1592" name="Google Shape;1592;p26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US" dirty="0"/>
              <a:t>In-depth interviews: structured, semi-structured, unstructured (how many questions are predetermined). Detailed notes or transcription so info can be analyzed after.</a:t>
            </a:r>
          </a:p>
          <a:p>
            <a:pPr marL="0" lvl="0" indent="0" algn="l" rtl="0">
              <a:spcBef>
                <a:spcPts val="0"/>
              </a:spcBef>
              <a:spcAft>
                <a:spcPts val="1200"/>
              </a:spcAft>
              <a:buNone/>
            </a:pPr>
            <a:r>
              <a:rPr lang="en-US" dirty="0"/>
              <a:t>Focus groups: semi-structured to draw out opinions of the group</a:t>
            </a:r>
          </a:p>
          <a:p>
            <a:pPr marL="0" lvl="0" indent="0" algn="l" rtl="0">
              <a:spcBef>
                <a:spcPts val="0"/>
              </a:spcBef>
              <a:spcAft>
                <a:spcPts val="1200"/>
              </a:spcAft>
              <a:buNone/>
            </a:pPr>
            <a:r>
              <a:rPr lang="en-US" dirty="0"/>
              <a:t>Case studies/site visits: select small number of cases to dig into deeply, pulling info from a variety of sources: interviews, media, records. A Smith and the pin factory</a:t>
            </a:r>
          </a:p>
          <a:p>
            <a:pPr marL="0" lvl="0" indent="0" algn="l" rtl="0">
              <a:spcBef>
                <a:spcPts val="0"/>
              </a:spcBef>
              <a:spcAft>
                <a:spcPts val="1200"/>
              </a:spcAft>
              <a:buNone/>
            </a:pPr>
            <a:endParaRPr lang="en-US" dirty="0"/>
          </a:p>
        </p:txBody>
      </p:sp>
    </p:spTree>
    <p:extLst>
      <p:ext uri="{BB962C8B-B14F-4D97-AF65-F5344CB8AC3E}">
        <p14:creationId xmlns:p14="http://schemas.microsoft.com/office/powerpoint/2010/main" val="12038298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590"/>
        <p:cNvGrpSpPr/>
        <p:nvPr/>
      </p:nvGrpSpPr>
      <p:grpSpPr>
        <a:xfrm>
          <a:off x="0" y="0"/>
          <a:ext cx="0" cy="0"/>
          <a:chOff x="0" y="0"/>
          <a:chExt cx="0" cy="0"/>
        </a:xfrm>
      </p:grpSpPr>
      <p:sp>
        <p:nvSpPr>
          <p:cNvPr id="1591" name="Google Shape;1591;p26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Types of qual methods</a:t>
            </a:r>
            <a:endParaRPr dirty="0"/>
          </a:p>
        </p:txBody>
      </p:sp>
      <p:sp>
        <p:nvSpPr>
          <p:cNvPr id="1592" name="Google Shape;1592;p26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US" dirty="0"/>
              <a:t>Fieldwork/ethnography: embedding in a community to explore longer-term relationships/culture. </a:t>
            </a:r>
          </a:p>
          <a:p>
            <a:pPr marL="0" lvl="0" indent="0" algn="l" rtl="0">
              <a:spcBef>
                <a:spcPts val="0"/>
              </a:spcBef>
              <a:spcAft>
                <a:spcPts val="1200"/>
              </a:spcAft>
              <a:buNone/>
            </a:pPr>
            <a:r>
              <a:rPr lang="en-US" dirty="0"/>
              <a:t>Life histories: focus on large events in individuals’ lives</a:t>
            </a:r>
          </a:p>
          <a:p>
            <a:pPr marL="0" lvl="0" indent="0" algn="l" rtl="0">
              <a:spcBef>
                <a:spcPts val="0"/>
              </a:spcBef>
              <a:spcAft>
                <a:spcPts val="1200"/>
              </a:spcAft>
              <a:buNone/>
            </a:pPr>
            <a:r>
              <a:rPr lang="en-US" dirty="0"/>
              <a:t>Mixed methods: </a:t>
            </a:r>
          </a:p>
          <a:p>
            <a:pPr marL="0" lvl="0" indent="0" algn="l" rtl="0">
              <a:spcBef>
                <a:spcPts val="0"/>
              </a:spcBef>
              <a:spcAft>
                <a:spcPts val="1200"/>
              </a:spcAft>
              <a:buNone/>
            </a:pPr>
            <a:r>
              <a:rPr lang="en-US" dirty="0"/>
              <a:t>- qual first with open ended questions to design quantitative component (common in non-market valuation)</a:t>
            </a:r>
          </a:p>
          <a:p>
            <a:pPr marL="0" lvl="0" indent="0" algn="l" rtl="0">
              <a:spcBef>
                <a:spcPts val="0"/>
              </a:spcBef>
              <a:spcAft>
                <a:spcPts val="1200"/>
              </a:spcAft>
              <a:buNone/>
            </a:pPr>
            <a:r>
              <a:rPr lang="en-US" dirty="0"/>
              <a:t>- structured (quant) survey first; then follow up with in-depth interviews</a:t>
            </a:r>
          </a:p>
          <a:p>
            <a:pPr marL="0" lvl="0" indent="0" algn="l" rtl="0">
              <a:spcBef>
                <a:spcPts val="0"/>
              </a:spcBef>
              <a:spcAft>
                <a:spcPts val="1200"/>
              </a:spcAft>
              <a:buNone/>
            </a:pPr>
            <a:r>
              <a:rPr lang="en-US" dirty="0"/>
              <a:t>- conduct qual and quant simultaneously and use information from one to help interpret the other</a:t>
            </a:r>
          </a:p>
        </p:txBody>
      </p:sp>
    </p:spTree>
    <p:extLst>
      <p:ext uri="{BB962C8B-B14F-4D97-AF65-F5344CB8AC3E}">
        <p14:creationId xmlns:p14="http://schemas.microsoft.com/office/powerpoint/2010/main" val="30163967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590"/>
        <p:cNvGrpSpPr/>
        <p:nvPr/>
      </p:nvGrpSpPr>
      <p:grpSpPr>
        <a:xfrm>
          <a:off x="0" y="0"/>
          <a:ext cx="0" cy="0"/>
          <a:chOff x="0" y="0"/>
          <a:chExt cx="0" cy="0"/>
        </a:xfrm>
      </p:grpSpPr>
      <p:sp>
        <p:nvSpPr>
          <p:cNvPr id="1591" name="Google Shape;1591;p26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Bewley 1999 and Blinder 1998</a:t>
            </a:r>
            <a:endParaRPr/>
          </a:p>
        </p:txBody>
      </p:sp>
      <p:sp>
        <p:nvSpPr>
          <p:cNvPr id="1592" name="Google Shape;1592;p26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Interviewed hundreds of business people asking why wages were not lowered or prices were not changed when macro conditions changed (sticky wages)</a:t>
            </a:r>
            <a:endParaRPr dirty="0"/>
          </a:p>
          <a:p>
            <a:pPr marL="0" lvl="0" indent="0" algn="l" rtl="0">
              <a:spcBef>
                <a:spcPts val="1600"/>
              </a:spcBef>
              <a:spcAft>
                <a:spcPts val="0"/>
              </a:spcAft>
              <a:buNone/>
            </a:pPr>
            <a:r>
              <a:rPr lang="en" dirty="0"/>
              <a:t>Competing theories for why without quantitative data to disentangle</a:t>
            </a:r>
            <a:endParaRPr dirty="0"/>
          </a:p>
          <a:p>
            <a:pPr marL="0" lvl="0" indent="0" algn="l" rtl="0">
              <a:spcBef>
                <a:spcPts val="1600"/>
              </a:spcBef>
              <a:spcAft>
                <a:spcPts val="0"/>
              </a:spcAft>
              <a:buNone/>
            </a:pPr>
            <a:r>
              <a:rPr lang="en" dirty="0"/>
              <a:t>Found that it was fairness and employee morale. Led to further discussions</a:t>
            </a:r>
            <a:endParaRPr dirty="0"/>
          </a:p>
          <a:p>
            <a:pPr marL="0" lvl="0" indent="0" algn="l" rtl="0">
              <a:spcBef>
                <a:spcPts val="1600"/>
              </a:spcBef>
              <a:spcAft>
                <a:spcPts val="0"/>
              </a:spcAft>
              <a:buNone/>
            </a:pPr>
            <a:r>
              <a:rPr lang="en" dirty="0"/>
              <a:t>Many other examples of qualitative work</a:t>
            </a:r>
            <a:endParaRPr dirty="0"/>
          </a:p>
          <a:p>
            <a:pPr marL="0" lvl="0" indent="0" algn="l" rtl="0">
              <a:spcBef>
                <a:spcPts val="1600"/>
              </a:spcBef>
              <a:spcAft>
                <a:spcPts val="1600"/>
              </a:spcAft>
              <a:buNone/>
            </a:pPr>
            <a:r>
              <a:rPr lang="en" dirty="0"/>
              <a:t>Contingent valuation method in environmental work - seeking to understand why WTP is overstated</a:t>
            </a:r>
            <a:endParaRP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596"/>
        <p:cNvGrpSpPr/>
        <p:nvPr/>
      </p:nvGrpSpPr>
      <p:grpSpPr>
        <a:xfrm>
          <a:off x="0" y="0"/>
          <a:ext cx="0" cy="0"/>
          <a:chOff x="0" y="0"/>
          <a:chExt cx="0" cy="0"/>
        </a:xfrm>
      </p:grpSpPr>
      <p:sp>
        <p:nvSpPr>
          <p:cNvPr id="1597" name="Google Shape;1597;p27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Concerns</a:t>
            </a:r>
            <a:endParaRPr/>
          </a:p>
        </p:txBody>
      </p:sp>
      <p:sp>
        <p:nvSpPr>
          <p:cNvPr id="1598" name="Google Shape;1598;p27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that “it leaves too much scope for perspectives of the researcher(s) to affect research results; </a:t>
            </a:r>
            <a:endParaRPr dirty="0"/>
          </a:p>
          <a:p>
            <a:pPr marL="0" lvl="0" indent="0" algn="l" rtl="0">
              <a:spcBef>
                <a:spcPts val="1600"/>
              </a:spcBef>
              <a:spcAft>
                <a:spcPts val="0"/>
              </a:spcAft>
              <a:buNone/>
            </a:pPr>
            <a:r>
              <a:rPr lang="en" dirty="0"/>
              <a:t>that the quality of self-reported information should be doubted; </a:t>
            </a:r>
            <a:endParaRPr dirty="0"/>
          </a:p>
          <a:p>
            <a:pPr marL="0" lvl="0" indent="0" algn="l" rtl="0">
              <a:spcBef>
                <a:spcPts val="1600"/>
              </a:spcBef>
              <a:spcAft>
                <a:spcPts val="1600"/>
              </a:spcAft>
              <a:buNone/>
            </a:pPr>
            <a:r>
              <a:rPr lang="en" dirty="0"/>
              <a:t>that its very richness undercuts its usefulness for building and testing abstract conceptualizations of phenomena of interest.</a:t>
            </a:r>
            <a:endParaRPr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602"/>
        <p:cNvGrpSpPr/>
        <p:nvPr/>
      </p:nvGrpSpPr>
      <p:grpSpPr>
        <a:xfrm>
          <a:off x="0" y="0"/>
          <a:ext cx="0" cy="0"/>
          <a:chOff x="0" y="0"/>
          <a:chExt cx="0" cy="0"/>
        </a:xfrm>
      </p:grpSpPr>
      <p:sp>
        <p:nvSpPr>
          <p:cNvPr id="1603" name="Google Shape;1603;p27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Mitigating perspectives of researcher</a:t>
            </a:r>
            <a:endParaRPr/>
          </a:p>
        </p:txBody>
      </p:sp>
      <p:sp>
        <p:nvSpPr>
          <p:cNvPr id="1604" name="Google Shape;1604;p27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fully explaining and documenting procedures and protocols, so that the methodology of the study is transparent and potentially replicable; </a:t>
            </a:r>
            <a:endParaRPr/>
          </a:p>
          <a:p>
            <a:pPr marL="0" lvl="0" indent="0" algn="l" rtl="0">
              <a:spcBef>
                <a:spcPts val="1600"/>
              </a:spcBef>
              <a:spcAft>
                <a:spcPts val="0"/>
              </a:spcAft>
              <a:buNone/>
            </a:pPr>
            <a:r>
              <a:rPr lang="en"/>
              <a:t>(b) explaining in the write-up any unique aspects of the researcher or the research design that might make the results different from what another study using a similar method would find; </a:t>
            </a:r>
            <a:endParaRPr/>
          </a:p>
          <a:p>
            <a:pPr marL="0" lvl="0" indent="0" algn="l" rtl="0">
              <a:spcBef>
                <a:spcPts val="1600"/>
              </a:spcBef>
              <a:spcAft>
                <a:spcPts val="0"/>
              </a:spcAft>
              <a:buNone/>
            </a:pPr>
            <a:r>
              <a:rPr lang="en"/>
              <a:t>(c) conducting research in teams, often interdisciplinary, to benefit from exchanges among researchers with different perspectives; </a:t>
            </a:r>
            <a:endParaRPr/>
          </a:p>
          <a:p>
            <a:pPr marL="0" lvl="0" indent="0" algn="l" rtl="0">
              <a:spcBef>
                <a:spcPts val="1600"/>
              </a:spcBef>
              <a:spcAft>
                <a:spcPts val="0"/>
              </a:spcAft>
              <a:buClr>
                <a:schemeClr val="dk1"/>
              </a:buClr>
              <a:buSzPts val="1100"/>
              <a:buFont typeface="Arial"/>
              <a:buNone/>
            </a:pPr>
            <a:r>
              <a:rPr lang="en"/>
              <a:t>(d) making systematic use of opportunities to cross-check findings via other information sources (i.e. triangulate), so that those which do cross-check can be understood as having better empirical support than those that do not</a:t>
            </a:r>
            <a:endParaRPr/>
          </a:p>
          <a:p>
            <a:pPr marL="0" lvl="0" indent="0" algn="l" rtl="0">
              <a:spcBef>
                <a:spcPts val="1600"/>
              </a:spcBef>
              <a:spcAft>
                <a:spcPts val="1600"/>
              </a:spcAft>
              <a:buNone/>
            </a:pP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608"/>
        <p:cNvGrpSpPr/>
        <p:nvPr/>
      </p:nvGrpSpPr>
      <p:grpSpPr>
        <a:xfrm>
          <a:off x="0" y="0"/>
          <a:ext cx="0" cy="0"/>
          <a:chOff x="0" y="0"/>
          <a:chExt cx="0" cy="0"/>
        </a:xfrm>
      </p:grpSpPr>
      <p:sp>
        <p:nvSpPr>
          <p:cNvPr id="1609" name="Google Shape;1609;p27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Skeptical of people’s responses</a:t>
            </a:r>
            <a:endParaRPr/>
          </a:p>
        </p:txBody>
      </p:sp>
      <p:sp>
        <p:nvSpPr>
          <p:cNvPr id="1610" name="Google Shape;1610;p27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People may have incentive to misrepresent information. </a:t>
            </a:r>
            <a:endParaRPr dirty="0"/>
          </a:p>
          <a:p>
            <a:pPr marL="457200" lvl="0" indent="-342900" algn="l" rtl="0">
              <a:spcBef>
                <a:spcPts val="1600"/>
              </a:spcBef>
              <a:spcAft>
                <a:spcPts val="0"/>
              </a:spcAft>
              <a:buSzPts val="1800"/>
              <a:buChar char="●"/>
            </a:pPr>
            <a:r>
              <a:rPr lang="en" dirty="0"/>
              <a:t>Establishing rapport and other techniques to allay concerns</a:t>
            </a:r>
            <a:endParaRPr dirty="0"/>
          </a:p>
          <a:p>
            <a:pPr marL="0" lvl="0" indent="0" algn="l" rtl="0">
              <a:spcBef>
                <a:spcPts val="1600"/>
              </a:spcBef>
              <a:spcAft>
                <a:spcPts val="0"/>
              </a:spcAft>
              <a:buNone/>
            </a:pPr>
            <a:r>
              <a:rPr lang="en" dirty="0"/>
              <a:t>People may not know or be able to articulate what researcher wants to know</a:t>
            </a:r>
            <a:endParaRPr dirty="0"/>
          </a:p>
          <a:p>
            <a:pPr marL="457200" lvl="0" indent="-342900" algn="l" rtl="0">
              <a:spcBef>
                <a:spcPts val="1600"/>
              </a:spcBef>
              <a:spcAft>
                <a:spcPts val="0"/>
              </a:spcAft>
              <a:buSzPts val="1800"/>
              <a:buChar char="●"/>
            </a:pPr>
            <a:r>
              <a:rPr lang="en" dirty="0"/>
              <a:t>Ensure that the subjects are reliable “key informants”; that they understand the reasons behind the choices they are making</a:t>
            </a:r>
            <a:endParaRPr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614"/>
        <p:cNvGrpSpPr/>
        <p:nvPr/>
      </p:nvGrpSpPr>
      <p:grpSpPr>
        <a:xfrm>
          <a:off x="0" y="0"/>
          <a:ext cx="0" cy="0"/>
          <a:chOff x="0" y="0"/>
          <a:chExt cx="0" cy="0"/>
        </a:xfrm>
      </p:grpSpPr>
      <p:sp>
        <p:nvSpPr>
          <p:cNvPr id="1615" name="Google Shape;1615;p27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Fine for description but not explanation</a:t>
            </a:r>
            <a:endParaRPr/>
          </a:p>
        </p:txBody>
      </p:sp>
      <p:sp>
        <p:nvSpPr>
          <p:cNvPr id="1616" name="Google Shape;1616;p27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Preferred methods in econ build deductive arguments (theory) and test hypotheses</a:t>
            </a:r>
            <a:endParaRPr/>
          </a:p>
          <a:p>
            <a:pPr marL="0" lvl="0" indent="0" algn="l" rtl="0">
              <a:spcBef>
                <a:spcPts val="1600"/>
              </a:spcBef>
              <a:spcAft>
                <a:spcPts val="0"/>
              </a:spcAft>
              <a:buNone/>
            </a:pPr>
            <a:r>
              <a:rPr lang="en"/>
              <a:t>Qualitative work uses an “informal Bayesian logic” - revise ideas as they encounter new information</a:t>
            </a:r>
            <a:endParaRPr/>
          </a:p>
          <a:p>
            <a:pPr marL="0" lvl="0" indent="0" algn="l" rtl="0">
              <a:spcBef>
                <a:spcPts val="1600"/>
              </a:spcBef>
              <a:spcAft>
                <a:spcPts val="1600"/>
              </a:spcAft>
              <a:buNone/>
            </a:pP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614"/>
        <p:cNvGrpSpPr/>
        <p:nvPr/>
      </p:nvGrpSpPr>
      <p:grpSpPr>
        <a:xfrm>
          <a:off x="0" y="0"/>
          <a:ext cx="0" cy="0"/>
          <a:chOff x="0" y="0"/>
          <a:chExt cx="0" cy="0"/>
        </a:xfrm>
      </p:grpSpPr>
      <p:sp>
        <p:nvSpPr>
          <p:cNvPr id="1615" name="Google Shape;1615;p27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Comment on ethics</a:t>
            </a:r>
            <a:endParaRPr dirty="0"/>
          </a:p>
        </p:txBody>
      </p:sp>
      <p:sp>
        <p:nvSpPr>
          <p:cNvPr id="1616" name="Google Shape;1616;p27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Starr questions the ethics of </a:t>
            </a:r>
            <a:r>
              <a:rPr lang="en-US" i="1" dirty="0"/>
              <a:t>not</a:t>
            </a:r>
            <a:r>
              <a:rPr lang="en-US" dirty="0"/>
              <a:t> talking to research subjects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Is it ethical for us (the trained economists) to develop models and hypotheses of how the world works, making assumptions about how people make decisions?</a:t>
            </a:r>
            <a:endParaRPr dirty="0"/>
          </a:p>
          <a:p>
            <a:pPr marL="0" lvl="0" indent="0" algn="l" rtl="0">
              <a:spcBef>
                <a:spcPts val="1600"/>
              </a:spcBef>
              <a:spcAft>
                <a:spcPts val="1600"/>
              </a:spcAft>
              <a:buNone/>
            </a:pPr>
            <a:endParaRPr dirty="0"/>
          </a:p>
        </p:txBody>
      </p:sp>
    </p:spTree>
    <p:extLst>
      <p:ext uri="{BB962C8B-B14F-4D97-AF65-F5344CB8AC3E}">
        <p14:creationId xmlns:p14="http://schemas.microsoft.com/office/powerpoint/2010/main" val="5297413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626"/>
        <p:cNvGrpSpPr/>
        <p:nvPr/>
      </p:nvGrpSpPr>
      <p:grpSpPr>
        <a:xfrm>
          <a:off x="0" y="0"/>
          <a:ext cx="0" cy="0"/>
          <a:chOff x="0" y="0"/>
          <a:chExt cx="0" cy="0"/>
        </a:xfrm>
      </p:grpSpPr>
      <p:sp>
        <p:nvSpPr>
          <p:cNvPr id="1627" name="Google Shape;1627;p27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Exercise</a:t>
            </a:r>
            <a:endParaRPr/>
          </a:p>
        </p:txBody>
      </p:sp>
      <p:sp>
        <p:nvSpPr>
          <p:cNvPr id="1628" name="Google Shape;1628;p27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How would you design qualitative research method to answer your research question?</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632"/>
        <p:cNvGrpSpPr/>
        <p:nvPr/>
      </p:nvGrpSpPr>
      <p:grpSpPr>
        <a:xfrm>
          <a:off x="0" y="0"/>
          <a:ext cx="0" cy="0"/>
          <a:chOff x="0" y="0"/>
          <a:chExt cx="0" cy="0"/>
        </a:xfrm>
      </p:grpSpPr>
      <p:sp>
        <p:nvSpPr>
          <p:cNvPr id="1633" name="Google Shape;1633;p27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Gibson - Estimating the Right Thing</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637"/>
        <p:cNvGrpSpPr/>
        <p:nvPr/>
      </p:nvGrpSpPr>
      <p:grpSpPr>
        <a:xfrm>
          <a:off x="0" y="0"/>
          <a:ext cx="0" cy="0"/>
          <a:chOff x="0" y="0"/>
          <a:chExt cx="0" cy="0"/>
        </a:xfrm>
      </p:grpSpPr>
      <p:sp>
        <p:nvSpPr>
          <p:cNvPr id="1638" name="Google Shape;1638;p27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Motivation</a:t>
            </a:r>
            <a:endParaRPr/>
          </a:p>
        </p:txBody>
      </p:sp>
      <p:sp>
        <p:nvSpPr>
          <p:cNvPr id="1639" name="Google Shape;1639;p27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Credibility revolution has focused effort on questions for which we have good identification strategies.  It isn’t clear these are the most pressing questions in the field.</a:t>
            </a:r>
            <a:endParaRPr/>
          </a:p>
          <a:p>
            <a:pPr marL="0" lvl="0" indent="0" algn="l" rtl="0">
              <a:spcBef>
                <a:spcPts val="1600"/>
              </a:spcBef>
              <a:spcAft>
                <a:spcPts val="0"/>
              </a:spcAft>
              <a:buNone/>
            </a:pPr>
            <a:r>
              <a:rPr lang="en"/>
              <a:t>We should allocate research effort to areas with the highest marginal benefit</a:t>
            </a:r>
            <a:endParaRPr/>
          </a:p>
          <a:p>
            <a:pPr marL="0" lvl="0" indent="0" algn="l" rtl="0">
              <a:spcBef>
                <a:spcPts val="1600"/>
              </a:spcBef>
              <a:spcAft>
                <a:spcPts val="0"/>
              </a:spcAft>
              <a:buNone/>
            </a:pPr>
            <a:r>
              <a:rPr lang="en"/>
              <a:t>Maybe measurement error and misinterpreting data</a:t>
            </a:r>
            <a:endParaRPr/>
          </a:p>
          <a:p>
            <a:pPr marL="0" lvl="0" indent="0" algn="l" rtl="0">
              <a:spcBef>
                <a:spcPts val="1600"/>
              </a:spcBef>
              <a:spcAft>
                <a:spcPts val="0"/>
              </a:spcAft>
              <a:buNone/>
            </a:pPr>
            <a:r>
              <a:rPr lang="en"/>
              <a:t>New data may be more precise (gps) but infrequent survey may be less reliable</a:t>
            </a:r>
            <a:endParaRPr/>
          </a:p>
          <a:p>
            <a:pPr marL="0" lvl="0" indent="0" algn="l" rtl="0">
              <a:spcBef>
                <a:spcPts val="1600"/>
              </a:spcBef>
              <a:spcAft>
                <a:spcPts val="0"/>
              </a:spcAft>
              <a:buNone/>
            </a:pPr>
            <a:r>
              <a:rPr lang="en"/>
              <a:t>Data on registrants rather than occupants</a:t>
            </a:r>
            <a:endParaRPr/>
          </a:p>
          <a:p>
            <a:pPr marL="0" lvl="0" indent="0" algn="l" rtl="0">
              <a:spcBef>
                <a:spcPts val="1600"/>
              </a:spcBef>
              <a:spcAft>
                <a:spcPts val="1600"/>
              </a:spcAft>
              <a:buNone/>
            </a:pP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CBCB2-4E5B-BD52-B67F-FDC67583CB5C}"/>
              </a:ext>
            </a:extLst>
          </p:cNvPr>
          <p:cNvSpPr>
            <a:spLocks noGrp="1"/>
          </p:cNvSpPr>
          <p:nvPr>
            <p:ph type="title"/>
          </p:nvPr>
        </p:nvSpPr>
        <p:spPr/>
        <p:txBody>
          <a:bodyPr/>
          <a:lstStyle/>
          <a:p>
            <a:r>
              <a:rPr lang="en-US" dirty="0"/>
              <a:t>Criticisms of Credibility Revolution</a:t>
            </a:r>
          </a:p>
        </p:txBody>
      </p:sp>
      <p:sp>
        <p:nvSpPr>
          <p:cNvPr id="3" name="Text Placeholder 2">
            <a:extLst>
              <a:ext uri="{FF2B5EF4-FFF2-40B4-BE49-F238E27FC236}">
                <a16:creationId xmlns:a16="http://schemas.microsoft.com/office/drawing/2014/main" id="{1A30099C-BE8C-4838-BFF7-175B3B2E27D7}"/>
              </a:ext>
            </a:extLst>
          </p:cNvPr>
          <p:cNvSpPr>
            <a:spLocks noGrp="1"/>
          </p:cNvSpPr>
          <p:nvPr>
            <p:ph type="body" idx="1"/>
          </p:nvPr>
        </p:nvSpPr>
        <p:spPr/>
        <p:txBody>
          <a:bodyPr/>
          <a:lstStyle/>
          <a:p>
            <a:r>
              <a:rPr lang="en-US" dirty="0"/>
              <a:t>that attention focuses on less ambitious sets of questions such as treatment effects of a particular policy in place</a:t>
            </a:r>
          </a:p>
          <a:p>
            <a:r>
              <a:rPr lang="en-US" dirty="0"/>
              <a:t>that randomized designs make no fewer assumptions than structural econometrics, but do so implicitly not explicitly</a:t>
            </a:r>
          </a:p>
          <a:p>
            <a:r>
              <a:rPr lang="en-US" dirty="0"/>
              <a:t>that </a:t>
            </a:r>
            <a:r>
              <a:rPr lang="en-US" dirty="0" err="1"/>
              <a:t>randomistas</a:t>
            </a:r>
            <a:r>
              <a:rPr lang="en-US" dirty="0"/>
              <a:t> focus on whether treatments worked, but not why they worked</a:t>
            </a:r>
          </a:p>
          <a:p>
            <a:r>
              <a:rPr lang="en-US" dirty="0"/>
              <a:t>that actual balance in any single RCT is confused with balance in expectation over many (hypothetical) trials</a:t>
            </a:r>
          </a:p>
          <a:p>
            <a:r>
              <a:rPr lang="en-US" dirty="0"/>
              <a:t>that cumulative scientific progress is undermined by minimizing the role of prior knowledge</a:t>
            </a:r>
          </a:p>
        </p:txBody>
      </p:sp>
    </p:spTree>
    <p:extLst>
      <p:ext uri="{BB962C8B-B14F-4D97-AF65-F5344CB8AC3E}">
        <p14:creationId xmlns:p14="http://schemas.microsoft.com/office/powerpoint/2010/main" val="14965129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643"/>
        <p:cNvGrpSpPr/>
        <p:nvPr/>
      </p:nvGrpSpPr>
      <p:grpSpPr>
        <a:xfrm>
          <a:off x="0" y="0"/>
          <a:ext cx="0" cy="0"/>
          <a:chOff x="0" y="0"/>
          <a:chExt cx="0" cy="0"/>
        </a:xfrm>
      </p:grpSpPr>
      <p:sp>
        <p:nvSpPr>
          <p:cNvPr id="1644" name="Google Shape;1644;p27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Unnecessarily restricting data</a:t>
            </a:r>
            <a:endParaRPr/>
          </a:p>
        </p:txBody>
      </p:sp>
      <p:sp>
        <p:nvSpPr>
          <p:cNvPr id="1645" name="Google Shape;1645;p27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Estimate limited dependent var model when continuous var is available</a:t>
            </a:r>
            <a:endParaRPr/>
          </a:p>
          <a:p>
            <a:pPr marL="0" lvl="0" indent="0" algn="l" rtl="0">
              <a:spcBef>
                <a:spcPts val="1600"/>
              </a:spcBef>
              <a:spcAft>
                <a:spcPts val="0"/>
              </a:spcAft>
              <a:buNone/>
            </a:pPr>
            <a:r>
              <a:rPr lang="en"/>
              <a:t>Ignoring information and making unnecessary assumptions</a:t>
            </a:r>
            <a:endParaRPr/>
          </a:p>
          <a:p>
            <a:pPr marL="0" lvl="0" indent="0" algn="l" rtl="0">
              <a:spcBef>
                <a:spcPts val="1600"/>
              </a:spcBef>
              <a:spcAft>
                <a:spcPts val="0"/>
              </a:spcAft>
              <a:buNone/>
            </a:pPr>
            <a:r>
              <a:rPr lang="en"/>
              <a:t>Thresholds (e.g., poverty) can be estimated ex-post</a:t>
            </a:r>
            <a:endParaRPr/>
          </a:p>
          <a:p>
            <a:pPr marL="0" lvl="0" indent="0" algn="l" rtl="0">
              <a:spcBef>
                <a:spcPts val="1600"/>
              </a:spcBef>
              <a:spcAft>
                <a:spcPts val="1600"/>
              </a:spcAft>
              <a:buNone/>
            </a:pPr>
            <a:r>
              <a:rPr lang="en"/>
              <a:t>Misclassification is more consequential in limited dependent var models</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649"/>
        <p:cNvGrpSpPr/>
        <p:nvPr/>
      </p:nvGrpSpPr>
      <p:grpSpPr>
        <a:xfrm>
          <a:off x="0" y="0"/>
          <a:ext cx="0" cy="0"/>
          <a:chOff x="0" y="0"/>
          <a:chExt cx="0" cy="0"/>
        </a:xfrm>
      </p:grpSpPr>
      <p:sp>
        <p:nvSpPr>
          <p:cNvPr id="1650" name="Google Shape;1650;p27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Quantity vs quality</a:t>
            </a:r>
            <a:endParaRPr/>
          </a:p>
        </p:txBody>
      </p:sp>
      <p:sp>
        <p:nvSpPr>
          <p:cNvPr id="1651" name="Google Shape;1651;p27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often look at quantity response but quality is often imbedded</a:t>
            </a:r>
            <a:endParaRPr/>
          </a:p>
          <a:p>
            <a:pPr marL="0" lvl="0" indent="0" algn="l" rtl="0">
              <a:spcBef>
                <a:spcPts val="1600"/>
              </a:spcBef>
              <a:spcAft>
                <a:spcPts val="0"/>
              </a:spcAft>
              <a:buNone/>
            </a:pPr>
            <a:r>
              <a:rPr lang="en"/>
              <a:t>These can be conflated in demand systems based on budget shares</a:t>
            </a:r>
            <a:endParaRPr/>
          </a:p>
          <a:p>
            <a:pPr marL="0" lvl="0" indent="0" algn="l" rtl="0">
              <a:spcBef>
                <a:spcPts val="1600"/>
              </a:spcBef>
              <a:spcAft>
                <a:spcPts val="1600"/>
              </a:spcAft>
              <a:buNone/>
            </a:pPr>
            <a:r>
              <a:rPr lang="en"/>
              <a:t>Model quantity and quality separately</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655"/>
        <p:cNvGrpSpPr/>
        <p:nvPr/>
      </p:nvGrpSpPr>
      <p:grpSpPr>
        <a:xfrm>
          <a:off x="0" y="0"/>
          <a:ext cx="0" cy="0"/>
          <a:chOff x="0" y="0"/>
          <a:chExt cx="0" cy="0"/>
        </a:xfrm>
      </p:grpSpPr>
      <p:sp>
        <p:nvSpPr>
          <p:cNvPr id="1656" name="Google Shape;1656;p28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Spatial spillovers</a:t>
            </a:r>
            <a:endParaRPr/>
          </a:p>
        </p:txBody>
      </p:sp>
      <p:sp>
        <p:nvSpPr>
          <p:cNvPr id="1657" name="Google Shape;1657;p28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If the process is inherently spatial, we should model it as such</a:t>
            </a:r>
            <a:endParaRPr/>
          </a:p>
          <a:p>
            <a:pPr marL="0" lvl="0" indent="0" algn="l" rtl="0">
              <a:spcBef>
                <a:spcPts val="1600"/>
              </a:spcBef>
              <a:spcAft>
                <a:spcPts val="0"/>
              </a:spcAft>
              <a:buNone/>
            </a:pPr>
            <a:r>
              <a:rPr lang="en"/>
              <a:t>Advocates generalizing to spatial model and treating non-spatial as a restricted case</a:t>
            </a:r>
            <a:endParaRPr/>
          </a:p>
          <a:p>
            <a:pPr marL="0" lvl="0" indent="0" algn="l" rtl="0">
              <a:spcBef>
                <a:spcPts val="1600"/>
              </a:spcBef>
              <a:spcAft>
                <a:spcPts val="1600"/>
              </a:spcAft>
              <a:buNone/>
            </a:pPr>
            <a:r>
              <a:rPr lang="en"/>
              <a:t>Air pollution and CRP</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C9C85-FED4-E0F2-5CEA-063E0C67B20A}"/>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560D5774-E203-6EB0-9179-67ECA120C0A6}"/>
              </a:ext>
            </a:extLst>
          </p:cNvPr>
          <p:cNvSpPr>
            <a:spLocks noGrp="1"/>
          </p:cNvSpPr>
          <p:nvPr>
            <p:ph type="body" idx="1"/>
          </p:nvPr>
        </p:nvSpPr>
        <p:spPr/>
        <p:txBody>
          <a:bodyPr/>
          <a:lstStyle/>
          <a:p>
            <a:r>
              <a:rPr lang="en-US" dirty="0"/>
              <a:t>Is research design the weakest link in our research process chain? Where should we direct efforts?</a:t>
            </a:r>
          </a:p>
          <a:p>
            <a:r>
              <a:rPr lang="en-US" dirty="0"/>
              <a:t>Are we applying economic principles to our research process?</a:t>
            </a:r>
          </a:p>
        </p:txBody>
      </p:sp>
      <p:pic>
        <p:nvPicPr>
          <p:cNvPr id="1026" name="Picture 2" descr="Looking for Your Keys Under the Streetlight | Dr. Myomancer">
            <a:extLst>
              <a:ext uri="{FF2B5EF4-FFF2-40B4-BE49-F238E27FC236}">
                <a16:creationId xmlns:a16="http://schemas.microsoft.com/office/drawing/2014/main" id="{2ED58FFD-0236-9DDB-3D29-DC36842A4A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3566" y="2338917"/>
            <a:ext cx="3225800" cy="251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129405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661"/>
        <p:cNvGrpSpPr/>
        <p:nvPr/>
      </p:nvGrpSpPr>
      <p:grpSpPr>
        <a:xfrm>
          <a:off x="0" y="0"/>
          <a:ext cx="0" cy="0"/>
          <a:chOff x="0" y="0"/>
          <a:chExt cx="0" cy="0"/>
        </a:xfrm>
      </p:grpSpPr>
      <p:sp>
        <p:nvSpPr>
          <p:cNvPr id="1662" name="Google Shape;1662;p281"/>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Kim - False Positives</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666"/>
        <p:cNvGrpSpPr/>
        <p:nvPr/>
      </p:nvGrpSpPr>
      <p:grpSpPr>
        <a:xfrm>
          <a:off x="0" y="0"/>
          <a:ext cx="0" cy="0"/>
          <a:chOff x="0" y="0"/>
          <a:chExt cx="0" cy="0"/>
        </a:xfrm>
      </p:grpSpPr>
      <p:sp>
        <p:nvSpPr>
          <p:cNvPr id="1667" name="Google Shape;1667;p28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Motivation</a:t>
            </a:r>
            <a:endParaRPr/>
          </a:p>
        </p:txBody>
      </p:sp>
      <p:sp>
        <p:nvSpPr>
          <p:cNvPr id="1668" name="Google Shape;1668;p28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Growing concern that non-trivial amount of evidence is the outcome of false positives</a:t>
            </a:r>
            <a:endParaRPr/>
          </a:p>
          <a:p>
            <a:pPr marL="0" lvl="0" indent="0" algn="l" rtl="0">
              <a:spcBef>
                <a:spcPts val="1600"/>
              </a:spcBef>
              <a:spcAft>
                <a:spcPts val="0"/>
              </a:spcAft>
              <a:buNone/>
            </a:pPr>
            <a:r>
              <a:rPr lang="en"/>
              <a:t>Level of significance is often chosen arbitrarily p &lt; .05</a:t>
            </a:r>
            <a:endParaRPr/>
          </a:p>
          <a:p>
            <a:pPr marL="0" lvl="0" indent="0" algn="l" rtl="0">
              <a:spcBef>
                <a:spcPts val="1600"/>
              </a:spcBef>
              <a:spcAft>
                <a:spcPts val="1600"/>
              </a:spcAft>
              <a:buNone/>
            </a:pPr>
            <a:r>
              <a:rPr lang="en"/>
              <a:t>Power is often ignored (or the probability of Type II error)</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672"/>
        <p:cNvGrpSpPr/>
        <p:nvPr/>
      </p:nvGrpSpPr>
      <p:grpSpPr>
        <a:xfrm>
          <a:off x="0" y="0"/>
          <a:ext cx="0" cy="0"/>
          <a:chOff x="0" y="0"/>
          <a:chExt cx="0" cy="0"/>
        </a:xfrm>
      </p:grpSpPr>
      <p:pic>
        <p:nvPicPr>
          <p:cNvPr id="1673" name="Google Shape;1673;p283"/>
          <p:cNvPicPr preferRelativeResize="0"/>
          <p:nvPr/>
        </p:nvPicPr>
        <p:blipFill>
          <a:blip r:embed="rId3">
            <a:alphaModFix/>
          </a:blip>
          <a:stretch>
            <a:fillRect/>
          </a:stretch>
        </p:blipFill>
        <p:spPr>
          <a:xfrm>
            <a:off x="4680575" y="1289450"/>
            <a:ext cx="4200525" cy="3352800"/>
          </a:xfrm>
          <a:prstGeom prst="rect">
            <a:avLst/>
          </a:prstGeom>
          <a:noFill/>
          <a:ln>
            <a:noFill/>
          </a:ln>
        </p:spPr>
      </p:pic>
      <p:sp>
        <p:nvSpPr>
          <p:cNvPr id="1674" name="Google Shape;1674;p283"/>
          <p:cNvSpPr txBox="1"/>
          <p:nvPr/>
        </p:nvSpPr>
        <p:spPr>
          <a:xfrm>
            <a:off x="215525" y="1430400"/>
            <a:ext cx="4273200" cy="2775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50" b="1">
                <a:solidFill>
                  <a:srgbClr val="202122"/>
                </a:solidFill>
                <a:highlight>
                  <a:srgbClr val="FFFFFF"/>
                </a:highlight>
              </a:rPr>
              <a:t>type I error</a:t>
            </a:r>
            <a:r>
              <a:rPr lang="en" sz="1650">
                <a:solidFill>
                  <a:srgbClr val="202122"/>
                </a:solidFill>
                <a:highlight>
                  <a:srgbClr val="FFFFFF"/>
                </a:highlight>
              </a:rPr>
              <a:t> is the rejection of a true </a:t>
            </a:r>
            <a:r>
              <a:rPr lang="en" sz="1650">
                <a:solidFill>
                  <a:srgbClr val="0B0080"/>
                </a:solidFill>
                <a:highlight>
                  <a:srgbClr val="FFFFFF"/>
                </a:highlight>
                <a:uFill>
                  <a:noFill/>
                </a:uFill>
                <a:hlinkClick r:id="rId4">
                  <a:extLst>
                    <a:ext uri="{A12FA001-AC4F-418D-AE19-62706E023703}">
                      <ahyp:hlinkClr xmlns:ahyp="http://schemas.microsoft.com/office/drawing/2018/hyperlinkcolor" val="tx"/>
                    </a:ext>
                  </a:extLst>
                </a:hlinkClick>
              </a:rPr>
              <a:t>null hypothesis</a:t>
            </a:r>
            <a:r>
              <a:rPr lang="en" sz="1650">
                <a:solidFill>
                  <a:srgbClr val="202122"/>
                </a:solidFill>
                <a:highlight>
                  <a:srgbClr val="FFFFFF"/>
                </a:highlight>
              </a:rPr>
              <a:t> (also known as a "false positive" finding or conclusion; example: "an innocent person is convicted")</a:t>
            </a:r>
            <a:endParaRPr sz="1650">
              <a:solidFill>
                <a:srgbClr val="202122"/>
              </a:solidFill>
              <a:highlight>
                <a:srgbClr val="FFFFFF"/>
              </a:highlight>
            </a:endParaRPr>
          </a:p>
          <a:p>
            <a:pPr marL="0" lvl="0" indent="0" algn="l" rtl="0">
              <a:lnSpc>
                <a:spcPct val="115000"/>
              </a:lnSpc>
              <a:spcBef>
                <a:spcPts val="0"/>
              </a:spcBef>
              <a:spcAft>
                <a:spcPts val="0"/>
              </a:spcAft>
              <a:buNone/>
            </a:pPr>
            <a:endParaRPr sz="1650">
              <a:solidFill>
                <a:srgbClr val="202122"/>
              </a:solidFill>
              <a:highlight>
                <a:srgbClr val="FFFFFF"/>
              </a:highlight>
            </a:endParaRPr>
          </a:p>
          <a:p>
            <a:pPr marL="0" lvl="0" indent="0" algn="l" rtl="0">
              <a:lnSpc>
                <a:spcPct val="115000"/>
              </a:lnSpc>
              <a:spcBef>
                <a:spcPts val="0"/>
              </a:spcBef>
              <a:spcAft>
                <a:spcPts val="0"/>
              </a:spcAft>
              <a:buNone/>
            </a:pPr>
            <a:r>
              <a:rPr lang="en" sz="1650" b="1">
                <a:solidFill>
                  <a:srgbClr val="202122"/>
                </a:solidFill>
                <a:highlight>
                  <a:srgbClr val="FFFFFF"/>
                </a:highlight>
              </a:rPr>
              <a:t>type II error</a:t>
            </a:r>
            <a:r>
              <a:rPr lang="en" sz="1650">
                <a:solidFill>
                  <a:srgbClr val="202122"/>
                </a:solidFill>
                <a:highlight>
                  <a:srgbClr val="FFFFFF"/>
                </a:highlight>
              </a:rPr>
              <a:t> is the non-rejection of a false null hypothesis (also known as a "false negative" finding or conclusion; example: "a guilty person is not convicted")</a:t>
            </a:r>
            <a:endParaRPr sz="1650">
              <a:solidFill>
                <a:srgbClr val="202122"/>
              </a:solidFill>
              <a:highlight>
                <a:srgbClr val="FFFFFF"/>
              </a:highlight>
            </a:endParaRPr>
          </a:p>
        </p:txBody>
      </p:sp>
      <p:sp>
        <p:nvSpPr>
          <p:cNvPr id="1675" name="Google Shape;1675;p28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Type I and II error</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679"/>
        <p:cNvGrpSpPr/>
        <p:nvPr/>
      </p:nvGrpSpPr>
      <p:grpSpPr>
        <a:xfrm>
          <a:off x="0" y="0"/>
          <a:ext cx="0" cy="0"/>
          <a:chOff x="0" y="0"/>
          <a:chExt cx="0" cy="0"/>
        </a:xfrm>
      </p:grpSpPr>
      <p:sp>
        <p:nvSpPr>
          <p:cNvPr id="1680" name="Google Shape;1680;p28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Sample size affects interpretation of evidence</a:t>
            </a:r>
            <a:endParaRPr dirty="0"/>
          </a:p>
        </p:txBody>
      </p:sp>
      <p:pic>
        <p:nvPicPr>
          <p:cNvPr id="1681" name="Google Shape;1681;p284"/>
          <p:cNvPicPr preferRelativeResize="0"/>
          <p:nvPr/>
        </p:nvPicPr>
        <p:blipFill>
          <a:blip r:embed="rId3">
            <a:alphaModFix/>
          </a:blip>
          <a:stretch>
            <a:fillRect/>
          </a:stretch>
        </p:blipFill>
        <p:spPr>
          <a:xfrm>
            <a:off x="3100763" y="1107025"/>
            <a:ext cx="5685678" cy="3820975"/>
          </a:xfrm>
          <a:prstGeom prst="rect">
            <a:avLst/>
          </a:prstGeom>
          <a:noFill/>
          <a:ln>
            <a:noFill/>
          </a:ln>
        </p:spPr>
      </p:pic>
      <p:sp>
        <p:nvSpPr>
          <p:cNvPr id="1682" name="Google Shape;1682;p284"/>
          <p:cNvSpPr txBox="1"/>
          <p:nvPr/>
        </p:nvSpPr>
        <p:spPr>
          <a:xfrm>
            <a:off x="299775" y="1285875"/>
            <a:ext cx="2801100" cy="341629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dirty="0">
                <a:solidFill>
                  <a:schemeClr val="dk2"/>
                </a:solidFill>
              </a:rPr>
              <a:t>Black is the F </a:t>
            </a:r>
            <a:r>
              <a:rPr lang="en" sz="1600" dirty="0" err="1">
                <a:solidFill>
                  <a:schemeClr val="dk2"/>
                </a:solidFill>
              </a:rPr>
              <a:t>dist</a:t>
            </a:r>
            <a:r>
              <a:rPr lang="en" sz="1600" dirty="0">
                <a:solidFill>
                  <a:schemeClr val="dk2"/>
                </a:solidFill>
              </a:rPr>
              <a:t> under H_0</a:t>
            </a:r>
            <a:endParaRPr sz="1600" dirty="0">
              <a:solidFill>
                <a:schemeClr val="dk2"/>
              </a:solidFill>
            </a:endParaRPr>
          </a:p>
          <a:p>
            <a:pPr marL="0" lvl="0" indent="0" algn="l" rtl="0">
              <a:spcBef>
                <a:spcPts val="1000"/>
              </a:spcBef>
              <a:spcAft>
                <a:spcPts val="0"/>
              </a:spcAft>
              <a:buNone/>
            </a:pPr>
            <a:r>
              <a:rPr lang="en" sz="1600" dirty="0">
                <a:solidFill>
                  <a:schemeClr val="dk2"/>
                </a:solidFill>
              </a:rPr>
              <a:t>Gray shaded area is alpha (prob of type 1 error)</a:t>
            </a:r>
            <a:endParaRPr sz="1600" dirty="0">
              <a:solidFill>
                <a:schemeClr val="dk2"/>
              </a:solidFill>
            </a:endParaRPr>
          </a:p>
          <a:p>
            <a:pPr marL="0" lvl="0" indent="0" algn="l" rtl="0">
              <a:spcBef>
                <a:spcPts val="1000"/>
              </a:spcBef>
              <a:spcAft>
                <a:spcPts val="0"/>
              </a:spcAft>
              <a:buNone/>
            </a:pPr>
            <a:r>
              <a:rPr lang="en" sz="1600" dirty="0">
                <a:solidFill>
                  <a:schemeClr val="dk2"/>
                </a:solidFill>
              </a:rPr>
              <a:t>Red is the F </a:t>
            </a:r>
            <a:r>
              <a:rPr lang="en" sz="1600" dirty="0" err="1">
                <a:solidFill>
                  <a:schemeClr val="dk2"/>
                </a:solidFill>
              </a:rPr>
              <a:t>dist</a:t>
            </a:r>
            <a:r>
              <a:rPr lang="en" sz="1600" dirty="0">
                <a:solidFill>
                  <a:schemeClr val="dk2"/>
                </a:solidFill>
              </a:rPr>
              <a:t> under H_1</a:t>
            </a:r>
            <a:endParaRPr sz="1600" dirty="0">
              <a:solidFill>
                <a:schemeClr val="dk2"/>
              </a:solidFill>
            </a:endParaRPr>
          </a:p>
          <a:p>
            <a:pPr marL="0" lvl="0" indent="0" algn="l" rtl="0">
              <a:spcBef>
                <a:spcPts val="1000"/>
              </a:spcBef>
              <a:spcAft>
                <a:spcPts val="0"/>
              </a:spcAft>
              <a:buNone/>
            </a:pPr>
            <a:r>
              <a:rPr lang="en" sz="1600" dirty="0">
                <a:solidFill>
                  <a:schemeClr val="dk2"/>
                </a:solidFill>
              </a:rPr>
              <a:t>Prob of type 2 error is beta (power=1-beta; unshaded area under red curve)</a:t>
            </a:r>
            <a:endParaRPr sz="1600" dirty="0">
              <a:solidFill>
                <a:schemeClr val="dk2"/>
              </a:solidFill>
            </a:endParaRPr>
          </a:p>
          <a:p>
            <a:pPr marL="0" lvl="0" indent="0" algn="l" rtl="0">
              <a:spcBef>
                <a:spcPts val="1000"/>
              </a:spcBef>
              <a:spcAft>
                <a:spcPts val="0"/>
              </a:spcAft>
              <a:buNone/>
            </a:pPr>
            <a:r>
              <a:rPr lang="en" sz="1600" dirty="0">
                <a:solidFill>
                  <a:schemeClr val="dk2"/>
                </a:solidFill>
              </a:rPr>
              <a:t>Panels differ by sample size</a:t>
            </a:r>
            <a:endParaRPr sz="1600" dirty="0">
              <a:solidFill>
                <a:schemeClr val="dk2"/>
              </a:solidFill>
            </a:endParaRPr>
          </a:p>
          <a:p>
            <a:pPr marL="0" lvl="0" indent="0" algn="l" rtl="0">
              <a:spcBef>
                <a:spcPts val="1000"/>
              </a:spcBef>
              <a:spcAft>
                <a:spcPts val="1000"/>
              </a:spcAft>
              <a:buNone/>
            </a:pPr>
            <a:r>
              <a:rPr lang="en" sz="1600" dirty="0">
                <a:solidFill>
                  <a:schemeClr val="dk2"/>
                </a:solidFill>
              </a:rPr>
              <a:t>We often focus only on alpha</a:t>
            </a:r>
            <a:endParaRPr sz="1600" dirty="0">
              <a:solidFill>
                <a:schemeClr val="dk2"/>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679"/>
        <p:cNvGrpSpPr/>
        <p:nvPr/>
      </p:nvGrpSpPr>
      <p:grpSpPr>
        <a:xfrm>
          <a:off x="0" y="0"/>
          <a:ext cx="0" cy="0"/>
          <a:chOff x="0" y="0"/>
          <a:chExt cx="0" cy="0"/>
        </a:xfrm>
      </p:grpSpPr>
      <p:sp>
        <p:nvSpPr>
          <p:cNvPr id="1680" name="Google Shape;1680;p28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Sample size affects interpretation of evidence</a:t>
            </a:r>
            <a:endParaRPr dirty="0"/>
          </a:p>
        </p:txBody>
      </p:sp>
      <p:pic>
        <p:nvPicPr>
          <p:cNvPr id="1681" name="Google Shape;1681;p284"/>
          <p:cNvPicPr preferRelativeResize="0"/>
          <p:nvPr/>
        </p:nvPicPr>
        <p:blipFill>
          <a:blip r:embed="rId3">
            <a:alphaModFix/>
          </a:blip>
          <a:stretch>
            <a:fillRect/>
          </a:stretch>
        </p:blipFill>
        <p:spPr>
          <a:xfrm>
            <a:off x="3100763" y="1107025"/>
            <a:ext cx="5685678" cy="3820975"/>
          </a:xfrm>
          <a:prstGeom prst="rect">
            <a:avLst/>
          </a:prstGeom>
          <a:noFill/>
          <a:ln>
            <a:noFill/>
          </a:ln>
        </p:spPr>
      </p:pic>
      <p:sp>
        <p:nvSpPr>
          <p:cNvPr id="1682" name="Google Shape;1682;p284"/>
          <p:cNvSpPr txBox="1"/>
          <p:nvPr/>
        </p:nvSpPr>
        <p:spPr>
          <a:xfrm>
            <a:off x="299775" y="1285875"/>
            <a:ext cx="2801100" cy="387795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dirty="0">
                <a:solidFill>
                  <a:schemeClr val="dk2"/>
                </a:solidFill>
              </a:rPr>
              <a:t>When sample size is large, the prob of a type 2 error is small and type 1 error is higher in comparison</a:t>
            </a:r>
          </a:p>
          <a:p>
            <a:pPr marL="0" lvl="0" indent="0" algn="l" rtl="0">
              <a:spcBef>
                <a:spcPts val="0"/>
              </a:spcBef>
              <a:spcAft>
                <a:spcPts val="0"/>
              </a:spcAft>
              <a:buNone/>
            </a:pPr>
            <a:r>
              <a:rPr lang="en" sz="1600" dirty="0" err="1">
                <a:solidFill>
                  <a:schemeClr val="dk2"/>
                </a:solidFill>
              </a:rPr>
              <a:t>Pr</a:t>
            </a:r>
            <a:r>
              <a:rPr lang="en" sz="1600" dirty="0">
                <a:solidFill>
                  <a:schemeClr val="dk2"/>
                </a:solidFill>
              </a:rPr>
              <a:t>(F&gt;3|H_0)=0.01</a:t>
            </a:r>
          </a:p>
          <a:p>
            <a:pPr marL="0" lvl="0" indent="0" algn="l" rtl="0">
              <a:spcBef>
                <a:spcPts val="0"/>
              </a:spcBef>
              <a:spcAft>
                <a:spcPts val="0"/>
              </a:spcAft>
              <a:buNone/>
            </a:pPr>
            <a:r>
              <a:rPr lang="en" sz="1600" dirty="0" err="1">
                <a:solidFill>
                  <a:schemeClr val="dk2"/>
                </a:solidFill>
              </a:rPr>
              <a:t>Pr</a:t>
            </a:r>
            <a:r>
              <a:rPr lang="en" sz="1600" dirty="0">
                <a:solidFill>
                  <a:schemeClr val="dk2"/>
                </a:solidFill>
              </a:rPr>
              <a:t>(F&lt;3|H_1)=0.0001</a:t>
            </a:r>
          </a:p>
          <a:p>
            <a:pPr marL="0" lvl="0" indent="0" algn="l" rtl="0">
              <a:spcBef>
                <a:spcPts val="0"/>
              </a:spcBef>
              <a:spcAft>
                <a:spcPts val="0"/>
              </a:spcAft>
              <a:buNone/>
            </a:pPr>
            <a:endParaRPr lang="en" sz="1600" dirty="0">
              <a:solidFill>
                <a:schemeClr val="dk2"/>
              </a:solidFill>
            </a:endParaRPr>
          </a:p>
          <a:p>
            <a:pPr marL="0" lvl="0" indent="0" algn="l" rtl="0">
              <a:spcBef>
                <a:spcPts val="0"/>
              </a:spcBef>
              <a:spcAft>
                <a:spcPts val="0"/>
              </a:spcAft>
              <a:buNone/>
            </a:pPr>
            <a:r>
              <a:rPr lang="en" sz="1600" dirty="0" err="1">
                <a:solidFill>
                  <a:schemeClr val="dk2"/>
                </a:solidFill>
              </a:rPr>
              <a:t>Ftest</a:t>
            </a:r>
            <a:r>
              <a:rPr lang="en" sz="1600" dirty="0">
                <a:solidFill>
                  <a:schemeClr val="dk2"/>
                </a:solidFill>
              </a:rPr>
              <a:t> outcome is incompatible with H_0 with an odd of 0.01</a:t>
            </a:r>
          </a:p>
          <a:p>
            <a:pPr marL="0" lvl="0" indent="0" algn="l" rtl="0">
              <a:spcBef>
                <a:spcPts val="0"/>
              </a:spcBef>
              <a:spcAft>
                <a:spcPts val="0"/>
              </a:spcAft>
              <a:buNone/>
            </a:pPr>
            <a:endParaRPr lang="en" sz="1600" dirty="0">
              <a:solidFill>
                <a:schemeClr val="dk2"/>
              </a:solidFill>
            </a:endParaRPr>
          </a:p>
          <a:p>
            <a:r>
              <a:rPr lang="en" sz="1600" dirty="0" err="1">
                <a:solidFill>
                  <a:schemeClr val="dk2"/>
                </a:solidFill>
              </a:rPr>
              <a:t>Ftest</a:t>
            </a:r>
            <a:r>
              <a:rPr lang="en" sz="1600" dirty="0">
                <a:solidFill>
                  <a:schemeClr val="dk2"/>
                </a:solidFill>
              </a:rPr>
              <a:t> outcome is incompatible with H_1 with an odd of 0.0001</a:t>
            </a:r>
          </a:p>
          <a:p>
            <a:pPr marL="0" lvl="0" indent="0" algn="l" rtl="0">
              <a:spcBef>
                <a:spcPts val="0"/>
              </a:spcBef>
              <a:spcAft>
                <a:spcPts val="0"/>
              </a:spcAft>
              <a:buNone/>
            </a:pPr>
            <a:endParaRPr sz="1600" dirty="0">
              <a:solidFill>
                <a:schemeClr val="dk2"/>
              </a:solidFill>
            </a:endParaRPr>
          </a:p>
        </p:txBody>
      </p:sp>
    </p:spTree>
    <p:extLst>
      <p:ext uri="{BB962C8B-B14F-4D97-AF65-F5344CB8AC3E}">
        <p14:creationId xmlns:p14="http://schemas.microsoft.com/office/powerpoint/2010/main" val="137027725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686"/>
        <p:cNvGrpSpPr/>
        <p:nvPr/>
      </p:nvGrpSpPr>
      <p:grpSpPr>
        <a:xfrm>
          <a:off x="0" y="0"/>
          <a:ext cx="0" cy="0"/>
          <a:chOff x="0" y="0"/>
          <a:chExt cx="0" cy="0"/>
        </a:xfrm>
      </p:grpSpPr>
      <p:sp>
        <p:nvSpPr>
          <p:cNvPr id="1687" name="Google Shape;1687;p28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Pval can be misleading</a:t>
            </a:r>
            <a:endParaRPr/>
          </a:p>
        </p:txBody>
      </p:sp>
      <p:sp>
        <p:nvSpPr>
          <p:cNvPr id="1688" name="Google Shape;1688;p28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“The p-value measures how unlikely the observed statistic is if H0 were true. While the p-value can indicate how incompatible the data is with H0, it does not measure the probability that H0 is true”</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1693" name="Google Shape;1693;p28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More balanced look</a:t>
            </a:r>
            <a:endParaRPr/>
          </a:p>
        </p:txBody>
      </p:sp>
      <p:pic>
        <p:nvPicPr>
          <p:cNvPr id="1694" name="Google Shape;1694;p286"/>
          <p:cNvPicPr preferRelativeResize="0"/>
          <p:nvPr/>
        </p:nvPicPr>
        <p:blipFill>
          <a:blip r:embed="rId3">
            <a:alphaModFix/>
          </a:blip>
          <a:stretch>
            <a:fillRect/>
          </a:stretch>
        </p:blipFill>
        <p:spPr>
          <a:xfrm>
            <a:off x="3100763" y="954625"/>
            <a:ext cx="5685678" cy="3820975"/>
          </a:xfrm>
          <a:prstGeom prst="rect">
            <a:avLst/>
          </a:prstGeom>
          <a:noFill/>
          <a:ln>
            <a:noFill/>
          </a:ln>
        </p:spPr>
      </p:pic>
      <p:sp>
        <p:nvSpPr>
          <p:cNvPr id="1695" name="Google Shape;1695;p286"/>
          <p:cNvSpPr txBox="1"/>
          <p:nvPr/>
        </p:nvSpPr>
        <p:spPr>
          <a:xfrm>
            <a:off x="299775" y="1285875"/>
            <a:ext cx="2801100" cy="266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P-value if Pr(F&gt;3|H0)=0.01</a:t>
            </a:r>
            <a:endParaRPr sz="1600">
              <a:solidFill>
                <a:schemeClr val="dk2"/>
              </a:solidFill>
            </a:endParaRPr>
          </a:p>
          <a:p>
            <a:pPr marL="0" lvl="0" indent="0" algn="l" rtl="0">
              <a:spcBef>
                <a:spcPts val="1000"/>
              </a:spcBef>
              <a:spcAft>
                <a:spcPts val="0"/>
              </a:spcAft>
              <a:buNone/>
            </a:pPr>
            <a:r>
              <a:rPr lang="en" sz="1600">
                <a:solidFill>
                  <a:schemeClr val="dk2"/>
                </a:solidFill>
              </a:rPr>
              <a:t>Less than 0.05 so significant!</a:t>
            </a:r>
            <a:endParaRPr sz="1600">
              <a:solidFill>
                <a:schemeClr val="dk2"/>
              </a:solidFill>
            </a:endParaRPr>
          </a:p>
          <a:p>
            <a:pPr marL="0" lvl="0" indent="0" algn="l" rtl="0">
              <a:spcBef>
                <a:spcPts val="1000"/>
              </a:spcBef>
              <a:spcAft>
                <a:spcPts val="0"/>
              </a:spcAft>
              <a:buNone/>
            </a:pPr>
            <a:r>
              <a:rPr lang="en" sz="1600">
                <a:solidFill>
                  <a:schemeClr val="dk2"/>
                </a:solidFill>
              </a:rPr>
              <a:t>beta is Pr(F&lt;3|H1)=0.0001</a:t>
            </a:r>
            <a:endParaRPr sz="1600">
              <a:solidFill>
                <a:schemeClr val="dk2"/>
              </a:solidFill>
            </a:endParaRPr>
          </a:p>
          <a:p>
            <a:pPr marL="0" lvl="0" indent="0" algn="l" rtl="0">
              <a:spcBef>
                <a:spcPts val="1000"/>
              </a:spcBef>
              <a:spcAft>
                <a:spcPts val="0"/>
              </a:spcAft>
              <a:buNone/>
            </a:pPr>
            <a:r>
              <a:rPr lang="en" sz="1600">
                <a:solidFill>
                  <a:schemeClr val="dk2"/>
                </a:solidFill>
              </a:rPr>
              <a:t>Incompatible with H0 prob=0.01</a:t>
            </a:r>
            <a:endParaRPr sz="1600">
              <a:solidFill>
                <a:schemeClr val="dk2"/>
              </a:solidFill>
            </a:endParaRPr>
          </a:p>
          <a:p>
            <a:pPr marL="0" lvl="0" indent="0" algn="l" rtl="0">
              <a:spcBef>
                <a:spcPts val="1000"/>
              </a:spcBef>
              <a:spcAft>
                <a:spcPts val="1000"/>
              </a:spcAft>
              <a:buNone/>
            </a:pPr>
            <a:r>
              <a:rPr lang="en" sz="1600">
                <a:solidFill>
                  <a:schemeClr val="dk2"/>
                </a:solidFill>
              </a:rPr>
              <a:t>Incompatible with H1 prob=0.0001</a:t>
            </a:r>
            <a:endParaRPr sz="1600">
              <a:solidFill>
                <a:schemeClr val="dk2"/>
              </a:solidFill>
            </a:endParaRPr>
          </a:p>
        </p:txBody>
      </p:sp>
      <p:sp>
        <p:nvSpPr>
          <p:cNvPr id="1696" name="Google Shape;1696;p286"/>
          <p:cNvSpPr txBox="1"/>
          <p:nvPr/>
        </p:nvSpPr>
        <p:spPr>
          <a:xfrm>
            <a:off x="211225" y="4743300"/>
            <a:ext cx="7874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We should be concerned with the relative probabilities of the competing hypotheses</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700"/>
        <p:cNvGrpSpPr/>
        <p:nvPr/>
      </p:nvGrpSpPr>
      <p:grpSpPr>
        <a:xfrm>
          <a:off x="0" y="0"/>
          <a:ext cx="0" cy="0"/>
          <a:chOff x="0" y="0"/>
          <a:chExt cx="0" cy="0"/>
        </a:xfrm>
      </p:grpSpPr>
      <p:sp>
        <p:nvSpPr>
          <p:cNvPr id="1701" name="Google Shape;1701;p287"/>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Zero Probability Paradox and Large-Sample Problem</a:t>
            </a:r>
            <a:endParaRPr/>
          </a:p>
        </p:txBody>
      </p:sp>
      <p:sp>
        <p:nvSpPr>
          <p:cNvPr id="1702" name="Google Shape;1702;p28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H0 of beta=0 assumes exactly 0, which has prob of 0 even theoretically</a:t>
            </a:r>
            <a:endParaRPr/>
          </a:p>
          <a:p>
            <a:pPr marL="0" lvl="0" indent="0" algn="l" rtl="0">
              <a:spcBef>
                <a:spcPts val="1600"/>
              </a:spcBef>
              <a:spcAft>
                <a:spcPts val="0"/>
              </a:spcAft>
              <a:buNone/>
            </a:pPr>
            <a:r>
              <a:rPr lang="en"/>
              <a:t>One consequences is that large enough samples increase the probability of false positive (incorrectly reject the null hypothesis)</a:t>
            </a:r>
            <a:endParaRPr/>
          </a:p>
          <a:p>
            <a:pPr marL="0" lvl="0" indent="0" algn="l" rtl="0">
              <a:spcBef>
                <a:spcPts val="1600"/>
              </a:spcBef>
              <a:spcAft>
                <a:spcPts val="0"/>
              </a:spcAft>
              <a:buNone/>
            </a:pPr>
            <a:r>
              <a:rPr lang="en"/>
              <a:t>F stat is an increasing function of sample size</a:t>
            </a:r>
            <a:endParaRPr/>
          </a:p>
          <a:p>
            <a:pPr marL="0" lvl="0" indent="0" algn="l" rtl="0">
              <a:spcBef>
                <a:spcPts val="1600"/>
              </a:spcBef>
              <a:spcAft>
                <a:spcPts val="1600"/>
              </a:spcAft>
              <a:buNone/>
            </a:pPr>
            <a:r>
              <a:rPr lang="en"/>
              <a:t>Increased sample size increases chance of rejecting the null hypothesis</a:t>
            </a:r>
            <a:endParaRPr/>
          </a:p>
        </p:txBody>
      </p:sp>
      <p:pic>
        <p:nvPicPr>
          <p:cNvPr id="1703" name="Google Shape;1703;p287"/>
          <p:cNvPicPr preferRelativeResize="0"/>
          <p:nvPr/>
        </p:nvPicPr>
        <p:blipFill>
          <a:blip r:embed="rId3">
            <a:alphaModFix/>
          </a:blip>
          <a:stretch>
            <a:fillRect/>
          </a:stretch>
        </p:blipFill>
        <p:spPr>
          <a:xfrm>
            <a:off x="5546200" y="2269300"/>
            <a:ext cx="3106975" cy="695175"/>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707"/>
        <p:cNvGrpSpPr/>
        <p:nvPr/>
      </p:nvGrpSpPr>
      <p:grpSpPr>
        <a:xfrm>
          <a:off x="0" y="0"/>
          <a:ext cx="0" cy="0"/>
          <a:chOff x="0" y="0"/>
          <a:chExt cx="0" cy="0"/>
        </a:xfrm>
      </p:grpSpPr>
      <p:sp>
        <p:nvSpPr>
          <p:cNvPr id="1708" name="Google Shape;1708;p28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Statistical Toolbox</a:t>
            </a:r>
            <a:endParaRPr/>
          </a:p>
        </p:txBody>
      </p:sp>
      <p:pic>
        <p:nvPicPr>
          <p:cNvPr id="1709" name="Google Shape;1709;p288"/>
          <p:cNvPicPr preferRelativeResize="0"/>
          <p:nvPr/>
        </p:nvPicPr>
        <p:blipFill>
          <a:blip r:embed="rId3">
            <a:alphaModFix/>
          </a:blip>
          <a:stretch>
            <a:fillRect/>
          </a:stretch>
        </p:blipFill>
        <p:spPr>
          <a:xfrm>
            <a:off x="152400" y="1092000"/>
            <a:ext cx="8839200" cy="1203043"/>
          </a:xfrm>
          <a:prstGeom prst="rect">
            <a:avLst/>
          </a:prstGeom>
          <a:noFill/>
          <a:ln>
            <a:noFill/>
          </a:ln>
        </p:spPr>
      </p:pic>
      <p:sp>
        <p:nvSpPr>
          <p:cNvPr id="1710" name="Google Shape;1710;p288"/>
          <p:cNvSpPr txBox="1">
            <a:spLocks noGrp="1"/>
          </p:cNvSpPr>
          <p:nvPr>
            <p:ph type="body" idx="1"/>
          </p:nvPr>
        </p:nvSpPr>
        <p:spPr>
          <a:xfrm>
            <a:off x="311700" y="2247575"/>
            <a:ext cx="8520600" cy="2321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t>Bayes factor </a:t>
            </a:r>
            <a:endParaRPr/>
          </a:p>
          <a:p>
            <a:pPr marL="457200" lvl="0" indent="-342900" algn="l" rtl="0">
              <a:spcBef>
                <a:spcPts val="0"/>
              </a:spcBef>
              <a:spcAft>
                <a:spcPts val="0"/>
              </a:spcAft>
              <a:buSzPts val="1800"/>
              <a:buChar char="●"/>
            </a:pPr>
            <a:r>
              <a:rPr lang="en"/>
              <a:t>Prob H0 is true given the data</a:t>
            </a:r>
            <a:endParaRPr/>
          </a:p>
          <a:p>
            <a:pPr marL="457200" lvl="0" indent="-342900" algn="l" rtl="0">
              <a:spcBef>
                <a:spcPts val="0"/>
              </a:spcBef>
              <a:spcAft>
                <a:spcPts val="0"/>
              </a:spcAft>
              <a:buSzPts val="1800"/>
              <a:buChar char="●"/>
            </a:pPr>
            <a:r>
              <a:rPr lang="en"/>
              <a:t>Adaptive level of significance - decreasing function of sample size</a:t>
            </a:r>
            <a:endParaRPr/>
          </a:p>
          <a:p>
            <a:pPr marL="457200" lvl="0" indent="-342900" algn="l" rtl="0">
              <a:spcBef>
                <a:spcPts val="0"/>
              </a:spcBef>
              <a:spcAft>
                <a:spcPts val="0"/>
              </a:spcAft>
              <a:buSzPts val="1800"/>
              <a:buChar char="●"/>
            </a:pPr>
            <a:r>
              <a:rPr lang="en"/>
              <a:t>Optimal level of significance</a:t>
            </a:r>
            <a:endParaRPr/>
          </a:p>
          <a:p>
            <a:pPr marL="457200" lvl="0" indent="-342900" algn="l" rtl="0">
              <a:spcBef>
                <a:spcPts val="0"/>
              </a:spcBef>
              <a:spcAft>
                <a:spcPts val="0"/>
              </a:spcAft>
              <a:buSzPts val="1800"/>
              <a:buChar char="●"/>
            </a:pPr>
            <a:r>
              <a:rPr lang="en"/>
              <a:t>Equal prob test and sample size selection</a:t>
            </a:r>
            <a:endParaRPr/>
          </a:p>
          <a:p>
            <a:pPr marL="457200" lvl="0" indent="-342900" algn="l" rtl="0">
              <a:spcBef>
                <a:spcPts val="0"/>
              </a:spcBef>
              <a:spcAft>
                <a:spcPts val="0"/>
              </a:spcAft>
              <a:buSzPts val="1800"/>
              <a:buChar char="●"/>
            </a:pPr>
            <a:r>
              <a:rPr lang="en"/>
              <a:t>Cautionary analyses</a:t>
            </a:r>
            <a:endParaRPr/>
          </a:p>
          <a:p>
            <a:pPr marL="457200" lvl="0" indent="-342900" algn="l" rtl="0">
              <a:spcBef>
                <a:spcPts val="0"/>
              </a:spcBef>
              <a:spcAft>
                <a:spcPts val="0"/>
              </a:spcAft>
              <a:buSzPts val="1800"/>
              <a:buChar char="●"/>
            </a:pPr>
            <a:r>
              <a:rPr lang="en"/>
              <a:t>Equivalence testing</a:t>
            </a:r>
            <a:endParaRPr/>
          </a:p>
          <a:p>
            <a:pPr marL="0" lvl="0" indent="0" algn="l" rtl="0">
              <a:spcBef>
                <a:spcPts val="1600"/>
              </a:spcBef>
              <a:spcAft>
                <a:spcPts val="1600"/>
              </a:spcAft>
              <a:buNone/>
            </a:pPr>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714"/>
        <p:cNvGrpSpPr/>
        <p:nvPr/>
      </p:nvGrpSpPr>
      <p:grpSpPr>
        <a:xfrm>
          <a:off x="0" y="0"/>
          <a:ext cx="0" cy="0"/>
          <a:chOff x="0" y="0"/>
          <a:chExt cx="0" cy="0"/>
        </a:xfrm>
      </p:grpSpPr>
      <p:sp>
        <p:nvSpPr>
          <p:cNvPr id="1715" name="Google Shape;1715;p28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Bayes factor</a:t>
            </a:r>
            <a:endParaRPr/>
          </a:p>
        </p:txBody>
      </p:sp>
      <p:sp>
        <p:nvSpPr>
          <p:cNvPr id="1716" name="Google Shape;1716;p28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Bayes factor compares the compatibility of the data with H0 and H1</a:t>
            </a:r>
            <a:endParaRPr/>
          </a:p>
          <a:p>
            <a:pPr marL="0" lvl="0" indent="0" algn="l" rtl="0">
              <a:spcBef>
                <a:spcPts val="1600"/>
              </a:spcBef>
              <a:spcAft>
                <a:spcPts val="1600"/>
              </a:spcAft>
              <a:buNone/>
            </a:pPr>
            <a:r>
              <a:rPr lang="en"/>
              <a:t>The intuition is based on the slide with the two plots above</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720"/>
        <p:cNvGrpSpPr/>
        <p:nvPr/>
      </p:nvGrpSpPr>
      <p:grpSpPr>
        <a:xfrm>
          <a:off x="0" y="0"/>
          <a:ext cx="0" cy="0"/>
          <a:chOff x="0" y="0"/>
          <a:chExt cx="0" cy="0"/>
        </a:xfrm>
      </p:grpSpPr>
      <p:sp>
        <p:nvSpPr>
          <p:cNvPr id="1721" name="Google Shape;1721;p29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Prob H0 is true given the data</a:t>
            </a:r>
            <a:endParaRPr/>
          </a:p>
        </p:txBody>
      </p:sp>
      <p:sp>
        <p:nvSpPr>
          <p:cNvPr id="1722" name="Google Shape;1722;p29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P-val is Pr(D|H0) - prob of the sample/estimate given the null hypothesis is true</a:t>
            </a:r>
            <a:endParaRPr/>
          </a:p>
          <a:p>
            <a:pPr marL="0" lvl="0" indent="0" algn="l" rtl="0">
              <a:spcBef>
                <a:spcPts val="1600"/>
              </a:spcBef>
              <a:spcAft>
                <a:spcPts val="0"/>
              </a:spcAft>
              <a:buNone/>
            </a:pPr>
            <a:r>
              <a:rPr lang="en"/>
              <a:t>More informative to evaluate Pr(H0|D) and lays out formula on page 7</a:t>
            </a:r>
            <a:endParaRPr/>
          </a:p>
          <a:p>
            <a:pPr marL="0" lvl="0" indent="0" algn="l" rtl="0">
              <a:spcBef>
                <a:spcPts val="1600"/>
              </a:spcBef>
              <a:spcAft>
                <a:spcPts val="0"/>
              </a:spcAft>
              <a:buNone/>
            </a:pPr>
            <a:r>
              <a:rPr lang="en"/>
              <a:t>Desirable property: converges to 1 when H0 is true and 0 when H1 is true</a:t>
            </a:r>
            <a:endParaRPr/>
          </a:p>
          <a:p>
            <a:pPr marL="0" lvl="0" indent="0" algn="l" rtl="0">
              <a:spcBef>
                <a:spcPts val="1600"/>
              </a:spcBef>
              <a:spcAft>
                <a:spcPts val="1600"/>
              </a:spcAft>
              <a:buNone/>
            </a:pPr>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726"/>
        <p:cNvGrpSpPr/>
        <p:nvPr/>
      </p:nvGrpSpPr>
      <p:grpSpPr>
        <a:xfrm>
          <a:off x="0" y="0"/>
          <a:ext cx="0" cy="0"/>
          <a:chOff x="0" y="0"/>
          <a:chExt cx="0" cy="0"/>
        </a:xfrm>
      </p:grpSpPr>
      <p:sp>
        <p:nvSpPr>
          <p:cNvPr id="1727" name="Google Shape;1727;p29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Adaptive level of significance</a:t>
            </a:r>
            <a:endParaRPr/>
          </a:p>
        </p:txBody>
      </p:sp>
      <p:sp>
        <p:nvSpPr>
          <p:cNvPr id="1728" name="Google Shape;1728;p29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Because F stat is increasing in obs, make level of significance depend on n rather than choose fixed alpha</a:t>
            </a:r>
            <a:endParaRPr/>
          </a:p>
          <a:p>
            <a:pPr marL="0" lvl="0" indent="0" algn="l" rtl="0">
              <a:spcBef>
                <a:spcPts val="1600"/>
              </a:spcBef>
              <a:spcAft>
                <a:spcPts val="0"/>
              </a:spcAft>
              <a:buNone/>
            </a:pPr>
            <a:r>
              <a:rPr lang="en"/>
              <a:t>Makes level of significance decreasing function of sample size</a:t>
            </a:r>
            <a:endParaRPr/>
          </a:p>
          <a:p>
            <a:pPr marL="0" lvl="0" indent="0" algn="l" rtl="0">
              <a:spcBef>
                <a:spcPts val="1600"/>
              </a:spcBef>
              <a:spcAft>
                <a:spcPts val="1600"/>
              </a:spcAft>
              <a:buNone/>
            </a:pPr>
            <a:r>
              <a:rPr lang="en"/>
              <a:t>Formula on page 8</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732"/>
        <p:cNvGrpSpPr/>
        <p:nvPr/>
      </p:nvGrpSpPr>
      <p:grpSpPr>
        <a:xfrm>
          <a:off x="0" y="0"/>
          <a:ext cx="0" cy="0"/>
          <a:chOff x="0" y="0"/>
          <a:chExt cx="0" cy="0"/>
        </a:xfrm>
      </p:grpSpPr>
      <p:sp>
        <p:nvSpPr>
          <p:cNvPr id="1733" name="Google Shape;1733;p29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Optimal significance</a:t>
            </a:r>
            <a:endParaRPr/>
          </a:p>
        </p:txBody>
      </p:sp>
      <p:sp>
        <p:nvSpPr>
          <p:cNvPr id="1734" name="Google Shape;1734;p29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Expected loss</a:t>
            </a:r>
            <a:endParaRPr/>
          </a:p>
          <a:p>
            <a:pPr marL="0" lvl="0" indent="0" algn="l" rtl="0">
              <a:spcBef>
                <a:spcPts val="1600"/>
              </a:spcBef>
              <a:spcAft>
                <a:spcPts val="0"/>
              </a:spcAft>
              <a:buNone/>
            </a:pPr>
            <a:r>
              <a:rPr lang="en"/>
              <a:t>P=prior probability that H0 is true</a:t>
            </a:r>
            <a:endParaRPr/>
          </a:p>
          <a:p>
            <a:pPr marL="0" lvl="0" indent="0" algn="l" rtl="0">
              <a:spcBef>
                <a:spcPts val="1600"/>
              </a:spcBef>
              <a:spcAft>
                <a:spcPts val="0"/>
              </a:spcAft>
              <a:buNone/>
            </a:pPr>
            <a:r>
              <a:rPr lang="en"/>
              <a:t>k=L2/L1 where Li is the loss associated with type i error</a:t>
            </a:r>
            <a:endParaRPr/>
          </a:p>
          <a:p>
            <a:pPr marL="0" lvl="0" indent="0" algn="l" rtl="0">
              <a:spcBef>
                <a:spcPts val="1600"/>
              </a:spcBef>
              <a:spcAft>
                <a:spcPts val="1600"/>
              </a:spcAft>
              <a:buNone/>
            </a:pPr>
            <a:r>
              <a:rPr lang="en"/>
              <a:t>What are the consequences of the type 1 and 2 error: better to convict an innocent person or let a criminal free </a:t>
            </a:r>
            <a:endParaRPr/>
          </a:p>
        </p:txBody>
      </p:sp>
      <p:pic>
        <p:nvPicPr>
          <p:cNvPr id="1735" name="Google Shape;1735;p292"/>
          <p:cNvPicPr preferRelativeResize="0"/>
          <p:nvPr/>
        </p:nvPicPr>
        <p:blipFill>
          <a:blip r:embed="rId3">
            <a:alphaModFix/>
          </a:blip>
          <a:stretch>
            <a:fillRect/>
          </a:stretch>
        </p:blipFill>
        <p:spPr>
          <a:xfrm>
            <a:off x="3340225" y="1065550"/>
            <a:ext cx="3776725" cy="57270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739"/>
        <p:cNvGrpSpPr/>
        <p:nvPr/>
      </p:nvGrpSpPr>
      <p:grpSpPr>
        <a:xfrm>
          <a:off x="0" y="0"/>
          <a:ext cx="0" cy="0"/>
          <a:chOff x="0" y="0"/>
          <a:chExt cx="0" cy="0"/>
        </a:xfrm>
      </p:grpSpPr>
      <p:pic>
        <p:nvPicPr>
          <p:cNvPr id="1740" name="Google Shape;1740;p293"/>
          <p:cNvPicPr preferRelativeResize="0"/>
          <p:nvPr/>
        </p:nvPicPr>
        <p:blipFill>
          <a:blip r:embed="rId3">
            <a:alphaModFix/>
          </a:blip>
          <a:stretch>
            <a:fillRect/>
          </a:stretch>
        </p:blipFill>
        <p:spPr>
          <a:xfrm>
            <a:off x="2581525" y="152400"/>
            <a:ext cx="5616510" cy="4838701"/>
          </a:xfrm>
          <a:prstGeom prst="rect">
            <a:avLst/>
          </a:prstGeom>
          <a:noFill/>
          <a:ln>
            <a:noFill/>
          </a:ln>
        </p:spPr>
      </p:pic>
      <p:sp>
        <p:nvSpPr>
          <p:cNvPr id="1741" name="Google Shape;1741;p293"/>
          <p:cNvSpPr txBox="1"/>
          <p:nvPr/>
        </p:nvSpPr>
        <p:spPr>
          <a:xfrm>
            <a:off x="146950" y="475450"/>
            <a:ext cx="23427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Line of enlighten judgement</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745"/>
        <p:cNvGrpSpPr/>
        <p:nvPr/>
      </p:nvGrpSpPr>
      <p:grpSpPr>
        <a:xfrm>
          <a:off x="0" y="0"/>
          <a:ext cx="0" cy="0"/>
          <a:chOff x="0" y="0"/>
          <a:chExt cx="0" cy="0"/>
        </a:xfrm>
      </p:grpSpPr>
      <p:sp>
        <p:nvSpPr>
          <p:cNvPr id="1746" name="Google Shape;1746;p29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Equal probability test</a:t>
            </a:r>
            <a:endParaRPr/>
          </a:p>
        </p:txBody>
      </p:sp>
      <p:sp>
        <p:nvSpPr>
          <p:cNvPr id="1747" name="Google Shape;1747;p29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Balance prob of type 1 and 2 error</a:t>
            </a:r>
            <a:endParaRPr/>
          </a:p>
          <a:p>
            <a:pPr marL="0" lvl="0" indent="0" algn="l" rtl="0">
              <a:spcBef>
                <a:spcPts val="1600"/>
              </a:spcBef>
              <a:spcAft>
                <a:spcPts val="0"/>
              </a:spcAft>
              <a:buNone/>
            </a:pPr>
            <a:r>
              <a:rPr lang="en"/>
              <a:t>Choose alpha such that </a:t>
            </a: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r>
              <a:rPr lang="en"/>
              <a:t>This can also guide sample selection, T</a:t>
            </a:r>
            <a:endParaRPr/>
          </a:p>
          <a:p>
            <a:pPr marL="0" lvl="0" indent="0" algn="l" rtl="0">
              <a:spcBef>
                <a:spcPts val="1600"/>
              </a:spcBef>
              <a:spcAft>
                <a:spcPts val="1600"/>
              </a:spcAft>
              <a:buNone/>
            </a:pPr>
            <a:endParaRPr/>
          </a:p>
        </p:txBody>
      </p:sp>
      <p:pic>
        <p:nvPicPr>
          <p:cNvPr id="1748" name="Google Shape;1748;p294"/>
          <p:cNvPicPr preferRelativeResize="0"/>
          <p:nvPr/>
        </p:nvPicPr>
        <p:blipFill>
          <a:blip r:embed="rId3">
            <a:alphaModFix/>
          </a:blip>
          <a:stretch>
            <a:fillRect/>
          </a:stretch>
        </p:blipFill>
        <p:spPr>
          <a:xfrm>
            <a:off x="1313975" y="2258010"/>
            <a:ext cx="6516050" cy="627475"/>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752"/>
        <p:cNvGrpSpPr/>
        <p:nvPr/>
      </p:nvGrpSpPr>
      <p:grpSpPr>
        <a:xfrm>
          <a:off x="0" y="0"/>
          <a:ext cx="0" cy="0"/>
          <a:chOff x="0" y="0"/>
          <a:chExt cx="0" cy="0"/>
        </a:xfrm>
      </p:grpSpPr>
      <p:sp>
        <p:nvSpPr>
          <p:cNvPr id="1753" name="Google Shape;1753;p29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Equivalence testing</a:t>
            </a:r>
            <a:endParaRPr/>
          </a:p>
        </p:txBody>
      </p:sp>
      <p:sp>
        <p:nvSpPr>
          <p:cNvPr id="1754" name="Google Shape;1754;p29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Returning to the point-null problem, Kim advocates for constructing a null hypothesis over an interval</a:t>
            </a:r>
            <a:endParaRPr/>
          </a:p>
          <a:p>
            <a:pPr marL="0" lvl="0" indent="0" algn="l" rtl="0">
              <a:spcBef>
                <a:spcPts val="1600"/>
              </a:spcBef>
              <a:spcAft>
                <a:spcPts val="0"/>
              </a:spcAft>
              <a:buNone/>
            </a:pPr>
            <a:endParaRPr/>
          </a:p>
          <a:p>
            <a:pPr marL="0" lvl="0" indent="0" algn="l" rtl="0">
              <a:spcBef>
                <a:spcPts val="1600"/>
              </a:spcBef>
              <a:spcAft>
                <a:spcPts val="0"/>
              </a:spcAft>
              <a:buNone/>
            </a:pPr>
            <a:r>
              <a:rPr lang="en"/>
              <a:t>Upper and lower bounds should be determined based on economic reasoning</a:t>
            </a:r>
            <a:endParaRPr/>
          </a:p>
          <a:p>
            <a:pPr marL="0" lvl="0" indent="0" algn="l" rtl="0">
              <a:spcBef>
                <a:spcPts val="1600"/>
              </a:spcBef>
              <a:spcAft>
                <a:spcPts val="1600"/>
              </a:spcAft>
              <a:buNone/>
            </a:pPr>
            <a:r>
              <a:rPr lang="en"/>
              <a:t>Your statistical test corresponds directly with your theory</a:t>
            </a:r>
            <a:endParaRPr/>
          </a:p>
        </p:txBody>
      </p:sp>
      <p:pic>
        <p:nvPicPr>
          <p:cNvPr id="1755" name="Google Shape;1755;p295"/>
          <p:cNvPicPr preferRelativeResize="0"/>
          <p:nvPr/>
        </p:nvPicPr>
        <p:blipFill>
          <a:blip r:embed="rId3">
            <a:alphaModFix/>
          </a:blip>
          <a:stretch>
            <a:fillRect/>
          </a:stretch>
        </p:blipFill>
        <p:spPr>
          <a:xfrm>
            <a:off x="2509075" y="1927225"/>
            <a:ext cx="4125850" cy="50600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759"/>
        <p:cNvGrpSpPr/>
        <p:nvPr/>
      </p:nvGrpSpPr>
      <p:grpSpPr>
        <a:xfrm>
          <a:off x="0" y="0"/>
          <a:ext cx="0" cy="0"/>
          <a:chOff x="0" y="0"/>
          <a:chExt cx="0" cy="0"/>
        </a:xfrm>
      </p:grpSpPr>
      <p:sp>
        <p:nvSpPr>
          <p:cNvPr id="1760" name="Google Shape;1760;p29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Cautionary Analyses for Large Sample Bias</a:t>
            </a:r>
            <a:endParaRPr/>
          </a:p>
        </p:txBody>
      </p:sp>
      <p:sp>
        <p:nvSpPr>
          <p:cNvPr id="1761" name="Google Shape;1761;p29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Kaplan et al. (2014) note that, with a large data set, ‘investigators will surely have less intimate knowledge about the texture and often the quality of the many elements in their datasets’</a:t>
            </a:r>
            <a:endParaRPr/>
          </a:p>
          <a:p>
            <a:pPr marL="0" lvl="0" indent="0" algn="l" rtl="0">
              <a:spcBef>
                <a:spcPts val="1600"/>
              </a:spcBef>
              <a:spcAft>
                <a:spcPts val="0"/>
              </a:spcAft>
              <a:buNone/>
            </a:pPr>
            <a:r>
              <a:rPr lang="en"/>
              <a:t>As Kaplan et al. (2014) point out, when the sample size is small, the estimation bias may not show up strongly; but as the sample size grows, the estimation bias can be magnified.</a:t>
            </a:r>
            <a:endParaRPr/>
          </a:p>
          <a:p>
            <a:pPr marL="0" lvl="0" indent="0" algn="l" rtl="0">
              <a:spcBef>
                <a:spcPts val="1600"/>
              </a:spcBef>
              <a:spcAft>
                <a:spcPts val="1600"/>
              </a:spcAft>
              <a:buNone/>
            </a:pPr>
            <a:r>
              <a:rPr lang="en"/>
              <a:t>Understand the potential for large sample bias and the probability of false positive</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765"/>
        <p:cNvGrpSpPr/>
        <p:nvPr/>
      </p:nvGrpSpPr>
      <p:grpSpPr>
        <a:xfrm>
          <a:off x="0" y="0"/>
          <a:ext cx="0" cy="0"/>
          <a:chOff x="0" y="0"/>
          <a:chExt cx="0" cy="0"/>
        </a:xfrm>
      </p:grpSpPr>
      <p:sp>
        <p:nvSpPr>
          <p:cNvPr id="1766" name="Google Shape;1766;p29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Reporting Methods of Analysis</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770"/>
        <p:cNvGrpSpPr/>
        <p:nvPr/>
      </p:nvGrpSpPr>
      <p:grpSpPr>
        <a:xfrm>
          <a:off x="0" y="0"/>
          <a:ext cx="0" cy="0"/>
          <a:chOff x="0" y="0"/>
          <a:chExt cx="0" cy="0"/>
        </a:xfrm>
      </p:grpSpPr>
      <p:sp>
        <p:nvSpPr>
          <p:cNvPr id="1771" name="Google Shape;1771;p29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Overview</a:t>
            </a:r>
            <a:endParaRPr/>
          </a:p>
        </p:txBody>
      </p:sp>
      <p:sp>
        <p:nvSpPr>
          <p:cNvPr id="1772" name="Google Shape;1772;p29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goal is to document how you generate the evidence to support your argument - reproducible in principle</a:t>
            </a:r>
            <a:endParaRPr/>
          </a:p>
          <a:p>
            <a:pPr marL="0" lvl="0" indent="0" algn="l" rtl="0">
              <a:spcBef>
                <a:spcPts val="1600"/>
              </a:spcBef>
              <a:spcAft>
                <a:spcPts val="1600"/>
              </a:spcAft>
              <a:buNone/>
            </a:pPr>
            <a:r>
              <a:rPr lang="en"/>
              <a:t>Clear organization of analysis steps</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776"/>
        <p:cNvGrpSpPr/>
        <p:nvPr/>
      </p:nvGrpSpPr>
      <p:grpSpPr>
        <a:xfrm>
          <a:off x="0" y="0"/>
          <a:ext cx="0" cy="0"/>
          <a:chOff x="0" y="0"/>
          <a:chExt cx="0" cy="0"/>
        </a:xfrm>
      </p:grpSpPr>
      <p:sp>
        <p:nvSpPr>
          <p:cNvPr id="1777" name="Google Shape;1777;p29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Organization</a:t>
            </a:r>
            <a:endParaRPr/>
          </a:p>
        </p:txBody>
      </p:sp>
      <p:sp>
        <p:nvSpPr>
          <p:cNvPr id="1778" name="Google Shape;1778;p29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Data → Empirics: works for empirical papers that don’t have theoretical model; preview the model, detail the construction of your dataset, then specify model(s)</a:t>
            </a:r>
            <a:endParaRPr/>
          </a:p>
          <a:p>
            <a:pPr marL="0" lvl="0" indent="0" algn="l" rtl="0">
              <a:spcBef>
                <a:spcPts val="1600"/>
              </a:spcBef>
              <a:spcAft>
                <a:spcPts val="1600"/>
              </a:spcAft>
              <a:buNone/>
            </a:pPr>
            <a:r>
              <a:rPr lang="en"/>
              <a:t>Theory → Empirics → Data: works for papers where you derive model directly from theory (structural)</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782"/>
        <p:cNvGrpSpPr/>
        <p:nvPr/>
      </p:nvGrpSpPr>
      <p:grpSpPr>
        <a:xfrm>
          <a:off x="0" y="0"/>
          <a:ext cx="0" cy="0"/>
          <a:chOff x="0" y="0"/>
          <a:chExt cx="0" cy="0"/>
        </a:xfrm>
      </p:grpSpPr>
      <p:sp>
        <p:nvSpPr>
          <p:cNvPr id="1783" name="Google Shape;1783;p30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Contents</a:t>
            </a:r>
            <a:endParaRPr/>
          </a:p>
        </p:txBody>
      </p:sp>
      <p:sp>
        <p:nvSpPr>
          <p:cNvPr id="1784" name="Google Shape;1784;p30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model and any relation to predecessors </a:t>
            </a:r>
            <a:endParaRPr/>
          </a:p>
          <a:p>
            <a:pPr marL="0" lvl="0" indent="0" algn="l" rtl="0">
              <a:spcBef>
                <a:spcPts val="1600"/>
              </a:spcBef>
              <a:spcAft>
                <a:spcPts val="0"/>
              </a:spcAft>
              <a:buNone/>
            </a:pPr>
            <a:r>
              <a:rPr lang="en"/>
              <a:t>Included controls and why, FE</a:t>
            </a:r>
            <a:endParaRPr/>
          </a:p>
          <a:p>
            <a:pPr marL="0" lvl="0" indent="0" algn="l" rtl="0">
              <a:spcBef>
                <a:spcPts val="1600"/>
              </a:spcBef>
              <a:spcAft>
                <a:spcPts val="0"/>
              </a:spcAft>
              <a:buNone/>
            </a:pPr>
            <a:r>
              <a:rPr lang="en"/>
              <a:t>Introduce or recap identification strategy</a:t>
            </a:r>
            <a:endParaRPr/>
          </a:p>
          <a:p>
            <a:pPr marL="0" lvl="0" indent="0" algn="l" rtl="0">
              <a:spcBef>
                <a:spcPts val="1600"/>
              </a:spcBef>
              <a:spcAft>
                <a:spcPts val="1600"/>
              </a:spcAft>
              <a:buNone/>
            </a:pPr>
            <a:r>
              <a:rPr lang="en"/>
              <a:t>Issues with inference (se)</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788"/>
        <p:cNvGrpSpPr/>
        <p:nvPr/>
      </p:nvGrpSpPr>
      <p:grpSpPr>
        <a:xfrm>
          <a:off x="0" y="0"/>
          <a:ext cx="0" cy="0"/>
          <a:chOff x="0" y="0"/>
          <a:chExt cx="0" cy="0"/>
        </a:xfrm>
      </p:grpSpPr>
      <p:sp>
        <p:nvSpPr>
          <p:cNvPr id="1789" name="Google Shape;1789;p30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Recipe</a:t>
            </a:r>
            <a:endParaRPr/>
          </a:p>
        </p:txBody>
      </p:sp>
      <p:sp>
        <p:nvSpPr>
          <p:cNvPr id="1790" name="Google Shape;1790;p30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recipe is a good metaphor for this section.  </a:t>
            </a:r>
            <a:endParaRPr/>
          </a:p>
          <a:p>
            <a:pPr marL="0" lvl="0" indent="0" algn="l" rtl="0">
              <a:spcBef>
                <a:spcPts val="1600"/>
              </a:spcBef>
              <a:spcAft>
                <a:spcPts val="0"/>
              </a:spcAft>
              <a:buNone/>
            </a:pPr>
            <a:r>
              <a:rPr lang="en"/>
              <a:t>You are explaining the steps to arrive at your results</a:t>
            </a:r>
            <a:endParaRPr/>
          </a:p>
          <a:p>
            <a:pPr marL="0" lvl="0" indent="0" algn="l" rtl="0">
              <a:spcBef>
                <a:spcPts val="1600"/>
              </a:spcBef>
              <a:spcAft>
                <a:spcPts val="0"/>
              </a:spcAft>
              <a:buNone/>
            </a:pPr>
            <a:r>
              <a:rPr lang="en"/>
              <a:t>Reproducible code can serve as a technical supplement</a:t>
            </a:r>
            <a:endParaRPr/>
          </a:p>
          <a:p>
            <a:pPr marL="0" lvl="0" indent="0" algn="l" rtl="0">
              <a:spcBef>
                <a:spcPts val="1600"/>
              </a:spcBef>
              <a:spcAft>
                <a:spcPts val="1600"/>
              </a:spcAft>
              <a:buNone/>
            </a:pPr>
            <a:r>
              <a:rPr lang="en"/>
              <a:t>I would like you to emphasize this section in your proposals</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794"/>
        <p:cNvGrpSpPr/>
        <p:nvPr/>
      </p:nvGrpSpPr>
      <p:grpSpPr>
        <a:xfrm>
          <a:off x="0" y="0"/>
          <a:ext cx="0" cy="0"/>
          <a:chOff x="0" y="0"/>
          <a:chExt cx="0" cy="0"/>
        </a:xfrm>
      </p:grpSpPr>
      <p:sp>
        <p:nvSpPr>
          <p:cNvPr id="1795" name="Google Shape;1795;p30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Summary: Methods of Analysis </a:t>
            </a:r>
            <a:endParaRPr/>
          </a:p>
        </p:txBody>
      </p:sp>
      <p:sp>
        <p:nvSpPr>
          <p:cNvPr id="1796" name="Google Shape;1796;p30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Structural vs reduced form</a:t>
            </a:r>
            <a:endParaRPr/>
          </a:p>
          <a:p>
            <a:pPr marL="0" lvl="0" indent="0" algn="l" rtl="0">
              <a:spcBef>
                <a:spcPts val="1600"/>
              </a:spcBef>
              <a:spcAft>
                <a:spcPts val="0"/>
              </a:spcAft>
              <a:buNone/>
            </a:pPr>
            <a:r>
              <a:rPr lang="en"/>
              <a:t>Identification (mostly in reduced form) trying to recover the experimental ideal</a:t>
            </a:r>
            <a:endParaRPr/>
          </a:p>
          <a:p>
            <a:pPr marL="0" lvl="0" indent="0" algn="l" rtl="0">
              <a:spcBef>
                <a:spcPts val="1600"/>
              </a:spcBef>
              <a:spcAft>
                <a:spcPts val="0"/>
              </a:spcAft>
              <a:buNone/>
            </a:pPr>
            <a:r>
              <a:rPr lang="en"/>
              <a:t>Experimental methods</a:t>
            </a:r>
            <a:endParaRPr/>
          </a:p>
          <a:p>
            <a:pPr marL="0" lvl="0" indent="0" algn="l" rtl="0">
              <a:spcBef>
                <a:spcPts val="1600"/>
              </a:spcBef>
              <a:spcAft>
                <a:spcPts val="0"/>
              </a:spcAft>
              <a:buNone/>
            </a:pPr>
            <a:r>
              <a:rPr lang="en"/>
              <a:t>Qualitative methods</a:t>
            </a:r>
            <a:endParaRPr/>
          </a:p>
          <a:p>
            <a:pPr marL="0" lvl="0" indent="0" algn="l" rtl="0">
              <a:spcBef>
                <a:spcPts val="1600"/>
              </a:spcBef>
              <a:spcAft>
                <a:spcPts val="0"/>
              </a:spcAft>
              <a:buNone/>
            </a:pPr>
            <a:r>
              <a:rPr lang="en"/>
              <a:t>Understand the data and make sure you are estimating the right thing</a:t>
            </a:r>
            <a:endParaRPr/>
          </a:p>
          <a:p>
            <a:pPr marL="0" lvl="0" indent="0" algn="l" rtl="0">
              <a:spcBef>
                <a:spcPts val="1600"/>
              </a:spcBef>
              <a:spcAft>
                <a:spcPts val="1600"/>
              </a:spcAft>
              <a:buNone/>
            </a:pPr>
            <a:r>
              <a:rPr lang="en"/>
              <a:t>Think beyond the p-value; employ a broader statistical toolbox</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48871</TotalTime>
  <Words>4574</Words>
  <Application>Microsoft Office PowerPoint</Application>
  <PresentationFormat>On-screen Show (16:9)</PresentationFormat>
  <Paragraphs>431</Paragraphs>
  <Slides>90</Slides>
  <Notes>87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90</vt:i4>
      </vt:variant>
    </vt:vector>
  </HeadingPairs>
  <TitlesOfParts>
    <vt:vector size="93" baseType="lpstr">
      <vt:lpstr>Arial</vt:lpstr>
      <vt:lpstr>Calibri</vt:lpstr>
      <vt:lpstr>Simple Light</vt:lpstr>
      <vt:lpstr>AREC 570 Slides</vt:lpstr>
      <vt:lpstr>Unit 6 Methods of Analysis</vt:lpstr>
      <vt:lpstr>Reduced-form vs structural Timmins &amp; Schlenker</vt:lpstr>
      <vt:lpstr>Overview</vt:lpstr>
      <vt:lpstr>What is structural modeling?</vt:lpstr>
      <vt:lpstr>Why structural?</vt:lpstr>
      <vt:lpstr>Example of structural</vt:lpstr>
      <vt:lpstr>Structural modeling</vt:lpstr>
      <vt:lpstr>What is reduced-form modeling?</vt:lpstr>
      <vt:lpstr>Avoiding potential correlation with omitted vars</vt:lpstr>
      <vt:lpstr>Structural: "causal arguments based on significance test and regression are almost necessarily circular. To derive a regression model we need an elaborate theory that specifies the variables in the system, their causal interconnections, the functional form of the relationships, and the statistical properties of the error terms - independence, exogeneity, etc." (Freedman 1991, p. 292)  Reduced-form: “Take the model as a black box and test it against empirical reality. Does the model predict new phenomena? Does it predict the results of interventions? Are the predictions right?" (p. 293)  Are reliable predictions feasible with as few assumptions and structural feedback mechanisms as possible? </vt:lpstr>
      <vt:lpstr>Example of reduced-form</vt:lpstr>
      <vt:lpstr>PowerPoint Presentation</vt:lpstr>
      <vt:lpstr>Reduced-form modeling</vt:lpstr>
      <vt:lpstr>Summary</vt:lpstr>
      <vt:lpstr>Angrist - Mostly Harmless</vt:lpstr>
      <vt:lpstr>Agenda</vt:lpstr>
      <vt:lpstr>Motivation</vt:lpstr>
      <vt:lpstr>Causal relationships</vt:lpstr>
      <vt:lpstr>Ideal experiment</vt:lpstr>
      <vt:lpstr>ID strategy</vt:lpstr>
      <vt:lpstr>Mode of statistical inference</vt:lpstr>
      <vt:lpstr>Selection and the experimental ideal</vt:lpstr>
      <vt:lpstr>Random assignment </vt:lpstr>
      <vt:lpstr>Selection in regression</vt:lpstr>
      <vt:lpstr>PowerPoint Presentation</vt:lpstr>
      <vt:lpstr>Omitted variables bias</vt:lpstr>
      <vt:lpstr>Apply the FAQs to your question</vt:lpstr>
      <vt:lpstr>State of Applied Metrics Athey &amp; Imbens</vt:lpstr>
      <vt:lpstr>Overview</vt:lpstr>
      <vt:lpstr>Causal inference</vt:lpstr>
      <vt:lpstr>Estimator vs Estimand vs Estimate</vt:lpstr>
      <vt:lpstr>Regression Discontinuity Design</vt:lpstr>
      <vt:lpstr>The effect of summer school</vt:lpstr>
      <vt:lpstr>Difference in differences</vt:lpstr>
      <vt:lpstr>Synthetic Control Method</vt:lpstr>
      <vt:lpstr>Supplementary analyses</vt:lpstr>
      <vt:lpstr>Placebo tests</vt:lpstr>
      <vt:lpstr>Robustness and Sensitivity</vt:lpstr>
      <vt:lpstr>Machine learning and econometrics</vt:lpstr>
      <vt:lpstr>Important distinctions</vt:lpstr>
      <vt:lpstr>Penalized regression - LASSO</vt:lpstr>
      <vt:lpstr>Regression trees and random forests</vt:lpstr>
      <vt:lpstr>ML and causal inference</vt:lpstr>
      <vt:lpstr>Summary</vt:lpstr>
      <vt:lpstr>Qualitative Methods</vt:lpstr>
      <vt:lpstr>Overview</vt:lpstr>
      <vt:lpstr>What are qualitative methods?</vt:lpstr>
      <vt:lpstr>Distinguishing qual and quant methods</vt:lpstr>
      <vt:lpstr>Distinguishing qual and quant methods</vt:lpstr>
      <vt:lpstr>Contrasting methods</vt:lpstr>
      <vt:lpstr>Types of qual methods</vt:lpstr>
      <vt:lpstr>Types of qual methods</vt:lpstr>
      <vt:lpstr>Bewley 1999 and Blinder 1998</vt:lpstr>
      <vt:lpstr>Concerns</vt:lpstr>
      <vt:lpstr>Mitigating perspectives of researcher</vt:lpstr>
      <vt:lpstr>Skeptical of people’s responses</vt:lpstr>
      <vt:lpstr>Fine for description but not explanation</vt:lpstr>
      <vt:lpstr>Comment on ethics</vt:lpstr>
      <vt:lpstr>Exercise</vt:lpstr>
      <vt:lpstr>Gibson - Estimating the Right Thing</vt:lpstr>
      <vt:lpstr>Motivation</vt:lpstr>
      <vt:lpstr>Criticisms of Credibility Revolution</vt:lpstr>
      <vt:lpstr>Unnecessarily restricting data</vt:lpstr>
      <vt:lpstr>Quantity vs quality</vt:lpstr>
      <vt:lpstr>Spatial spillovers</vt:lpstr>
      <vt:lpstr>PowerPoint Presentation</vt:lpstr>
      <vt:lpstr>Kim - False Positives</vt:lpstr>
      <vt:lpstr>Motivation</vt:lpstr>
      <vt:lpstr>Type I and II error</vt:lpstr>
      <vt:lpstr>Sample size affects interpretation of evidence</vt:lpstr>
      <vt:lpstr>Sample size affects interpretation of evidence</vt:lpstr>
      <vt:lpstr>Pval can be misleading</vt:lpstr>
      <vt:lpstr>More balanced look</vt:lpstr>
      <vt:lpstr>Zero Probability Paradox and Large-Sample Problem</vt:lpstr>
      <vt:lpstr>A Statistical Toolbox</vt:lpstr>
      <vt:lpstr>Bayes factor</vt:lpstr>
      <vt:lpstr>Prob H0 is true given the data</vt:lpstr>
      <vt:lpstr>Adaptive level of significance</vt:lpstr>
      <vt:lpstr>Optimal significance</vt:lpstr>
      <vt:lpstr>PowerPoint Presentation</vt:lpstr>
      <vt:lpstr>Equal probability test</vt:lpstr>
      <vt:lpstr>Equivalence testing</vt:lpstr>
      <vt:lpstr>Cautionary Analyses for Large Sample Bias</vt:lpstr>
      <vt:lpstr>Reporting Methods of Analysis</vt:lpstr>
      <vt:lpstr>Overview</vt:lpstr>
      <vt:lpstr>Organization</vt:lpstr>
      <vt:lpstr>Contents</vt:lpstr>
      <vt:lpstr>Recipe</vt:lpstr>
      <vt:lpstr>Summary: Methods of Analysis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AREC 570 Slides</dc:title>
  <cp:lastModifiedBy>Amanda Countryman</cp:lastModifiedBy>
  <cp:revision>262</cp:revision>
  <dcterms:modified xsi:type="dcterms:W3CDTF">2026-08-25T01:55:32Z</dcterms:modified>
</cp:coreProperties>
</file>