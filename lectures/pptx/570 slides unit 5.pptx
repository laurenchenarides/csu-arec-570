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5"/>
  </p:notesMasterIdLst>
  <p:sldIdLst>
    <p:sldId id="256" r:id="rId2"/>
    <p:sldId id="458" r:id="rId3"/>
    <p:sldId id="459" r:id="rId4"/>
    <p:sldId id="460" r:id="rId5"/>
    <p:sldId id="461" r:id="rId6"/>
    <p:sldId id="462" r:id="rId7"/>
    <p:sldId id="463" r:id="rId8"/>
    <p:sldId id="466" r:id="rId9"/>
    <p:sldId id="464" r:id="rId10"/>
    <p:sldId id="465" r:id="rId11"/>
    <p:sldId id="646" r:id="rId12"/>
    <p:sldId id="647" r:id="rId13"/>
    <p:sldId id="648" r:id="rId14"/>
    <p:sldId id="649" r:id="rId15"/>
    <p:sldId id="650" r:id="rId16"/>
    <p:sldId id="651" r:id="rId17"/>
    <p:sldId id="652" r:id="rId18"/>
    <p:sldId id="653" r:id="rId19"/>
    <p:sldId id="654" r:id="rId20"/>
    <p:sldId id="640" r:id="rId21"/>
    <p:sldId id="641" r:id="rId22"/>
    <p:sldId id="642" r:id="rId23"/>
    <p:sldId id="643" r:id="rId24"/>
    <p:sldId id="645" r:id="rId25"/>
    <p:sldId id="644" r:id="rId26"/>
    <p:sldId id="625" r:id="rId27"/>
    <p:sldId id="626" r:id="rId28"/>
    <p:sldId id="627" r:id="rId29"/>
    <p:sldId id="628" r:id="rId30"/>
    <p:sldId id="629" r:id="rId31"/>
    <p:sldId id="630" r:id="rId32"/>
    <p:sldId id="631" r:id="rId33"/>
    <p:sldId id="632" r:id="rId3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914263-E9C5-46C8-9AAA-96102F47AFED}">
  <a:tblStyle styleId="{C3914263-E9C5-46C8-9AAA-96102F47AFED}"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056"/>
    <p:restoredTop sz="81741"/>
  </p:normalViewPr>
  <p:slideViewPr>
    <p:cSldViewPr snapToGrid="0">
      <p:cViewPr varScale="1">
        <p:scale>
          <a:sx n="132" d="100"/>
          <a:sy n="132" d="100"/>
        </p:scale>
        <p:origin x="582"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Chenarides" userId="adbf3f91-28ff-415d-924b-37ef86f41ea6" providerId="ADAL" clId="{91C6A867-4822-4C05-B79B-B921162A7D31}"/>
    <pc:docChg chg="addSld delSld modSld sldOrd">
      <pc:chgData name="Lauren Chenarides" userId="adbf3f91-28ff-415d-924b-37ef86f41ea6" providerId="ADAL" clId="{91C6A867-4822-4C05-B79B-B921162A7D31}" dt="2026-08-14T18:32:24.462" v="122"/>
      <pc:docMkLst>
        <pc:docMk/>
      </pc:docMkLst>
      <pc:sldChg chg="modSp mod setBg">
        <pc:chgData name="Lauren Chenarides" userId="adbf3f91-28ff-415d-924b-37ef86f41ea6" providerId="ADAL" clId="{91C6A867-4822-4C05-B79B-B921162A7D31}" dt="2026-08-14T18:28:50.755" v="67"/>
        <pc:sldMkLst>
          <pc:docMk/>
          <pc:sldMk cId="0" sldId="458"/>
        </pc:sldMkLst>
        <pc:spChg chg="mod">
          <ac:chgData name="Lauren Chenarides" userId="adbf3f91-28ff-415d-924b-37ef86f41ea6" providerId="ADAL" clId="{91C6A867-4822-4C05-B79B-B921162A7D31}" dt="2026-08-14T18:28:47.733" v="66" actId="20577"/>
          <ac:spMkLst>
            <pc:docMk/>
            <pc:sldMk cId="0" sldId="458"/>
            <ac:spMk id="1253" creationId="{00000000-0000-0000-0000-000000000000}"/>
          </ac:spMkLst>
        </pc:spChg>
      </pc:sldChg>
      <pc:sldChg chg="modSp mod setBg">
        <pc:chgData name="Lauren Chenarides" userId="adbf3f91-28ff-415d-924b-37ef86f41ea6" providerId="ADAL" clId="{91C6A867-4822-4C05-B79B-B921162A7D31}" dt="2026-08-14T18:29:23.641" v="95"/>
        <pc:sldMkLst>
          <pc:docMk/>
          <pc:sldMk cId="0" sldId="467"/>
        </pc:sldMkLst>
        <pc:spChg chg="mod">
          <ac:chgData name="Lauren Chenarides" userId="adbf3f91-28ff-415d-924b-37ef86f41ea6" providerId="ADAL" clId="{91C6A867-4822-4C05-B79B-B921162A7D31}" dt="2026-08-14T18:29:20.063" v="94" actId="20577"/>
          <ac:spMkLst>
            <pc:docMk/>
            <pc:sldMk cId="0" sldId="467"/>
            <ac:spMk id="1307" creationId="{00000000-0000-0000-0000-000000000000}"/>
          </ac:spMkLst>
        </pc:spChg>
      </pc:sldChg>
      <pc:sldChg chg="modSp mod ord setBg">
        <pc:chgData name="Lauren Chenarides" userId="adbf3f91-28ff-415d-924b-37ef86f41ea6" providerId="ADAL" clId="{91C6A867-4822-4C05-B79B-B921162A7D31}" dt="2026-08-14T18:30:18.561" v="113" actId="20577"/>
        <pc:sldMkLst>
          <pc:docMk/>
          <pc:sldMk cId="0" sldId="546"/>
        </pc:sldMkLst>
        <pc:spChg chg="mod">
          <ac:chgData name="Lauren Chenarides" userId="adbf3f91-28ff-415d-924b-37ef86f41ea6" providerId="ADAL" clId="{91C6A867-4822-4C05-B79B-B921162A7D31}" dt="2026-08-14T18:30:18.561" v="113" actId="20577"/>
          <ac:spMkLst>
            <pc:docMk/>
            <pc:sldMk cId="0" sldId="546"/>
            <ac:spMk id="1801" creationId="{00000000-0000-0000-0000-000000000000}"/>
          </ac:spMkLst>
        </pc:spChg>
      </pc:sldChg>
      <pc:sldChg chg="ord">
        <pc:chgData name="Lauren Chenarides" userId="adbf3f91-28ff-415d-924b-37ef86f41ea6" providerId="ADAL" clId="{91C6A867-4822-4C05-B79B-B921162A7D31}" dt="2026-08-14T18:29:54.324" v="97"/>
        <pc:sldMkLst>
          <pc:docMk/>
          <pc:sldMk cId="0" sldId="547"/>
        </pc:sldMkLst>
      </pc:sldChg>
      <pc:sldChg chg="ord">
        <pc:chgData name="Lauren Chenarides" userId="adbf3f91-28ff-415d-924b-37ef86f41ea6" providerId="ADAL" clId="{91C6A867-4822-4C05-B79B-B921162A7D31}" dt="2026-08-14T18:29:54.324" v="97"/>
        <pc:sldMkLst>
          <pc:docMk/>
          <pc:sldMk cId="0" sldId="548"/>
        </pc:sldMkLst>
      </pc:sldChg>
      <pc:sldChg chg="ord">
        <pc:chgData name="Lauren Chenarides" userId="adbf3f91-28ff-415d-924b-37ef86f41ea6" providerId="ADAL" clId="{91C6A867-4822-4C05-B79B-B921162A7D31}" dt="2026-08-14T18:29:54.324" v="97"/>
        <pc:sldMkLst>
          <pc:docMk/>
          <pc:sldMk cId="0" sldId="549"/>
        </pc:sldMkLst>
      </pc:sldChg>
      <pc:sldChg chg="ord">
        <pc:chgData name="Lauren Chenarides" userId="adbf3f91-28ff-415d-924b-37ef86f41ea6" providerId="ADAL" clId="{91C6A867-4822-4C05-B79B-B921162A7D31}" dt="2026-08-14T18:29:54.324" v="97"/>
        <pc:sldMkLst>
          <pc:docMk/>
          <pc:sldMk cId="0" sldId="550"/>
        </pc:sldMkLst>
      </pc:sldChg>
      <pc:sldChg chg="ord">
        <pc:chgData name="Lauren Chenarides" userId="adbf3f91-28ff-415d-924b-37ef86f41ea6" providerId="ADAL" clId="{91C6A867-4822-4C05-B79B-B921162A7D31}" dt="2026-08-14T18:29:54.324" v="97"/>
        <pc:sldMkLst>
          <pc:docMk/>
          <pc:sldMk cId="0" sldId="551"/>
        </pc:sldMkLst>
      </pc:sldChg>
      <pc:sldChg chg="ord">
        <pc:chgData name="Lauren Chenarides" userId="adbf3f91-28ff-415d-924b-37ef86f41ea6" providerId="ADAL" clId="{91C6A867-4822-4C05-B79B-B921162A7D31}" dt="2026-08-14T18:29:54.324" v="97"/>
        <pc:sldMkLst>
          <pc:docMk/>
          <pc:sldMk cId="0" sldId="552"/>
        </pc:sldMkLst>
      </pc:sldChg>
      <pc:sldChg chg="ord">
        <pc:chgData name="Lauren Chenarides" userId="adbf3f91-28ff-415d-924b-37ef86f41ea6" providerId="ADAL" clId="{91C6A867-4822-4C05-B79B-B921162A7D31}" dt="2026-08-14T18:29:54.324" v="97"/>
        <pc:sldMkLst>
          <pc:docMk/>
          <pc:sldMk cId="0" sldId="553"/>
        </pc:sldMkLst>
      </pc:sldChg>
      <pc:sldChg chg="ord">
        <pc:chgData name="Lauren Chenarides" userId="adbf3f91-28ff-415d-924b-37ef86f41ea6" providerId="ADAL" clId="{91C6A867-4822-4C05-B79B-B921162A7D31}" dt="2026-08-14T18:29:54.324" v="97"/>
        <pc:sldMkLst>
          <pc:docMk/>
          <pc:sldMk cId="0" sldId="554"/>
        </pc:sldMkLst>
      </pc:sldChg>
      <pc:sldChg chg="ord">
        <pc:chgData name="Lauren Chenarides" userId="adbf3f91-28ff-415d-924b-37ef86f41ea6" providerId="ADAL" clId="{91C6A867-4822-4C05-B79B-B921162A7D31}" dt="2026-08-14T18:29:54.324" v="97"/>
        <pc:sldMkLst>
          <pc:docMk/>
          <pc:sldMk cId="0" sldId="555"/>
        </pc:sldMkLst>
      </pc:sldChg>
      <pc:sldChg chg="modSp mod setBg">
        <pc:chgData name="Lauren Chenarides" userId="adbf3f91-28ff-415d-924b-37ef86f41ea6" providerId="ADAL" clId="{91C6A867-4822-4C05-B79B-B921162A7D31}" dt="2026-08-14T18:30:05.067" v="105"/>
        <pc:sldMkLst>
          <pc:docMk/>
          <pc:sldMk cId="0" sldId="556"/>
        </pc:sldMkLst>
        <pc:spChg chg="mod">
          <ac:chgData name="Lauren Chenarides" userId="adbf3f91-28ff-415d-924b-37ef86f41ea6" providerId="ADAL" clId="{91C6A867-4822-4C05-B79B-B921162A7D31}" dt="2026-08-14T18:30:02.035" v="104" actId="20577"/>
          <ac:spMkLst>
            <pc:docMk/>
            <pc:sldMk cId="0" sldId="556"/>
            <ac:spMk id="1860" creationId="{00000000-0000-0000-0000-000000000000}"/>
          </ac:spMkLst>
        </pc:spChg>
      </pc:sldChg>
      <pc:sldChg chg="modSp mod setBg">
        <pc:chgData name="Lauren Chenarides" userId="adbf3f91-28ff-415d-924b-37ef86f41ea6" providerId="ADAL" clId="{91C6A867-4822-4C05-B79B-B921162A7D31}" dt="2026-08-14T18:30:39.278" v="121"/>
        <pc:sldMkLst>
          <pc:docMk/>
          <pc:sldMk cId="0" sldId="574"/>
        </pc:sldMkLst>
        <pc:spChg chg="mod">
          <ac:chgData name="Lauren Chenarides" userId="adbf3f91-28ff-415d-924b-37ef86f41ea6" providerId="ADAL" clId="{91C6A867-4822-4C05-B79B-B921162A7D31}" dt="2026-08-14T18:30:35.930" v="120" actId="20577"/>
          <ac:spMkLst>
            <pc:docMk/>
            <pc:sldMk cId="0" sldId="574"/>
            <ac:spMk id="1966" creationId="{00000000-0000-0000-0000-000000000000}"/>
          </ac:spMkLst>
        </pc:spChg>
      </pc:sldChg>
      <pc:sldChg chg="setBg">
        <pc:chgData name="Lauren Chenarides" userId="adbf3f91-28ff-415d-924b-37ef86f41ea6" providerId="ADAL" clId="{91C6A867-4822-4C05-B79B-B921162A7D31}" dt="2026-08-14T18:32:24.462" v="122"/>
        <pc:sldMkLst>
          <pc:docMk/>
          <pc:sldMk cId="0" sldId="587"/>
        </pc:sldMkLst>
      </pc:sldChg>
      <pc:sldChg chg="add">
        <pc:chgData name="Lauren Chenarides" userId="adbf3f91-28ff-415d-924b-37ef86f41ea6" providerId="ADAL" clId="{91C6A867-4822-4C05-B79B-B921162A7D31}" dt="2026-08-14T18:29:12.982" v="68" actId="2890"/>
        <pc:sldMkLst>
          <pc:docMk/>
          <pc:sldMk cId="189957461" sldId="681"/>
        </pc:sldMkLst>
      </pc:sldChg>
    </pc:docChg>
  </pc:docChgLst>
  <pc:docChgLst>
    <pc:chgData name="Amanda Countryman" userId="0be1c61d-c610-49a2-ae7e-a4e60bd07712" providerId="ADAL" clId="{00873937-8841-4394-9081-668AB0E0F950}"/>
    <pc:docChg chg="delSld">
      <pc:chgData name="Amanda Countryman" userId="0be1c61d-c610-49a2-ae7e-a4e60bd07712" providerId="ADAL" clId="{00873937-8841-4394-9081-668AB0E0F950}" dt="2026-08-25T01:53:56.003" v="1" actId="47"/>
      <pc:docMkLst>
        <pc:docMk/>
      </pc:docMkLst>
      <pc:sldChg chg="del">
        <pc:chgData name="Amanda Countryman" userId="0be1c61d-c610-49a2-ae7e-a4e60bd07712" providerId="ADAL" clId="{00873937-8841-4394-9081-668AB0E0F950}" dt="2026-08-25T01:53:43.320" v="0" actId="47"/>
        <pc:sldMkLst>
          <pc:docMk/>
          <pc:sldMk cId="0" sldId="257"/>
        </pc:sldMkLst>
      </pc:sldChg>
      <pc:sldChg chg="del">
        <pc:chgData name="Amanda Countryman" userId="0be1c61d-c610-49a2-ae7e-a4e60bd07712" providerId="ADAL" clId="{00873937-8841-4394-9081-668AB0E0F950}" dt="2026-08-25T01:53:43.320" v="0" actId="47"/>
        <pc:sldMkLst>
          <pc:docMk/>
          <pc:sldMk cId="0" sldId="258"/>
        </pc:sldMkLst>
      </pc:sldChg>
      <pc:sldChg chg="del">
        <pc:chgData name="Amanda Countryman" userId="0be1c61d-c610-49a2-ae7e-a4e60bd07712" providerId="ADAL" clId="{00873937-8841-4394-9081-668AB0E0F950}" dt="2026-08-25T01:53:43.320" v="0" actId="47"/>
        <pc:sldMkLst>
          <pc:docMk/>
          <pc:sldMk cId="0" sldId="259"/>
        </pc:sldMkLst>
      </pc:sldChg>
      <pc:sldChg chg="del">
        <pc:chgData name="Amanda Countryman" userId="0be1c61d-c610-49a2-ae7e-a4e60bd07712" providerId="ADAL" clId="{00873937-8841-4394-9081-668AB0E0F950}" dt="2026-08-25T01:53:43.320" v="0" actId="47"/>
        <pc:sldMkLst>
          <pc:docMk/>
          <pc:sldMk cId="0" sldId="260"/>
        </pc:sldMkLst>
      </pc:sldChg>
      <pc:sldChg chg="del">
        <pc:chgData name="Amanda Countryman" userId="0be1c61d-c610-49a2-ae7e-a4e60bd07712" providerId="ADAL" clId="{00873937-8841-4394-9081-668AB0E0F950}" dt="2026-08-25T01:53:43.320" v="0" actId="47"/>
        <pc:sldMkLst>
          <pc:docMk/>
          <pc:sldMk cId="0" sldId="261"/>
        </pc:sldMkLst>
      </pc:sldChg>
      <pc:sldChg chg="del">
        <pc:chgData name="Amanda Countryman" userId="0be1c61d-c610-49a2-ae7e-a4e60bd07712" providerId="ADAL" clId="{00873937-8841-4394-9081-668AB0E0F950}" dt="2026-08-25T01:53:43.320" v="0" actId="47"/>
        <pc:sldMkLst>
          <pc:docMk/>
          <pc:sldMk cId="0" sldId="262"/>
        </pc:sldMkLst>
      </pc:sldChg>
      <pc:sldChg chg="del">
        <pc:chgData name="Amanda Countryman" userId="0be1c61d-c610-49a2-ae7e-a4e60bd07712" providerId="ADAL" clId="{00873937-8841-4394-9081-668AB0E0F950}" dt="2026-08-25T01:53:43.320" v="0" actId="47"/>
        <pc:sldMkLst>
          <pc:docMk/>
          <pc:sldMk cId="0" sldId="263"/>
        </pc:sldMkLst>
      </pc:sldChg>
      <pc:sldChg chg="del">
        <pc:chgData name="Amanda Countryman" userId="0be1c61d-c610-49a2-ae7e-a4e60bd07712" providerId="ADAL" clId="{00873937-8841-4394-9081-668AB0E0F950}" dt="2026-08-25T01:53:43.320" v="0" actId="47"/>
        <pc:sldMkLst>
          <pc:docMk/>
          <pc:sldMk cId="0" sldId="264"/>
        </pc:sldMkLst>
      </pc:sldChg>
      <pc:sldChg chg="del">
        <pc:chgData name="Amanda Countryman" userId="0be1c61d-c610-49a2-ae7e-a4e60bd07712" providerId="ADAL" clId="{00873937-8841-4394-9081-668AB0E0F950}" dt="2026-08-25T01:53:43.320" v="0" actId="47"/>
        <pc:sldMkLst>
          <pc:docMk/>
          <pc:sldMk cId="0" sldId="265"/>
        </pc:sldMkLst>
      </pc:sldChg>
      <pc:sldChg chg="del">
        <pc:chgData name="Amanda Countryman" userId="0be1c61d-c610-49a2-ae7e-a4e60bd07712" providerId="ADAL" clId="{00873937-8841-4394-9081-668AB0E0F950}" dt="2026-08-25T01:53:43.320" v="0" actId="47"/>
        <pc:sldMkLst>
          <pc:docMk/>
          <pc:sldMk cId="0" sldId="266"/>
        </pc:sldMkLst>
      </pc:sldChg>
      <pc:sldChg chg="del">
        <pc:chgData name="Amanda Countryman" userId="0be1c61d-c610-49a2-ae7e-a4e60bd07712" providerId="ADAL" clId="{00873937-8841-4394-9081-668AB0E0F950}" dt="2026-08-25T01:53:43.320" v="0" actId="47"/>
        <pc:sldMkLst>
          <pc:docMk/>
          <pc:sldMk cId="0" sldId="267"/>
        </pc:sldMkLst>
      </pc:sldChg>
      <pc:sldChg chg="del">
        <pc:chgData name="Amanda Countryman" userId="0be1c61d-c610-49a2-ae7e-a4e60bd07712" providerId="ADAL" clId="{00873937-8841-4394-9081-668AB0E0F950}" dt="2026-08-25T01:53:43.320" v="0" actId="47"/>
        <pc:sldMkLst>
          <pc:docMk/>
          <pc:sldMk cId="0" sldId="268"/>
        </pc:sldMkLst>
      </pc:sldChg>
      <pc:sldChg chg="del">
        <pc:chgData name="Amanda Countryman" userId="0be1c61d-c610-49a2-ae7e-a4e60bd07712" providerId="ADAL" clId="{00873937-8841-4394-9081-668AB0E0F950}" dt="2026-08-25T01:53:43.320" v="0" actId="47"/>
        <pc:sldMkLst>
          <pc:docMk/>
          <pc:sldMk cId="0" sldId="269"/>
        </pc:sldMkLst>
      </pc:sldChg>
      <pc:sldChg chg="del">
        <pc:chgData name="Amanda Countryman" userId="0be1c61d-c610-49a2-ae7e-a4e60bd07712" providerId="ADAL" clId="{00873937-8841-4394-9081-668AB0E0F950}" dt="2026-08-25T01:53:43.320" v="0" actId="47"/>
        <pc:sldMkLst>
          <pc:docMk/>
          <pc:sldMk cId="0" sldId="270"/>
        </pc:sldMkLst>
      </pc:sldChg>
      <pc:sldChg chg="del">
        <pc:chgData name="Amanda Countryman" userId="0be1c61d-c610-49a2-ae7e-a4e60bd07712" providerId="ADAL" clId="{00873937-8841-4394-9081-668AB0E0F950}" dt="2026-08-25T01:53:43.320" v="0" actId="47"/>
        <pc:sldMkLst>
          <pc:docMk/>
          <pc:sldMk cId="0" sldId="271"/>
        </pc:sldMkLst>
      </pc:sldChg>
      <pc:sldChg chg="del">
        <pc:chgData name="Amanda Countryman" userId="0be1c61d-c610-49a2-ae7e-a4e60bd07712" providerId="ADAL" clId="{00873937-8841-4394-9081-668AB0E0F950}" dt="2026-08-25T01:53:43.320" v="0" actId="47"/>
        <pc:sldMkLst>
          <pc:docMk/>
          <pc:sldMk cId="0" sldId="272"/>
        </pc:sldMkLst>
      </pc:sldChg>
      <pc:sldChg chg="del">
        <pc:chgData name="Amanda Countryman" userId="0be1c61d-c610-49a2-ae7e-a4e60bd07712" providerId="ADAL" clId="{00873937-8841-4394-9081-668AB0E0F950}" dt="2026-08-25T01:53:43.320" v="0" actId="47"/>
        <pc:sldMkLst>
          <pc:docMk/>
          <pc:sldMk cId="0" sldId="273"/>
        </pc:sldMkLst>
      </pc:sldChg>
      <pc:sldChg chg="del">
        <pc:chgData name="Amanda Countryman" userId="0be1c61d-c610-49a2-ae7e-a4e60bd07712" providerId="ADAL" clId="{00873937-8841-4394-9081-668AB0E0F950}" dt="2026-08-25T01:53:43.320" v="0" actId="47"/>
        <pc:sldMkLst>
          <pc:docMk/>
          <pc:sldMk cId="0" sldId="274"/>
        </pc:sldMkLst>
      </pc:sldChg>
      <pc:sldChg chg="del">
        <pc:chgData name="Amanda Countryman" userId="0be1c61d-c610-49a2-ae7e-a4e60bd07712" providerId="ADAL" clId="{00873937-8841-4394-9081-668AB0E0F950}" dt="2026-08-25T01:53:43.320" v="0" actId="47"/>
        <pc:sldMkLst>
          <pc:docMk/>
          <pc:sldMk cId="0" sldId="276"/>
        </pc:sldMkLst>
      </pc:sldChg>
      <pc:sldChg chg="del">
        <pc:chgData name="Amanda Countryman" userId="0be1c61d-c610-49a2-ae7e-a4e60bd07712" providerId="ADAL" clId="{00873937-8841-4394-9081-668AB0E0F950}" dt="2026-08-25T01:53:43.320" v="0" actId="47"/>
        <pc:sldMkLst>
          <pc:docMk/>
          <pc:sldMk cId="0" sldId="277"/>
        </pc:sldMkLst>
      </pc:sldChg>
      <pc:sldChg chg="del">
        <pc:chgData name="Amanda Countryman" userId="0be1c61d-c610-49a2-ae7e-a4e60bd07712" providerId="ADAL" clId="{00873937-8841-4394-9081-668AB0E0F950}" dt="2026-08-25T01:53:43.320" v="0" actId="47"/>
        <pc:sldMkLst>
          <pc:docMk/>
          <pc:sldMk cId="0" sldId="278"/>
        </pc:sldMkLst>
      </pc:sldChg>
      <pc:sldChg chg="del">
        <pc:chgData name="Amanda Countryman" userId="0be1c61d-c610-49a2-ae7e-a4e60bd07712" providerId="ADAL" clId="{00873937-8841-4394-9081-668AB0E0F950}" dt="2026-08-25T01:53:43.320" v="0" actId="47"/>
        <pc:sldMkLst>
          <pc:docMk/>
          <pc:sldMk cId="0" sldId="279"/>
        </pc:sldMkLst>
      </pc:sldChg>
      <pc:sldChg chg="del">
        <pc:chgData name="Amanda Countryman" userId="0be1c61d-c610-49a2-ae7e-a4e60bd07712" providerId="ADAL" clId="{00873937-8841-4394-9081-668AB0E0F950}" dt="2026-08-25T01:53:43.320" v="0" actId="47"/>
        <pc:sldMkLst>
          <pc:docMk/>
          <pc:sldMk cId="0" sldId="280"/>
        </pc:sldMkLst>
      </pc:sldChg>
      <pc:sldChg chg="del">
        <pc:chgData name="Amanda Countryman" userId="0be1c61d-c610-49a2-ae7e-a4e60bd07712" providerId="ADAL" clId="{00873937-8841-4394-9081-668AB0E0F950}" dt="2026-08-25T01:53:43.320" v="0" actId="47"/>
        <pc:sldMkLst>
          <pc:docMk/>
          <pc:sldMk cId="0" sldId="282"/>
        </pc:sldMkLst>
      </pc:sldChg>
      <pc:sldChg chg="del">
        <pc:chgData name="Amanda Countryman" userId="0be1c61d-c610-49a2-ae7e-a4e60bd07712" providerId="ADAL" clId="{00873937-8841-4394-9081-668AB0E0F950}" dt="2026-08-25T01:53:43.320" v="0" actId="47"/>
        <pc:sldMkLst>
          <pc:docMk/>
          <pc:sldMk cId="0" sldId="283"/>
        </pc:sldMkLst>
      </pc:sldChg>
      <pc:sldChg chg="del">
        <pc:chgData name="Amanda Countryman" userId="0be1c61d-c610-49a2-ae7e-a4e60bd07712" providerId="ADAL" clId="{00873937-8841-4394-9081-668AB0E0F950}" dt="2026-08-25T01:53:43.320" v="0" actId="47"/>
        <pc:sldMkLst>
          <pc:docMk/>
          <pc:sldMk cId="0" sldId="284"/>
        </pc:sldMkLst>
      </pc:sldChg>
      <pc:sldChg chg="del">
        <pc:chgData name="Amanda Countryman" userId="0be1c61d-c610-49a2-ae7e-a4e60bd07712" providerId="ADAL" clId="{00873937-8841-4394-9081-668AB0E0F950}" dt="2026-08-25T01:53:43.320" v="0" actId="47"/>
        <pc:sldMkLst>
          <pc:docMk/>
          <pc:sldMk cId="0" sldId="285"/>
        </pc:sldMkLst>
      </pc:sldChg>
      <pc:sldChg chg="del">
        <pc:chgData name="Amanda Countryman" userId="0be1c61d-c610-49a2-ae7e-a4e60bd07712" providerId="ADAL" clId="{00873937-8841-4394-9081-668AB0E0F950}" dt="2026-08-25T01:53:43.320" v="0" actId="47"/>
        <pc:sldMkLst>
          <pc:docMk/>
          <pc:sldMk cId="0" sldId="286"/>
        </pc:sldMkLst>
      </pc:sldChg>
      <pc:sldChg chg="del">
        <pc:chgData name="Amanda Countryman" userId="0be1c61d-c610-49a2-ae7e-a4e60bd07712" providerId="ADAL" clId="{00873937-8841-4394-9081-668AB0E0F950}" dt="2026-08-25T01:53:43.320" v="0" actId="47"/>
        <pc:sldMkLst>
          <pc:docMk/>
          <pc:sldMk cId="0" sldId="287"/>
        </pc:sldMkLst>
      </pc:sldChg>
      <pc:sldChg chg="del">
        <pc:chgData name="Amanda Countryman" userId="0be1c61d-c610-49a2-ae7e-a4e60bd07712" providerId="ADAL" clId="{00873937-8841-4394-9081-668AB0E0F950}" dt="2026-08-25T01:53:43.320" v="0" actId="47"/>
        <pc:sldMkLst>
          <pc:docMk/>
          <pc:sldMk cId="0" sldId="288"/>
        </pc:sldMkLst>
      </pc:sldChg>
      <pc:sldChg chg="del">
        <pc:chgData name="Amanda Countryman" userId="0be1c61d-c610-49a2-ae7e-a4e60bd07712" providerId="ADAL" clId="{00873937-8841-4394-9081-668AB0E0F950}" dt="2026-08-25T01:53:43.320" v="0" actId="47"/>
        <pc:sldMkLst>
          <pc:docMk/>
          <pc:sldMk cId="0" sldId="289"/>
        </pc:sldMkLst>
      </pc:sldChg>
      <pc:sldChg chg="del">
        <pc:chgData name="Amanda Countryman" userId="0be1c61d-c610-49a2-ae7e-a4e60bd07712" providerId="ADAL" clId="{00873937-8841-4394-9081-668AB0E0F950}" dt="2026-08-25T01:53:43.320" v="0" actId="47"/>
        <pc:sldMkLst>
          <pc:docMk/>
          <pc:sldMk cId="0" sldId="290"/>
        </pc:sldMkLst>
      </pc:sldChg>
      <pc:sldChg chg="del">
        <pc:chgData name="Amanda Countryman" userId="0be1c61d-c610-49a2-ae7e-a4e60bd07712" providerId="ADAL" clId="{00873937-8841-4394-9081-668AB0E0F950}" dt="2026-08-25T01:53:43.320" v="0" actId="47"/>
        <pc:sldMkLst>
          <pc:docMk/>
          <pc:sldMk cId="0" sldId="291"/>
        </pc:sldMkLst>
      </pc:sldChg>
      <pc:sldChg chg="del">
        <pc:chgData name="Amanda Countryman" userId="0be1c61d-c610-49a2-ae7e-a4e60bd07712" providerId="ADAL" clId="{00873937-8841-4394-9081-668AB0E0F950}" dt="2026-08-25T01:53:43.320" v="0" actId="47"/>
        <pc:sldMkLst>
          <pc:docMk/>
          <pc:sldMk cId="0" sldId="292"/>
        </pc:sldMkLst>
      </pc:sldChg>
      <pc:sldChg chg="del">
        <pc:chgData name="Amanda Countryman" userId="0be1c61d-c610-49a2-ae7e-a4e60bd07712" providerId="ADAL" clId="{00873937-8841-4394-9081-668AB0E0F950}" dt="2026-08-25T01:53:43.320" v="0" actId="47"/>
        <pc:sldMkLst>
          <pc:docMk/>
          <pc:sldMk cId="0" sldId="293"/>
        </pc:sldMkLst>
      </pc:sldChg>
      <pc:sldChg chg="del">
        <pc:chgData name="Amanda Countryman" userId="0be1c61d-c610-49a2-ae7e-a4e60bd07712" providerId="ADAL" clId="{00873937-8841-4394-9081-668AB0E0F950}" dt="2026-08-25T01:53:43.320" v="0" actId="47"/>
        <pc:sldMkLst>
          <pc:docMk/>
          <pc:sldMk cId="0" sldId="294"/>
        </pc:sldMkLst>
      </pc:sldChg>
      <pc:sldChg chg="del">
        <pc:chgData name="Amanda Countryman" userId="0be1c61d-c610-49a2-ae7e-a4e60bd07712" providerId="ADAL" clId="{00873937-8841-4394-9081-668AB0E0F950}" dt="2026-08-25T01:53:43.320" v="0" actId="47"/>
        <pc:sldMkLst>
          <pc:docMk/>
          <pc:sldMk cId="0" sldId="295"/>
        </pc:sldMkLst>
      </pc:sldChg>
      <pc:sldChg chg="del">
        <pc:chgData name="Amanda Countryman" userId="0be1c61d-c610-49a2-ae7e-a4e60bd07712" providerId="ADAL" clId="{00873937-8841-4394-9081-668AB0E0F950}" dt="2026-08-25T01:53:43.320" v="0" actId="47"/>
        <pc:sldMkLst>
          <pc:docMk/>
          <pc:sldMk cId="0" sldId="296"/>
        </pc:sldMkLst>
      </pc:sldChg>
      <pc:sldChg chg="del">
        <pc:chgData name="Amanda Countryman" userId="0be1c61d-c610-49a2-ae7e-a4e60bd07712" providerId="ADAL" clId="{00873937-8841-4394-9081-668AB0E0F950}" dt="2026-08-25T01:53:43.320" v="0" actId="47"/>
        <pc:sldMkLst>
          <pc:docMk/>
          <pc:sldMk cId="0" sldId="297"/>
        </pc:sldMkLst>
      </pc:sldChg>
      <pc:sldChg chg="del">
        <pc:chgData name="Amanda Countryman" userId="0be1c61d-c610-49a2-ae7e-a4e60bd07712" providerId="ADAL" clId="{00873937-8841-4394-9081-668AB0E0F950}" dt="2026-08-25T01:53:43.320" v="0" actId="47"/>
        <pc:sldMkLst>
          <pc:docMk/>
          <pc:sldMk cId="0" sldId="298"/>
        </pc:sldMkLst>
      </pc:sldChg>
      <pc:sldChg chg="del">
        <pc:chgData name="Amanda Countryman" userId="0be1c61d-c610-49a2-ae7e-a4e60bd07712" providerId="ADAL" clId="{00873937-8841-4394-9081-668AB0E0F950}" dt="2026-08-25T01:53:43.320" v="0" actId="47"/>
        <pc:sldMkLst>
          <pc:docMk/>
          <pc:sldMk cId="0" sldId="299"/>
        </pc:sldMkLst>
      </pc:sldChg>
      <pc:sldChg chg="del">
        <pc:chgData name="Amanda Countryman" userId="0be1c61d-c610-49a2-ae7e-a4e60bd07712" providerId="ADAL" clId="{00873937-8841-4394-9081-668AB0E0F950}" dt="2026-08-25T01:53:43.320" v="0" actId="47"/>
        <pc:sldMkLst>
          <pc:docMk/>
          <pc:sldMk cId="0" sldId="300"/>
        </pc:sldMkLst>
      </pc:sldChg>
      <pc:sldChg chg="del">
        <pc:chgData name="Amanda Countryman" userId="0be1c61d-c610-49a2-ae7e-a4e60bd07712" providerId="ADAL" clId="{00873937-8841-4394-9081-668AB0E0F950}" dt="2026-08-25T01:53:43.320" v="0" actId="47"/>
        <pc:sldMkLst>
          <pc:docMk/>
          <pc:sldMk cId="0" sldId="301"/>
        </pc:sldMkLst>
      </pc:sldChg>
      <pc:sldChg chg="del">
        <pc:chgData name="Amanda Countryman" userId="0be1c61d-c610-49a2-ae7e-a4e60bd07712" providerId="ADAL" clId="{00873937-8841-4394-9081-668AB0E0F950}" dt="2026-08-25T01:53:43.320" v="0" actId="47"/>
        <pc:sldMkLst>
          <pc:docMk/>
          <pc:sldMk cId="0" sldId="302"/>
        </pc:sldMkLst>
      </pc:sldChg>
      <pc:sldChg chg="del">
        <pc:chgData name="Amanda Countryman" userId="0be1c61d-c610-49a2-ae7e-a4e60bd07712" providerId="ADAL" clId="{00873937-8841-4394-9081-668AB0E0F950}" dt="2026-08-25T01:53:43.320" v="0" actId="47"/>
        <pc:sldMkLst>
          <pc:docMk/>
          <pc:sldMk cId="0" sldId="303"/>
        </pc:sldMkLst>
      </pc:sldChg>
      <pc:sldChg chg="del">
        <pc:chgData name="Amanda Countryman" userId="0be1c61d-c610-49a2-ae7e-a4e60bd07712" providerId="ADAL" clId="{00873937-8841-4394-9081-668AB0E0F950}" dt="2026-08-25T01:53:43.320" v="0" actId="47"/>
        <pc:sldMkLst>
          <pc:docMk/>
          <pc:sldMk cId="0" sldId="304"/>
        </pc:sldMkLst>
      </pc:sldChg>
      <pc:sldChg chg="del">
        <pc:chgData name="Amanda Countryman" userId="0be1c61d-c610-49a2-ae7e-a4e60bd07712" providerId="ADAL" clId="{00873937-8841-4394-9081-668AB0E0F950}" dt="2026-08-25T01:53:43.320" v="0" actId="47"/>
        <pc:sldMkLst>
          <pc:docMk/>
          <pc:sldMk cId="0" sldId="305"/>
        </pc:sldMkLst>
      </pc:sldChg>
      <pc:sldChg chg="del">
        <pc:chgData name="Amanda Countryman" userId="0be1c61d-c610-49a2-ae7e-a4e60bd07712" providerId="ADAL" clId="{00873937-8841-4394-9081-668AB0E0F950}" dt="2026-08-25T01:53:43.320" v="0" actId="47"/>
        <pc:sldMkLst>
          <pc:docMk/>
          <pc:sldMk cId="0" sldId="309"/>
        </pc:sldMkLst>
      </pc:sldChg>
      <pc:sldChg chg="del">
        <pc:chgData name="Amanda Countryman" userId="0be1c61d-c610-49a2-ae7e-a4e60bd07712" providerId="ADAL" clId="{00873937-8841-4394-9081-668AB0E0F950}" dt="2026-08-25T01:53:43.320" v="0" actId="47"/>
        <pc:sldMkLst>
          <pc:docMk/>
          <pc:sldMk cId="0" sldId="310"/>
        </pc:sldMkLst>
      </pc:sldChg>
      <pc:sldChg chg="del">
        <pc:chgData name="Amanda Countryman" userId="0be1c61d-c610-49a2-ae7e-a4e60bd07712" providerId="ADAL" clId="{00873937-8841-4394-9081-668AB0E0F950}" dt="2026-08-25T01:53:43.320" v="0" actId="47"/>
        <pc:sldMkLst>
          <pc:docMk/>
          <pc:sldMk cId="0" sldId="313"/>
        </pc:sldMkLst>
      </pc:sldChg>
      <pc:sldChg chg="del">
        <pc:chgData name="Amanda Countryman" userId="0be1c61d-c610-49a2-ae7e-a4e60bd07712" providerId="ADAL" clId="{00873937-8841-4394-9081-668AB0E0F950}" dt="2026-08-25T01:53:43.320" v="0" actId="47"/>
        <pc:sldMkLst>
          <pc:docMk/>
          <pc:sldMk cId="0" sldId="314"/>
        </pc:sldMkLst>
      </pc:sldChg>
      <pc:sldChg chg="del">
        <pc:chgData name="Amanda Countryman" userId="0be1c61d-c610-49a2-ae7e-a4e60bd07712" providerId="ADAL" clId="{00873937-8841-4394-9081-668AB0E0F950}" dt="2026-08-25T01:53:43.320" v="0" actId="47"/>
        <pc:sldMkLst>
          <pc:docMk/>
          <pc:sldMk cId="0" sldId="315"/>
        </pc:sldMkLst>
      </pc:sldChg>
      <pc:sldChg chg="del">
        <pc:chgData name="Amanda Countryman" userId="0be1c61d-c610-49a2-ae7e-a4e60bd07712" providerId="ADAL" clId="{00873937-8841-4394-9081-668AB0E0F950}" dt="2026-08-25T01:53:43.320" v="0" actId="47"/>
        <pc:sldMkLst>
          <pc:docMk/>
          <pc:sldMk cId="0" sldId="316"/>
        </pc:sldMkLst>
      </pc:sldChg>
      <pc:sldChg chg="del">
        <pc:chgData name="Amanda Countryman" userId="0be1c61d-c610-49a2-ae7e-a4e60bd07712" providerId="ADAL" clId="{00873937-8841-4394-9081-668AB0E0F950}" dt="2026-08-25T01:53:43.320" v="0" actId="47"/>
        <pc:sldMkLst>
          <pc:docMk/>
          <pc:sldMk cId="0" sldId="317"/>
        </pc:sldMkLst>
      </pc:sldChg>
      <pc:sldChg chg="del">
        <pc:chgData name="Amanda Countryman" userId="0be1c61d-c610-49a2-ae7e-a4e60bd07712" providerId="ADAL" clId="{00873937-8841-4394-9081-668AB0E0F950}" dt="2026-08-25T01:53:43.320" v="0" actId="47"/>
        <pc:sldMkLst>
          <pc:docMk/>
          <pc:sldMk cId="0" sldId="331"/>
        </pc:sldMkLst>
      </pc:sldChg>
      <pc:sldChg chg="del">
        <pc:chgData name="Amanda Countryman" userId="0be1c61d-c610-49a2-ae7e-a4e60bd07712" providerId="ADAL" clId="{00873937-8841-4394-9081-668AB0E0F950}" dt="2026-08-25T01:53:43.320" v="0" actId="47"/>
        <pc:sldMkLst>
          <pc:docMk/>
          <pc:sldMk cId="0" sldId="332"/>
        </pc:sldMkLst>
      </pc:sldChg>
      <pc:sldChg chg="del">
        <pc:chgData name="Amanda Countryman" userId="0be1c61d-c610-49a2-ae7e-a4e60bd07712" providerId="ADAL" clId="{00873937-8841-4394-9081-668AB0E0F950}" dt="2026-08-25T01:53:43.320" v="0" actId="47"/>
        <pc:sldMkLst>
          <pc:docMk/>
          <pc:sldMk cId="0" sldId="333"/>
        </pc:sldMkLst>
      </pc:sldChg>
      <pc:sldChg chg="del">
        <pc:chgData name="Amanda Countryman" userId="0be1c61d-c610-49a2-ae7e-a4e60bd07712" providerId="ADAL" clId="{00873937-8841-4394-9081-668AB0E0F950}" dt="2026-08-25T01:53:43.320" v="0" actId="47"/>
        <pc:sldMkLst>
          <pc:docMk/>
          <pc:sldMk cId="0" sldId="334"/>
        </pc:sldMkLst>
      </pc:sldChg>
      <pc:sldChg chg="del">
        <pc:chgData name="Amanda Countryman" userId="0be1c61d-c610-49a2-ae7e-a4e60bd07712" providerId="ADAL" clId="{00873937-8841-4394-9081-668AB0E0F950}" dt="2026-08-25T01:53:43.320" v="0" actId="47"/>
        <pc:sldMkLst>
          <pc:docMk/>
          <pc:sldMk cId="0" sldId="335"/>
        </pc:sldMkLst>
      </pc:sldChg>
      <pc:sldChg chg="del">
        <pc:chgData name="Amanda Countryman" userId="0be1c61d-c610-49a2-ae7e-a4e60bd07712" providerId="ADAL" clId="{00873937-8841-4394-9081-668AB0E0F950}" dt="2026-08-25T01:53:43.320" v="0" actId="47"/>
        <pc:sldMkLst>
          <pc:docMk/>
          <pc:sldMk cId="0" sldId="336"/>
        </pc:sldMkLst>
      </pc:sldChg>
      <pc:sldChg chg="del">
        <pc:chgData name="Amanda Countryman" userId="0be1c61d-c610-49a2-ae7e-a4e60bd07712" providerId="ADAL" clId="{00873937-8841-4394-9081-668AB0E0F950}" dt="2026-08-25T01:53:43.320" v="0" actId="47"/>
        <pc:sldMkLst>
          <pc:docMk/>
          <pc:sldMk cId="0" sldId="337"/>
        </pc:sldMkLst>
      </pc:sldChg>
      <pc:sldChg chg="del">
        <pc:chgData name="Amanda Countryman" userId="0be1c61d-c610-49a2-ae7e-a4e60bd07712" providerId="ADAL" clId="{00873937-8841-4394-9081-668AB0E0F950}" dt="2026-08-25T01:53:43.320" v="0" actId="47"/>
        <pc:sldMkLst>
          <pc:docMk/>
          <pc:sldMk cId="0" sldId="338"/>
        </pc:sldMkLst>
      </pc:sldChg>
      <pc:sldChg chg="del">
        <pc:chgData name="Amanda Countryman" userId="0be1c61d-c610-49a2-ae7e-a4e60bd07712" providerId="ADAL" clId="{00873937-8841-4394-9081-668AB0E0F950}" dt="2026-08-25T01:53:43.320" v="0" actId="47"/>
        <pc:sldMkLst>
          <pc:docMk/>
          <pc:sldMk cId="0" sldId="339"/>
        </pc:sldMkLst>
      </pc:sldChg>
      <pc:sldChg chg="del">
        <pc:chgData name="Amanda Countryman" userId="0be1c61d-c610-49a2-ae7e-a4e60bd07712" providerId="ADAL" clId="{00873937-8841-4394-9081-668AB0E0F950}" dt="2026-08-25T01:53:43.320" v="0" actId="47"/>
        <pc:sldMkLst>
          <pc:docMk/>
          <pc:sldMk cId="0" sldId="340"/>
        </pc:sldMkLst>
      </pc:sldChg>
      <pc:sldChg chg="del">
        <pc:chgData name="Amanda Countryman" userId="0be1c61d-c610-49a2-ae7e-a4e60bd07712" providerId="ADAL" clId="{00873937-8841-4394-9081-668AB0E0F950}" dt="2026-08-25T01:53:43.320" v="0" actId="47"/>
        <pc:sldMkLst>
          <pc:docMk/>
          <pc:sldMk cId="0" sldId="341"/>
        </pc:sldMkLst>
      </pc:sldChg>
      <pc:sldChg chg="del">
        <pc:chgData name="Amanda Countryman" userId="0be1c61d-c610-49a2-ae7e-a4e60bd07712" providerId="ADAL" clId="{00873937-8841-4394-9081-668AB0E0F950}" dt="2026-08-25T01:53:43.320" v="0" actId="47"/>
        <pc:sldMkLst>
          <pc:docMk/>
          <pc:sldMk cId="0" sldId="342"/>
        </pc:sldMkLst>
      </pc:sldChg>
      <pc:sldChg chg="del">
        <pc:chgData name="Amanda Countryman" userId="0be1c61d-c610-49a2-ae7e-a4e60bd07712" providerId="ADAL" clId="{00873937-8841-4394-9081-668AB0E0F950}" dt="2026-08-25T01:53:43.320" v="0" actId="47"/>
        <pc:sldMkLst>
          <pc:docMk/>
          <pc:sldMk cId="0" sldId="343"/>
        </pc:sldMkLst>
      </pc:sldChg>
      <pc:sldChg chg="del">
        <pc:chgData name="Amanda Countryman" userId="0be1c61d-c610-49a2-ae7e-a4e60bd07712" providerId="ADAL" clId="{00873937-8841-4394-9081-668AB0E0F950}" dt="2026-08-25T01:53:43.320" v="0" actId="47"/>
        <pc:sldMkLst>
          <pc:docMk/>
          <pc:sldMk cId="0" sldId="344"/>
        </pc:sldMkLst>
      </pc:sldChg>
      <pc:sldChg chg="del">
        <pc:chgData name="Amanda Countryman" userId="0be1c61d-c610-49a2-ae7e-a4e60bd07712" providerId="ADAL" clId="{00873937-8841-4394-9081-668AB0E0F950}" dt="2026-08-25T01:53:43.320" v="0" actId="47"/>
        <pc:sldMkLst>
          <pc:docMk/>
          <pc:sldMk cId="0" sldId="345"/>
        </pc:sldMkLst>
      </pc:sldChg>
      <pc:sldChg chg="del">
        <pc:chgData name="Amanda Countryman" userId="0be1c61d-c610-49a2-ae7e-a4e60bd07712" providerId="ADAL" clId="{00873937-8841-4394-9081-668AB0E0F950}" dt="2026-08-25T01:53:43.320" v="0" actId="47"/>
        <pc:sldMkLst>
          <pc:docMk/>
          <pc:sldMk cId="0" sldId="346"/>
        </pc:sldMkLst>
      </pc:sldChg>
      <pc:sldChg chg="del">
        <pc:chgData name="Amanda Countryman" userId="0be1c61d-c610-49a2-ae7e-a4e60bd07712" providerId="ADAL" clId="{00873937-8841-4394-9081-668AB0E0F950}" dt="2026-08-25T01:53:43.320" v="0" actId="47"/>
        <pc:sldMkLst>
          <pc:docMk/>
          <pc:sldMk cId="0" sldId="347"/>
        </pc:sldMkLst>
      </pc:sldChg>
      <pc:sldChg chg="del">
        <pc:chgData name="Amanda Countryman" userId="0be1c61d-c610-49a2-ae7e-a4e60bd07712" providerId="ADAL" clId="{00873937-8841-4394-9081-668AB0E0F950}" dt="2026-08-25T01:53:43.320" v="0" actId="47"/>
        <pc:sldMkLst>
          <pc:docMk/>
          <pc:sldMk cId="0" sldId="348"/>
        </pc:sldMkLst>
      </pc:sldChg>
      <pc:sldChg chg="del">
        <pc:chgData name="Amanda Countryman" userId="0be1c61d-c610-49a2-ae7e-a4e60bd07712" providerId="ADAL" clId="{00873937-8841-4394-9081-668AB0E0F950}" dt="2026-08-25T01:53:43.320" v="0" actId="47"/>
        <pc:sldMkLst>
          <pc:docMk/>
          <pc:sldMk cId="0" sldId="349"/>
        </pc:sldMkLst>
      </pc:sldChg>
      <pc:sldChg chg="del">
        <pc:chgData name="Amanda Countryman" userId="0be1c61d-c610-49a2-ae7e-a4e60bd07712" providerId="ADAL" clId="{00873937-8841-4394-9081-668AB0E0F950}" dt="2026-08-25T01:53:43.320" v="0" actId="47"/>
        <pc:sldMkLst>
          <pc:docMk/>
          <pc:sldMk cId="0" sldId="350"/>
        </pc:sldMkLst>
      </pc:sldChg>
      <pc:sldChg chg="del">
        <pc:chgData name="Amanda Countryman" userId="0be1c61d-c610-49a2-ae7e-a4e60bd07712" providerId="ADAL" clId="{00873937-8841-4394-9081-668AB0E0F950}" dt="2026-08-25T01:53:43.320" v="0" actId="47"/>
        <pc:sldMkLst>
          <pc:docMk/>
          <pc:sldMk cId="0" sldId="351"/>
        </pc:sldMkLst>
      </pc:sldChg>
      <pc:sldChg chg="del">
        <pc:chgData name="Amanda Countryman" userId="0be1c61d-c610-49a2-ae7e-a4e60bd07712" providerId="ADAL" clId="{00873937-8841-4394-9081-668AB0E0F950}" dt="2026-08-25T01:53:43.320" v="0" actId="47"/>
        <pc:sldMkLst>
          <pc:docMk/>
          <pc:sldMk cId="0" sldId="352"/>
        </pc:sldMkLst>
      </pc:sldChg>
      <pc:sldChg chg="del">
        <pc:chgData name="Amanda Countryman" userId="0be1c61d-c610-49a2-ae7e-a4e60bd07712" providerId="ADAL" clId="{00873937-8841-4394-9081-668AB0E0F950}" dt="2026-08-25T01:53:43.320" v="0" actId="47"/>
        <pc:sldMkLst>
          <pc:docMk/>
          <pc:sldMk cId="0" sldId="353"/>
        </pc:sldMkLst>
      </pc:sldChg>
      <pc:sldChg chg="del">
        <pc:chgData name="Amanda Countryman" userId="0be1c61d-c610-49a2-ae7e-a4e60bd07712" providerId="ADAL" clId="{00873937-8841-4394-9081-668AB0E0F950}" dt="2026-08-25T01:53:43.320" v="0" actId="47"/>
        <pc:sldMkLst>
          <pc:docMk/>
          <pc:sldMk cId="0" sldId="354"/>
        </pc:sldMkLst>
      </pc:sldChg>
      <pc:sldChg chg="del">
        <pc:chgData name="Amanda Countryman" userId="0be1c61d-c610-49a2-ae7e-a4e60bd07712" providerId="ADAL" clId="{00873937-8841-4394-9081-668AB0E0F950}" dt="2026-08-25T01:53:43.320" v="0" actId="47"/>
        <pc:sldMkLst>
          <pc:docMk/>
          <pc:sldMk cId="0" sldId="355"/>
        </pc:sldMkLst>
      </pc:sldChg>
      <pc:sldChg chg="del">
        <pc:chgData name="Amanda Countryman" userId="0be1c61d-c610-49a2-ae7e-a4e60bd07712" providerId="ADAL" clId="{00873937-8841-4394-9081-668AB0E0F950}" dt="2026-08-25T01:53:43.320" v="0" actId="47"/>
        <pc:sldMkLst>
          <pc:docMk/>
          <pc:sldMk cId="0" sldId="356"/>
        </pc:sldMkLst>
      </pc:sldChg>
      <pc:sldChg chg="del">
        <pc:chgData name="Amanda Countryman" userId="0be1c61d-c610-49a2-ae7e-a4e60bd07712" providerId="ADAL" clId="{00873937-8841-4394-9081-668AB0E0F950}" dt="2026-08-25T01:53:43.320" v="0" actId="47"/>
        <pc:sldMkLst>
          <pc:docMk/>
          <pc:sldMk cId="0" sldId="357"/>
        </pc:sldMkLst>
      </pc:sldChg>
      <pc:sldChg chg="del">
        <pc:chgData name="Amanda Countryman" userId="0be1c61d-c610-49a2-ae7e-a4e60bd07712" providerId="ADAL" clId="{00873937-8841-4394-9081-668AB0E0F950}" dt="2026-08-25T01:53:43.320" v="0" actId="47"/>
        <pc:sldMkLst>
          <pc:docMk/>
          <pc:sldMk cId="0" sldId="358"/>
        </pc:sldMkLst>
      </pc:sldChg>
      <pc:sldChg chg="del">
        <pc:chgData name="Amanda Countryman" userId="0be1c61d-c610-49a2-ae7e-a4e60bd07712" providerId="ADAL" clId="{00873937-8841-4394-9081-668AB0E0F950}" dt="2026-08-25T01:53:43.320" v="0" actId="47"/>
        <pc:sldMkLst>
          <pc:docMk/>
          <pc:sldMk cId="0" sldId="359"/>
        </pc:sldMkLst>
      </pc:sldChg>
      <pc:sldChg chg="del">
        <pc:chgData name="Amanda Countryman" userId="0be1c61d-c610-49a2-ae7e-a4e60bd07712" providerId="ADAL" clId="{00873937-8841-4394-9081-668AB0E0F950}" dt="2026-08-25T01:53:43.320" v="0" actId="47"/>
        <pc:sldMkLst>
          <pc:docMk/>
          <pc:sldMk cId="0" sldId="360"/>
        </pc:sldMkLst>
      </pc:sldChg>
      <pc:sldChg chg="del">
        <pc:chgData name="Amanda Countryman" userId="0be1c61d-c610-49a2-ae7e-a4e60bd07712" providerId="ADAL" clId="{00873937-8841-4394-9081-668AB0E0F950}" dt="2026-08-25T01:53:43.320" v="0" actId="47"/>
        <pc:sldMkLst>
          <pc:docMk/>
          <pc:sldMk cId="0" sldId="361"/>
        </pc:sldMkLst>
      </pc:sldChg>
      <pc:sldChg chg="del">
        <pc:chgData name="Amanda Countryman" userId="0be1c61d-c610-49a2-ae7e-a4e60bd07712" providerId="ADAL" clId="{00873937-8841-4394-9081-668AB0E0F950}" dt="2026-08-25T01:53:43.320" v="0" actId="47"/>
        <pc:sldMkLst>
          <pc:docMk/>
          <pc:sldMk cId="0" sldId="362"/>
        </pc:sldMkLst>
      </pc:sldChg>
      <pc:sldChg chg="del">
        <pc:chgData name="Amanda Countryman" userId="0be1c61d-c610-49a2-ae7e-a4e60bd07712" providerId="ADAL" clId="{00873937-8841-4394-9081-668AB0E0F950}" dt="2026-08-25T01:53:43.320" v="0" actId="47"/>
        <pc:sldMkLst>
          <pc:docMk/>
          <pc:sldMk cId="0" sldId="363"/>
        </pc:sldMkLst>
      </pc:sldChg>
      <pc:sldChg chg="del">
        <pc:chgData name="Amanda Countryman" userId="0be1c61d-c610-49a2-ae7e-a4e60bd07712" providerId="ADAL" clId="{00873937-8841-4394-9081-668AB0E0F950}" dt="2026-08-25T01:53:43.320" v="0" actId="47"/>
        <pc:sldMkLst>
          <pc:docMk/>
          <pc:sldMk cId="0" sldId="364"/>
        </pc:sldMkLst>
      </pc:sldChg>
      <pc:sldChg chg="del">
        <pc:chgData name="Amanda Countryman" userId="0be1c61d-c610-49a2-ae7e-a4e60bd07712" providerId="ADAL" clId="{00873937-8841-4394-9081-668AB0E0F950}" dt="2026-08-25T01:53:43.320" v="0" actId="47"/>
        <pc:sldMkLst>
          <pc:docMk/>
          <pc:sldMk cId="0" sldId="365"/>
        </pc:sldMkLst>
      </pc:sldChg>
      <pc:sldChg chg="del">
        <pc:chgData name="Amanda Countryman" userId="0be1c61d-c610-49a2-ae7e-a4e60bd07712" providerId="ADAL" clId="{00873937-8841-4394-9081-668AB0E0F950}" dt="2026-08-25T01:53:43.320" v="0" actId="47"/>
        <pc:sldMkLst>
          <pc:docMk/>
          <pc:sldMk cId="0" sldId="366"/>
        </pc:sldMkLst>
      </pc:sldChg>
      <pc:sldChg chg="del">
        <pc:chgData name="Amanda Countryman" userId="0be1c61d-c610-49a2-ae7e-a4e60bd07712" providerId="ADAL" clId="{00873937-8841-4394-9081-668AB0E0F950}" dt="2026-08-25T01:53:43.320" v="0" actId="47"/>
        <pc:sldMkLst>
          <pc:docMk/>
          <pc:sldMk cId="0" sldId="367"/>
        </pc:sldMkLst>
      </pc:sldChg>
      <pc:sldChg chg="del">
        <pc:chgData name="Amanda Countryman" userId="0be1c61d-c610-49a2-ae7e-a4e60bd07712" providerId="ADAL" clId="{00873937-8841-4394-9081-668AB0E0F950}" dt="2026-08-25T01:53:43.320" v="0" actId="47"/>
        <pc:sldMkLst>
          <pc:docMk/>
          <pc:sldMk cId="0" sldId="368"/>
        </pc:sldMkLst>
      </pc:sldChg>
      <pc:sldChg chg="del">
        <pc:chgData name="Amanda Countryman" userId="0be1c61d-c610-49a2-ae7e-a4e60bd07712" providerId="ADAL" clId="{00873937-8841-4394-9081-668AB0E0F950}" dt="2026-08-25T01:53:43.320" v="0" actId="47"/>
        <pc:sldMkLst>
          <pc:docMk/>
          <pc:sldMk cId="0" sldId="369"/>
        </pc:sldMkLst>
      </pc:sldChg>
      <pc:sldChg chg="del">
        <pc:chgData name="Amanda Countryman" userId="0be1c61d-c610-49a2-ae7e-a4e60bd07712" providerId="ADAL" clId="{00873937-8841-4394-9081-668AB0E0F950}" dt="2026-08-25T01:53:43.320" v="0" actId="47"/>
        <pc:sldMkLst>
          <pc:docMk/>
          <pc:sldMk cId="0" sldId="370"/>
        </pc:sldMkLst>
      </pc:sldChg>
      <pc:sldChg chg="del">
        <pc:chgData name="Amanda Countryman" userId="0be1c61d-c610-49a2-ae7e-a4e60bd07712" providerId="ADAL" clId="{00873937-8841-4394-9081-668AB0E0F950}" dt="2026-08-25T01:53:43.320" v="0" actId="47"/>
        <pc:sldMkLst>
          <pc:docMk/>
          <pc:sldMk cId="0" sldId="371"/>
        </pc:sldMkLst>
      </pc:sldChg>
      <pc:sldChg chg="del">
        <pc:chgData name="Amanda Countryman" userId="0be1c61d-c610-49a2-ae7e-a4e60bd07712" providerId="ADAL" clId="{00873937-8841-4394-9081-668AB0E0F950}" dt="2026-08-25T01:53:43.320" v="0" actId="47"/>
        <pc:sldMkLst>
          <pc:docMk/>
          <pc:sldMk cId="0" sldId="372"/>
        </pc:sldMkLst>
      </pc:sldChg>
      <pc:sldChg chg="del">
        <pc:chgData name="Amanda Countryman" userId="0be1c61d-c610-49a2-ae7e-a4e60bd07712" providerId="ADAL" clId="{00873937-8841-4394-9081-668AB0E0F950}" dt="2026-08-25T01:53:43.320" v="0" actId="47"/>
        <pc:sldMkLst>
          <pc:docMk/>
          <pc:sldMk cId="0" sldId="373"/>
        </pc:sldMkLst>
      </pc:sldChg>
      <pc:sldChg chg="del">
        <pc:chgData name="Amanda Countryman" userId="0be1c61d-c610-49a2-ae7e-a4e60bd07712" providerId="ADAL" clId="{00873937-8841-4394-9081-668AB0E0F950}" dt="2026-08-25T01:53:43.320" v="0" actId="47"/>
        <pc:sldMkLst>
          <pc:docMk/>
          <pc:sldMk cId="0" sldId="374"/>
        </pc:sldMkLst>
      </pc:sldChg>
      <pc:sldChg chg="del">
        <pc:chgData name="Amanda Countryman" userId="0be1c61d-c610-49a2-ae7e-a4e60bd07712" providerId="ADAL" clId="{00873937-8841-4394-9081-668AB0E0F950}" dt="2026-08-25T01:53:43.320" v="0" actId="47"/>
        <pc:sldMkLst>
          <pc:docMk/>
          <pc:sldMk cId="0" sldId="375"/>
        </pc:sldMkLst>
      </pc:sldChg>
      <pc:sldChg chg="del">
        <pc:chgData name="Amanda Countryman" userId="0be1c61d-c610-49a2-ae7e-a4e60bd07712" providerId="ADAL" clId="{00873937-8841-4394-9081-668AB0E0F950}" dt="2026-08-25T01:53:43.320" v="0" actId="47"/>
        <pc:sldMkLst>
          <pc:docMk/>
          <pc:sldMk cId="0" sldId="376"/>
        </pc:sldMkLst>
      </pc:sldChg>
      <pc:sldChg chg="del">
        <pc:chgData name="Amanda Countryman" userId="0be1c61d-c610-49a2-ae7e-a4e60bd07712" providerId="ADAL" clId="{00873937-8841-4394-9081-668AB0E0F950}" dt="2026-08-25T01:53:43.320" v="0" actId="47"/>
        <pc:sldMkLst>
          <pc:docMk/>
          <pc:sldMk cId="0" sldId="377"/>
        </pc:sldMkLst>
      </pc:sldChg>
      <pc:sldChg chg="del">
        <pc:chgData name="Amanda Countryman" userId="0be1c61d-c610-49a2-ae7e-a4e60bd07712" providerId="ADAL" clId="{00873937-8841-4394-9081-668AB0E0F950}" dt="2026-08-25T01:53:43.320" v="0" actId="47"/>
        <pc:sldMkLst>
          <pc:docMk/>
          <pc:sldMk cId="0" sldId="378"/>
        </pc:sldMkLst>
      </pc:sldChg>
      <pc:sldChg chg="del">
        <pc:chgData name="Amanda Countryman" userId="0be1c61d-c610-49a2-ae7e-a4e60bd07712" providerId="ADAL" clId="{00873937-8841-4394-9081-668AB0E0F950}" dt="2026-08-25T01:53:43.320" v="0" actId="47"/>
        <pc:sldMkLst>
          <pc:docMk/>
          <pc:sldMk cId="0" sldId="379"/>
        </pc:sldMkLst>
      </pc:sldChg>
      <pc:sldChg chg="del">
        <pc:chgData name="Amanda Countryman" userId="0be1c61d-c610-49a2-ae7e-a4e60bd07712" providerId="ADAL" clId="{00873937-8841-4394-9081-668AB0E0F950}" dt="2026-08-25T01:53:43.320" v="0" actId="47"/>
        <pc:sldMkLst>
          <pc:docMk/>
          <pc:sldMk cId="0" sldId="380"/>
        </pc:sldMkLst>
      </pc:sldChg>
      <pc:sldChg chg="del">
        <pc:chgData name="Amanda Countryman" userId="0be1c61d-c610-49a2-ae7e-a4e60bd07712" providerId="ADAL" clId="{00873937-8841-4394-9081-668AB0E0F950}" dt="2026-08-25T01:53:43.320" v="0" actId="47"/>
        <pc:sldMkLst>
          <pc:docMk/>
          <pc:sldMk cId="0" sldId="381"/>
        </pc:sldMkLst>
      </pc:sldChg>
      <pc:sldChg chg="del">
        <pc:chgData name="Amanda Countryman" userId="0be1c61d-c610-49a2-ae7e-a4e60bd07712" providerId="ADAL" clId="{00873937-8841-4394-9081-668AB0E0F950}" dt="2026-08-25T01:53:43.320" v="0" actId="47"/>
        <pc:sldMkLst>
          <pc:docMk/>
          <pc:sldMk cId="0" sldId="382"/>
        </pc:sldMkLst>
      </pc:sldChg>
      <pc:sldChg chg="del">
        <pc:chgData name="Amanda Countryman" userId="0be1c61d-c610-49a2-ae7e-a4e60bd07712" providerId="ADAL" clId="{00873937-8841-4394-9081-668AB0E0F950}" dt="2026-08-25T01:53:43.320" v="0" actId="47"/>
        <pc:sldMkLst>
          <pc:docMk/>
          <pc:sldMk cId="0" sldId="383"/>
        </pc:sldMkLst>
      </pc:sldChg>
      <pc:sldChg chg="del">
        <pc:chgData name="Amanda Countryman" userId="0be1c61d-c610-49a2-ae7e-a4e60bd07712" providerId="ADAL" clId="{00873937-8841-4394-9081-668AB0E0F950}" dt="2026-08-25T01:53:43.320" v="0" actId="47"/>
        <pc:sldMkLst>
          <pc:docMk/>
          <pc:sldMk cId="0" sldId="384"/>
        </pc:sldMkLst>
      </pc:sldChg>
      <pc:sldChg chg="del">
        <pc:chgData name="Amanda Countryman" userId="0be1c61d-c610-49a2-ae7e-a4e60bd07712" providerId="ADAL" clId="{00873937-8841-4394-9081-668AB0E0F950}" dt="2026-08-25T01:53:43.320" v="0" actId="47"/>
        <pc:sldMkLst>
          <pc:docMk/>
          <pc:sldMk cId="0" sldId="385"/>
        </pc:sldMkLst>
      </pc:sldChg>
      <pc:sldChg chg="del">
        <pc:chgData name="Amanda Countryman" userId="0be1c61d-c610-49a2-ae7e-a4e60bd07712" providerId="ADAL" clId="{00873937-8841-4394-9081-668AB0E0F950}" dt="2026-08-25T01:53:43.320" v="0" actId="47"/>
        <pc:sldMkLst>
          <pc:docMk/>
          <pc:sldMk cId="0" sldId="386"/>
        </pc:sldMkLst>
      </pc:sldChg>
      <pc:sldChg chg="del">
        <pc:chgData name="Amanda Countryman" userId="0be1c61d-c610-49a2-ae7e-a4e60bd07712" providerId="ADAL" clId="{00873937-8841-4394-9081-668AB0E0F950}" dt="2026-08-25T01:53:43.320" v="0" actId="47"/>
        <pc:sldMkLst>
          <pc:docMk/>
          <pc:sldMk cId="0" sldId="387"/>
        </pc:sldMkLst>
      </pc:sldChg>
      <pc:sldChg chg="del">
        <pc:chgData name="Amanda Countryman" userId="0be1c61d-c610-49a2-ae7e-a4e60bd07712" providerId="ADAL" clId="{00873937-8841-4394-9081-668AB0E0F950}" dt="2026-08-25T01:53:43.320" v="0" actId="47"/>
        <pc:sldMkLst>
          <pc:docMk/>
          <pc:sldMk cId="0" sldId="388"/>
        </pc:sldMkLst>
      </pc:sldChg>
      <pc:sldChg chg="del">
        <pc:chgData name="Amanda Countryman" userId="0be1c61d-c610-49a2-ae7e-a4e60bd07712" providerId="ADAL" clId="{00873937-8841-4394-9081-668AB0E0F950}" dt="2026-08-25T01:53:43.320" v="0" actId="47"/>
        <pc:sldMkLst>
          <pc:docMk/>
          <pc:sldMk cId="0" sldId="389"/>
        </pc:sldMkLst>
      </pc:sldChg>
      <pc:sldChg chg="del">
        <pc:chgData name="Amanda Countryman" userId="0be1c61d-c610-49a2-ae7e-a4e60bd07712" providerId="ADAL" clId="{00873937-8841-4394-9081-668AB0E0F950}" dt="2026-08-25T01:53:43.320" v="0" actId="47"/>
        <pc:sldMkLst>
          <pc:docMk/>
          <pc:sldMk cId="0" sldId="390"/>
        </pc:sldMkLst>
      </pc:sldChg>
      <pc:sldChg chg="del">
        <pc:chgData name="Amanda Countryman" userId="0be1c61d-c610-49a2-ae7e-a4e60bd07712" providerId="ADAL" clId="{00873937-8841-4394-9081-668AB0E0F950}" dt="2026-08-25T01:53:43.320" v="0" actId="47"/>
        <pc:sldMkLst>
          <pc:docMk/>
          <pc:sldMk cId="0" sldId="391"/>
        </pc:sldMkLst>
      </pc:sldChg>
      <pc:sldChg chg="del">
        <pc:chgData name="Amanda Countryman" userId="0be1c61d-c610-49a2-ae7e-a4e60bd07712" providerId="ADAL" clId="{00873937-8841-4394-9081-668AB0E0F950}" dt="2026-08-25T01:53:43.320" v="0" actId="47"/>
        <pc:sldMkLst>
          <pc:docMk/>
          <pc:sldMk cId="0" sldId="392"/>
        </pc:sldMkLst>
      </pc:sldChg>
      <pc:sldChg chg="del">
        <pc:chgData name="Amanda Countryman" userId="0be1c61d-c610-49a2-ae7e-a4e60bd07712" providerId="ADAL" clId="{00873937-8841-4394-9081-668AB0E0F950}" dt="2026-08-25T01:53:43.320" v="0" actId="47"/>
        <pc:sldMkLst>
          <pc:docMk/>
          <pc:sldMk cId="0" sldId="393"/>
        </pc:sldMkLst>
      </pc:sldChg>
      <pc:sldChg chg="del">
        <pc:chgData name="Amanda Countryman" userId="0be1c61d-c610-49a2-ae7e-a4e60bd07712" providerId="ADAL" clId="{00873937-8841-4394-9081-668AB0E0F950}" dt="2026-08-25T01:53:43.320" v="0" actId="47"/>
        <pc:sldMkLst>
          <pc:docMk/>
          <pc:sldMk cId="0" sldId="394"/>
        </pc:sldMkLst>
      </pc:sldChg>
      <pc:sldChg chg="del">
        <pc:chgData name="Amanda Countryman" userId="0be1c61d-c610-49a2-ae7e-a4e60bd07712" providerId="ADAL" clId="{00873937-8841-4394-9081-668AB0E0F950}" dt="2026-08-25T01:53:43.320" v="0" actId="47"/>
        <pc:sldMkLst>
          <pc:docMk/>
          <pc:sldMk cId="0" sldId="395"/>
        </pc:sldMkLst>
      </pc:sldChg>
      <pc:sldChg chg="del">
        <pc:chgData name="Amanda Countryman" userId="0be1c61d-c610-49a2-ae7e-a4e60bd07712" providerId="ADAL" clId="{00873937-8841-4394-9081-668AB0E0F950}" dt="2026-08-25T01:53:43.320" v="0" actId="47"/>
        <pc:sldMkLst>
          <pc:docMk/>
          <pc:sldMk cId="0" sldId="396"/>
        </pc:sldMkLst>
      </pc:sldChg>
      <pc:sldChg chg="del">
        <pc:chgData name="Amanda Countryman" userId="0be1c61d-c610-49a2-ae7e-a4e60bd07712" providerId="ADAL" clId="{00873937-8841-4394-9081-668AB0E0F950}" dt="2026-08-25T01:53:43.320" v="0" actId="47"/>
        <pc:sldMkLst>
          <pc:docMk/>
          <pc:sldMk cId="0" sldId="397"/>
        </pc:sldMkLst>
      </pc:sldChg>
      <pc:sldChg chg="del">
        <pc:chgData name="Amanda Countryman" userId="0be1c61d-c610-49a2-ae7e-a4e60bd07712" providerId="ADAL" clId="{00873937-8841-4394-9081-668AB0E0F950}" dt="2026-08-25T01:53:43.320" v="0" actId="47"/>
        <pc:sldMkLst>
          <pc:docMk/>
          <pc:sldMk cId="0" sldId="398"/>
        </pc:sldMkLst>
      </pc:sldChg>
      <pc:sldChg chg="del">
        <pc:chgData name="Amanda Countryman" userId="0be1c61d-c610-49a2-ae7e-a4e60bd07712" providerId="ADAL" clId="{00873937-8841-4394-9081-668AB0E0F950}" dt="2026-08-25T01:53:43.320" v="0" actId="47"/>
        <pc:sldMkLst>
          <pc:docMk/>
          <pc:sldMk cId="0" sldId="399"/>
        </pc:sldMkLst>
      </pc:sldChg>
      <pc:sldChg chg="del">
        <pc:chgData name="Amanda Countryman" userId="0be1c61d-c610-49a2-ae7e-a4e60bd07712" providerId="ADAL" clId="{00873937-8841-4394-9081-668AB0E0F950}" dt="2026-08-25T01:53:43.320" v="0" actId="47"/>
        <pc:sldMkLst>
          <pc:docMk/>
          <pc:sldMk cId="0" sldId="400"/>
        </pc:sldMkLst>
      </pc:sldChg>
      <pc:sldChg chg="del">
        <pc:chgData name="Amanda Countryman" userId="0be1c61d-c610-49a2-ae7e-a4e60bd07712" providerId="ADAL" clId="{00873937-8841-4394-9081-668AB0E0F950}" dt="2026-08-25T01:53:43.320" v="0" actId="47"/>
        <pc:sldMkLst>
          <pc:docMk/>
          <pc:sldMk cId="0" sldId="401"/>
        </pc:sldMkLst>
      </pc:sldChg>
      <pc:sldChg chg="del">
        <pc:chgData name="Amanda Countryman" userId="0be1c61d-c610-49a2-ae7e-a4e60bd07712" providerId="ADAL" clId="{00873937-8841-4394-9081-668AB0E0F950}" dt="2026-08-25T01:53:43.320" v="0" actId="47"/>
        <pc:sldMkLst>
          <pc:docMk/>
          <pc:sldMk cId="0" sldId="402"/>
        </pc:sldMkLst>
      </pc:sldChg>
      <pc:sldChg chg="del">
        <pc:chgData name="Amanda Countryman" userId="0be1c61d-c610-49a2-ae7e-a4e60bd07712" providerId="ADAL" clId="{00873937-8841-4394-9081-668AB0E0F950}" dt="2026-08-25T01:53:43.320" v="0" actId="47"/>
        <pc:sldMkLst>
          <pc:docMk/>
          <pc:sldMk cId="0" sldId="403"/>
        </pc:sldMkLst>
      </pc:sldChg>
      <pc:sldChg chg="del">
        <pc:chgData name="Amanda Countryman" userId="0be1c61d-c610-49a2-ae7e-a4e60bd07712" providerId="ADAL" clId="{00873937-8841-4394-9081-668AB0E0F950}" dt="2026-08-25T01:53:43.320" v="0" actId="47"/>
        <pc:sldMkLst>
          <pc:docMk/>
          <pc:sldMk cId="0" sldId="404"/>
        </pc:sldMkLst>
      </pc:sldChg>
      <pc:sldChg chg="del">
        <pc:chgData name="Amanda Countryman" userId="0be1c61d-c610-49a2-ae7e-a4e60bd07712" providerId="ADAL" clId="{00873937-8841-4394-9081-668AB0E0F950}" dt="2026-08-25T01:53:43.320" v="0" actId="47"/>
        <pc:sldMkLst>
          <pc:docMk/>
          <pc:sldMk cId="0" sldId="405"/>
        </pc:sldMkLst>
      </pc:sldChg>
      <pc:sldChg chg="del">
        <pc:chgData name="Amanda Countryman" userId="0be1c61d-c610-49a2-ae7e-a4e60bd07712" providerId="ADAL" clId="{00873937-8841-4394-9081-668AB0E0F950}" dt="2026-08-25T01:53:43.320" v="0" actId="47"/>
        <pc:sldMkLst>
          <pc:docMk/>
          <pc:sldMk cId="0" sldId="406"/>
        </pc:sldMkLst>
      </pc:sldChg>
      <pc:sldChg chg="del">
        <pc:chgData name="Amanda Countryman" userId="0be1c61d-c610-49a2-ae7e-a4e60bd07712" providerId="ADAL" clId="{00873937-8841-4394-9081-668AB0E0F950}" dt="2026-08-25T01:53:43.320" v="0" actId="47"/>
        <pc:sldMkLst>
          <pc:docMk/>
          <pc:sldMk cId="0" sldId="407"/>
        </pc:sldMkLst>
      </pc:sldChg>
      <pc:sldChg chg="del">
        <pc:chgData name="Amanda Countryman" userId="0be1c61d-c610-49a2-ae7e-a4e60bd07712" providerId="ADAL" clId="{00873937-8841-4394-9081-668AB0E0F950}" dt="2026-08-25T01:53:43.320" v="0" actId="47"/>
        <pc:sldMkLst>
          <pc:docMk/>
          <pc:sldMk cId="0" sldId="408"/>
        </pc:sldMkLst>
      </pc:sldChg>
      <pc:sldChg chg="del">
        <pc:chgData name="Amanda Countryman" userId="0be1c61d-c610-49a2-ae7e-a4e60bd07712" providerId="ADAL" clId="{00873937-8841-4394-9081-668AB0E0F950}" dt="2026-08-25T01:53:43.320" v="0" actId="47"/>
        <pc:sldMkLst>
          <pc:docMk/>
          <pc:sldMk cId="0" sldId="409"/>
        </pc:sldMkLst>
      </pc:sldChg>
      <pc:sldChg chg="del">
        <pc:chgData name="Amanda Countryman" userId="0be1c61d-c610-49a2-ae7e-a4e60bd07712" providerId="ADAL" clId="{00873937-8841-4394-9081-668AB0E0F950}" dt="2026-08-25T01:53:43.320" v="0" actId="47"/>
        <pc:sldMkLst>
          <pc:docMk/>
          <pc:sldMk cId="0" sldId="410"/>
        </pc:sldMkLst>
      </pc:sldChg>
      <pc:sldChg chg="del">
        <pc:chgData name="Amanda Countryman" userId="0be1c61d-c610-49a2-ae7e-a4e60bd07712" providerId="ADAL" clId="{00873937-8841-4394-9081-668AB0E0F950}" dt="2026-08-25T01:53:43.320" v="0" actId="47"/>
        <pc:sldMkLst>
          <pc:docMk/>
          <pc:sldMk cId="0" sldId="411"/>
        </pc:sldMkLst>
      </pc:sldChg>
      <pc:sldChg chg="del">
        <pc:chgData name="Amanda Countryman" userId="0be1c61d-c610-49a2-ae7e-a4e60bd07712" providerId="ADAL" clId="{00873937-8841-4394-9081-668AB0E0F950}" dt="2026-08-25T01:53:43.320" v="0" actId="47"/>
        <pc:sldMkLst>
          <pc:docMk/>
          <pc:sldMk cId="0" sldId="412"/>
        </pc:sldMkLst>
      </pc:sldChg>
      <pc:sldChg chg="del">
        <pc:chgData name="Amanda Countryman" userId="0be1c61d-c610-49a2-ae7e-a4e60bd07712" providerId="ADAL" clId="{00873937-8841-4394-9081-668AB0E0F950}" dt="2026-08-25T01:53:43.320" v="0" actId="47"/>
        <pc:sldMkLst>
          <pc:docMk/>
          <pc:sldMk cId="0" sldId="413"/>
        </pc:sldMkLst>
      </pc:sldChg>
      <pc:sldChg chg="del">
        <pc:chgData name="Amanda Countryman" userId="0be1c61d-c610-49a2-ae7e-a4e60bd07712" providerId="ADAL" clId="{00873937-8841-4394-9081-668AB0E0F950}" dt="2026-08-25T01:53:43.320" v="0" actId="47"/>
        <pc:sldMkLst>
          <pc:docMk/>
          <pc:sldMk cId="0" sldId="414"/>
        </pc:sldMkLst>
      </pc:sldChg>
      <pc:sldChg chg="del">
        <pc:chgData name="Amanda Countryman" userId="0be1c61d-c610-49a2-ae7e-a4e60bd07712" providerId="ADAL" clId="{00873937-8841-4394-9081-668AB0E0F950}" dt="2026-08-25T01:53:43.320" v="0" actId="47"/>
        <pc:sldMkLst>
          <pc:docMk/>
          <pc:sldMk cId="0" sldId="415"/>
        </pc:sldMkLst>
      </pc:sldChg>
      <pc:sldChg chg="del">
        <pc:chgData name="Amanda Countryman" userId="0be1c61d-c610-49a2-ae7e-a4e60bd07712" providerId="ADAL" clId="{00873937-8841-4394-9081-668AB0E0F950}" dt="2026-08-25T01:53:43.320" v="0" actId="47"/>
        <pc:sldMkLst>
          <pc:docMk/>
          <pc:sldMk cId="0" sldId="416"/>
        </pc:sldMkLst>
      </pc:sldChg>
      <pc:sldChg chg="del">
        <pc:chgData name="Amanda Countryman" userId="0be1c61d-c610-49a2-ae7e-a4e60bd07712" providerId="ADAL" clId="{00873937-8841-4394-9081-668AB0E0F950}" dt="2026-08-25T01:53:43.320" v="0" actId="47"/>
        <pc:sldMkLst>
          <pc:docMk/>
          <pc:sldMk cId="0" sldId="417"/>
        </pc:sldMkLst>
      </pc:sldChg>
      <pc:sldChg chg="del">
        <pc:chgData name="Amanda Countryman" userId="0be1c61d-c610-49a2-ae7e-a4e60bd07712" providerId="ADAL" clId="{00873937-8841-4394-9081-668AB0E0F950}" dt="2026-08-25T01:53:43.320" v="0" actId="47"/>
        <pc:sldMkLst>
          <pc:docMk/>
          <pc:sldMk cId="0" sldId="418"/>
        </pc:sldMkLst>
      </pc:sldChg>
      <pc:sldChg chg="del">
        <pc:chgData name="Amanda Countryman" userId="0be1c61d-c610-49a2-ae7e-a4e60bd07712" providerId="ADAL" clId="{00873937-8841-4394-9081-668AB0E0F950}" dt="2026-08-25T01:53:43.320" v="0" actId="47"/>
        <pc:sldMkLst>
          <pc:docMk/>
          <pc:sldMk cId="0" sldId="419"/>
        </pc:sldMkLst>
      </pc:sldChg>
      <pc:sldChg chg="del">
        <pc:chgData name="Amanda Countryman" userId="0be1c61d-c610-49a2-ae7e-a4e60bd07712" providerId="ADAL" clId="{00873937-8841-4394-9081-668AB0E0F950}" dt="2026-08-25T01:53:43.320" v="0" actId="47"/>
        <pc:sldMkLst>
          <pc:docMk/>
          <pc:sldMk cId="0" sldId="420"/>
        </pc:sldMkLst>
      </pc:sldChg>
      <pc:sldChg chg="del">
        <pc:chgData name="Amanda Countryman" userId="0be1c61d-c610-49a2-ae7e-a4e60bd07712" providerId="ADAL" clId="{00873937-8841-4394-9081-668AB0E0F950}" dt="2026-08-25T01:53:43.320" v="0" actId="47"/>
        <pc:sldMkLst>
          <pc:docMk/>
          <pc:sldMk cId="0" sldId="421"/>
        </pc:sldMkLst>
      </pc:sldChg>
      <pc:sldChg chg="del">
        <pc:chgData name="Amanda Countryman" userId="0be1c61d-c610-49a2-ae7e-a4e60bd07712" providerId="ADAL" clId="{00873937-8841-4394-9081-668AB0E0F950}" dt="2026-08-25T01:53:43.320" v="0" actId="47"/>
        <pc:sldMkLst>
          <pc:docMk/>
          <pc:sldMk cId="0" sldId="422"/>
        </pc:sldMkLst>
      </pc:sldChg>
      <pc:sldChg chg="del">
        <pc:chgData name="Amanda Countryman" userId="0be1c61d-c610-49a2-ae7e-a4e60bd07712" providerId="ADAL" clId="{00873937-8841-4394-9081-668AB0E0F950}" dt="2026-08-25T01:53:43.320" v="0" actId="47"/>
        <pc:sldMkLst>
          <pc:docMk/>
          <pc:sldMk cId="0" sldId="423"/>
        </pc:sldMkLst>
      </pc:sldChg>
      <pc:sldChg chg="del">
        <pc:chgData name="Amanda Countryman" userId="0be1c61d-c610-49a2-ae7e-a4e60bd07712" providerId="ADAL" clId="{00873937-8841-4394-9081-668AB0E0F950}" dt="2026-08-25T01:53:43.320" v="0" actId="47"/>
        <pc:sldMkLst>
          <pc:docMk/>
          <pc:sldMk cId="0" sldId="424"/>
        </pc:sldMkLst>
      </pc:sldChg>
      <pc:sldChg chg="del">
        <pc:chgData name="Amanda Countryman" userId="0be1c61d-c610-49a2-ae7e-a4e60bd07712" providerId="ADAL" clId="{00873937-8841-4394-9081-668AB0E0F950}" dt="2026-08-25T01:53:43.320" v="0" actId="47"/>
        <pc:sldMkLst>
          <pc:docMk/>
          <pc:sldMk cId="0" sldId="425"/>
        </pc:sldMkLst>
      </pc:sldChg>
      <pc:sldChg chg="del">
        <pc:chgData name="Amanda Countryman" userId="0be1c61d-c610-49a2-ae7e-a4e60bd07712" providerId="ADAL" clId="{00873937-8841-4394-9081-668AB0E0F950}" dt="2026-08-25T01:53:43.320" v="0" actId="47"/>
        <pc:sldMkLst>
          <pc:docMk/>
          <pc:sldMk cId="0" sldId="426"/>
        </pc:sldMkLst>
      </pc:sldChg>
      <pc:sldChg chg="del">
        <pc:chgData name="Amanda Countryman" userId="0be1c61d-c610-49a2-ae7e-a4e60bd07712" providerId="ADAL" clId="{00873937-8841-4394-9081-668AB0E0F950}" dt="2026-08-25T01:53:43.320" v="0" actId="47"/>
        <pc:sldMkLst>
          <pc:docMk/>
          <pc:sldMk cId="0" sldId="427"/>
        </pc:sldMkLst>
      </pc:sldChg>
      <pc:sldChg chg="del">
        <pc:chgData name="Amanda Countryman" userId="0be1c61d-c610-49a2-ae7e-a4e60bd07712" providerId="ADAL" clId="{00873937-8841-4394-9081-668AB0E0F950}" dt="2026-08-25T01:53:43.320" v="0" actId="47"/>
        <pc:sldMkLst>
          <pc:docMk/>
          <pc:sldMk cId="0" sldId="428"/>
        </pc:sldMkLst>
      </pc:sldChg>
      <pc:sldChg chg="del">
        <pc:chgData name="Amanda Countryman" userId="0be1c61d-c610-49a2-ae7e-a4e60bd07712" providerId="ADAL" clId="{00873937-8841-4394-9081-668AB0E0F950}" dt="2026-08-25T01:53:43.320" v="0" actId="47"/>
        <pc:sldMkLst>
          <pc:docMk/>
          <pc:sldMk cId="0" sldId="429"/>
        </pc:sldMkLst>
      </pc:sldChg>
      <pc:sldChg chg="del">
        <pc:chgData name="Amanda Countryman" userId="0be1c61d-c610-49a2-ae7e-a4e60bd07712" providerId="ADAL" clId="{00873937-8841-4394-9081-668AB0E0F950}" dt="2026-08-25T01:53:43.320" v="0" actId="47"/>
        <pc:sldMkLst>
          <pc:docMk/>
          <pc:sldMk cId="0" sldId="430"/>
        </pc:sldMkLst>
      </pc:sldChg>
      <pc:sldChg chg="del">
        <pc:chgData name="Amanda Countryman" userId="0be1c61d-c610-49a2-ae7e-a4e60bd07712" providerId="ADAL" clId="{00873937-8841-4394-9081-668AB0E0F950}" dt="2026-08-25T01:53:43.320" v="0" actId="47"/>
        <pc:sldMkLst>
          <pc:docMk/>
          <pc:sldMk cId="0" sldId="431"/>
        </pc:sldMkLst>
      </pc:sldChg>
      <pc:sldChg chg="del">
        <pc:chgData name="Amanda Countryman" userId="0be1c61d-c610-49a2-ae7e-a4e60bd07712" providerId="ADAL" clId="{00873937-8841-4394-9081-668AB0E0F950}" dt="2026-08-25T01:53:43.320" v="0" actId="47"/>
        <pc:sldMkLst>
          <pc:docMk/>
          <pc:sldMk cId="0" sldId="432"/>
        </pc:sldMkLst>
      </pc:sldChg>
      <pc:sldChg chg="del">
        <pc:chgData name="Amanda Countryman" userId="0be1c61d-c610-49a2-ae7e-a4e60bd07712" providerId="ADAL" clId="{00873937-8841-4394-9081-668AB0E0F950}" dt="2026-08-25T01:53:43.320" v="0" actId="47"/>
        <pc:sldMkLst>
          <pc:docMk/>
          <pc:sldMk cId="0" sldId="433"/>
        </pc:sldMkLst>
      </pc:sldChg>
      <pc:sldChg chg="del">
        <pc:chgData name="Amanda Countryman" userId="0be1c61d-c610-49a2-ae7e-a4e60bd07712" providerId="ADAL" clId="{00873937-8841-4394-9081-668AB0E0F950}" dt="2026-08-25T01:53:43.320" v="0" actId="47"/>
        <pc:sldMkLst>
          <pc:docMk/>
          <pc:sldMk cId="0" sldId="434"/>
        </pc:sldMkLst>
      </pc:sldChg>
      <pc:sldChg chg="del">
        <pc:chgData name="Amanda Countryman" userId="0be1c61d-c610-49a2-ae7e-a4e60bd07712" providerId="ADAL" clId="{00873937-8841-4394-9081-668AB0E0F950}" dt="2026-08-25T01:53:43.320" v="0" actId="47"/>
        <pc:sldMkLst>
          <pc:docMk/>
          <pc:sldMk cId="0" sldId="435"/>
        </pc:sldMkLst>
      </pc:sldChg>
      <pc:sldChg chg="del">
        <pc:chgData name="Amanda Countryman" userId="0be1c61d-c610-49a2-ae7e-a4e60bd07712" providerId="ADAL" clId="{00873937-8841-4394-9081-668AB0E0F950}" dt="2026-08-25T01:53:43.320" v="0" actId="47"/>
        <pc:sldMkLst>
          <pc:docMk/>
          <pc:sldMk cId="0" sldId="436"/>
        </pc:sldMkLst>
      </pc:sldChg>
      <pc:sldChg chg="del">
        <pc:chgData name="Amanda Countryman" userId="0be1c61d-c610-49a2-ae7e-a4e60bd07712" providerId="ADAL" clId="{00873937-8841-4394-9081-668AB0E0F950}" dt="2026-08-25T01:53:43.320" v="0" actId="47"/>
        <pc:sldMkLst>
          <pc:docMk/>
          <pc:sldMk cId="0" sldId="437"/>
        </pc:sldMkLst>
      </pc:sldChg>
      <pc:sldChg chg="del">
        <pc:chgData name="Amanda Countryman" userId="0be1c61d-c610-49a2-ae7e-a4e60bd07712" providerId="ADAL" clId="{00873937-8841-4394-9081-668AB0E0F950}" dt="2026-08-25T01:53:43.320" v="0" actId="47"/>
        <pc:sldMkLst>
          <pc:docMk/>
          <pc:sldMk cId="0" sldId="438"/>
        </pc:sldMkLst>
      </pc:sldChg>
      <pc:sldChg chg="del">
        <pc:chgData name="Amanda Countryman" userId="0be1c61d-c610-49a2-ae7e-a4e60bd07712" providerId="ADAL" clId="{00873937-8841-4394-9081-668AB0E0F950}" dt="2026-08-25T01:53:43.320" v="0" actId="47"/>
        <pc:sldMkLst>
          <pc:docMk/>
          <pc:sldMk cId="0" sldId="439"/>
        </pc:sldMkLst>
      </pc:sldChg>
      <pc:sldChg chg="del">
        <pc:chgData name="Amanda Countryman" userId="0be1c61d-c610-49a2-ae7e-a4e60bd07712" providerId="ADAL" clId="{00873937-8841-4394-9081-668AB0E0F950}" dt="2026-08-25T01:53:43.320" v="0" actId="47"/>
        <pc:sldMkLst>
          <pc:docMk/>
          <pc:sldMk cId="0" sldId="440"/>
        </pc:sldMkLst>
      </pc:sldChg>
      <pc:sldChg chg="del">
        <pc:chgData name="Amanda Countryman" userId="0be1c61d-c610-49a2-ae7e-a4e60bd07712" providerId="ADAL" clId="{00873937-8841-4394-9081-668AB0E0F950}" dt="2026-08-25T01:53:43.320" v="0" actId="47"/>
        <pc:sldMkLst>
          <pc:docMk/>
          <pc:sldMk cId="0" sldId="441"/>
        </pc:sldMkLst>
      </pc:sldChg>
      <pc:sldChg chg="del">
        <pc:chgData name="Amanda Countryman" userId="0be1c61d-c610-49a2-ae7e-a4e60bd07712" providerId="ADAL" clId="{00873937-8841-4394-9081-668AB0E0F950}" dt="2026-08-25T01:53:43.320" v="0" actId="47"/>
        <pc:sldMkLst>
          <pc:docMk/>
          <pc:sldMk cId="0" sldId="442"/>
        </pc:sldMkLst>
      </pc:sldChg>
      <pc:sldChg chg="del">
        <pc:chgData name="Amanda Countryman" userId="0be1c61d-c610-49a2-ae7e-a4e60bd07712" providerId="ADAL" clId="{00873937-8841-4394-9081-668AB0E0F950}" dt="2026-08-25T01:53:43.320" v="0" actId="47"/>
        <pc:sldMkLst>
          <pc:docMk/>
          <pc:sldMk cId="0" sldId="443"/>
        </pc:sldMkLst>
      </pc:sldChg>
      <pc:sldChg chg="del">
        <pc:chgData name="Amanda Countryman" userId="0be1c61d-c610-49a2-ae7e-a4e60bd07712" providerId="ADAL" clId="{00873937-8841-4394-9081-668AB0E0F950}" dt="2026-08-25T01:53:43.320" v="0" actId="47"/>
        <pc:sldMkLst>
          <pc:docMk/>
          <pc:sldMk cId="0" sldId="444"/>
        </pc:sldMkLst>
      </pc:sldChg>
      <pc:sldChg chg="del">
        <pc:chgData name="Amanda Countryman" userId="0be1c61d-c610-49a2-ae7e-a4e60bd07712" providerId="ADAL" clId="{00873937-8841-4394-9081-668AB0E0F950}" dt="2026-08-25T01:53:43.320" v="0" actId="47"/>
        <pc:sldMkLst>
          <pc:docMk/>
          <pc:sldMk cId="0" sldId="445"/>
        </pc:sldMkLst>
      </pc:sldChg>
      <pc:sldChg chg="del">
        <pc:chgData name="Amanda Countryman" userId="0be1c61d-c610-49a2-ae7e-a4e60bd07712" providerId="ADAL" clId="{00873937-8841-4394-9081-668AB0E0F950}" dt="2026-08-25T01:53:43.320" v="0" actId="47"/>
        <pc:sldMkLst>
          <pc:docMk/>
          <pc:sldMk cId="0" sldId="446"/>
        </pc:sldMkLst>
      </pc:sldChg>
      <pc:sldChg chg="del">
        <pc:chgData name="Amanda Countryman" userId="0be1c61d-c610-49a2-ae7e-a4e60bd07712" providerId="ADAL" clId="{00873937-8841-4394-9081-668AB0E0F950}" dt="2026-08-25T01:53:43.320" v="0" actId="47"/>
        <pc:sldMkLst>
          <pc:docMk/>
          <pc:sldMk cId="0" sldId="447"/>
        </pc:sldMkLst>
      </pc:sldChg>
      <pc:sldChg chg="del">
        <pc:chgData name="Amanda Countryman" userId="0be1c61d-c610-49a2-ae7e-a4e60bd07712" providerId="ADAL" clId="{00873937-8841-4394-9081-668AB0E0F950}" dt="2026-08-25T01:53:43.320" v="0" actId="47"/>
        <pc:sldMkLst>
          <pc:docMk/>
          <pc:sldMk cId="0" sldId="448"/>
        </pc:sldMkLst>
      </pc:sldChg>
      <pc:sldChg chg="del">
        <pc:chgData name="Amanda Countryman" userId="0be1c61d-c610-49a2-ae7e-a4e60bd07712" providerId="ADAL" clId="{00873937-8841-4394-9081-668AB0E0F950}" dt="2026-08-25T01:53:43.320" v="0" actId="47"/>
        <pc:sldMkLst>
          <pc:docMk/>
          <pc:sldMk cId="0" sldId="449"/>
        </pc:sldMkLst>
      </pc:sldChg>
      <pc:sldChg chg="del">
        <pc:chgData name="Amanda Countryman" userId="0be1c61d-c610-49a2-ae7e-a4e60bd07712" providerId="ADAL" clId="{00873937-8841-4394-9081-668AB0E0F950}" dt="2026-08-25T01:53:43.320" v="0" actId="47"/>
        <pc:sldMkLst>
          <pc:docMk/>
          <pc:sldMk cId="0" sldId="450"/>
        </pc:sldMkLst>
      </pc:sldChg>
      <pc:sldChg chg="del">
        <pc:chgData name="Amanda Countryman" userId="0be1c61d-c610-49a2-ae7e-a4e60bd07712" providerId="ADAL" clId="{00873937-8841-4394-9081-668AB0E0F950}" dt="2026-08-25T01:53:43.320" v="0" actId="47"/>
        <pc:sldMkLst>
          <pc:docMk/>
          <pc:sldMk cId="0" sldId="451"/>
        </pc:sldMkLst>
      </pc:sldChg>
      <pc:sldChg chg="del">
        <pc:chgData name="Amanda Countryman" userId="0be1c61d-c610-49a2-ae7e-a4e60bd07712" providerId="ADAL" clId="{00873937-8841-4394-9081-668AB0E0F950}" dt="2026-08-25T01:53:43.320" v="0" actId="47"/>
        <pc:sldMkLst>
          <pc:docMk/>
          <pc:sldMk cId="0" sldId="452"/>
        </pc:sldMkLst>
      </pc:sldChg>
      <pc:sldChg chg="del">
        <pc:chgData name="Amanda Countryman" userId="0be1c61d-c610-49a2-ae7e-a4e60bd07712" providerId="ADAL" clId="{00873937-8841-4394-9081-668AB0E0F950}" dt="2026-08-25T01:53:43.320" v="0" actId="47"/>
        <pc:sldMkLst>
          <pc:docMk/>
          <pc:sldMk cId="0" sldId="454"/>
        </pc:sldMkLst>
      </pc:sldChg>
      <pc:sldChg chg="del">
        <pc:chgData name="Amanda Countryman" userId="0be1c61d-c610-49a2-ae7e-a4e60bd07712" providerId="ADAL" clId="{00873937-8841-4394-9081-668AB0E0F950}" dt="2026-08-25T01:53:43.320" v="0" actId="47"/>
        <pc:sldMkLst>
          <pc:docMk/>
          <pc:sldMk cId="0" sldId="455"/>
        </pc:sldMkLst>
      </pc:sldChg>
      <pc:sldChg chg="del">
        <pc:chgData name="Amanda Countryman" userId="0be1c61d-c610-49a2-ae7e-a4e60bd07712" providerId="ADAL" clId="{00873937-8841-4394-9081-668AB0E0F950}" dt="2026-08-25T01:53:43.320" v="0" actId="47"/>
        <pc:sldMkLst>
          <pc:docMk/>
          <pc:sldMk cId="0" sldId="456"/>
        </pc:sldMkLst>
      </pc:sldChg>
      <pc:sldChg chg="del">
        <pc:chgData name="Amanda Countryman" userId="0be1c61d-c610-49a2-ae7e-a4e60bd07712" providerId="ADAL" clId="{00873937-8841-4394-9081-668AB0E0F950}" dt="2026-08-25T01:53:43.320" v="0" actId="47"/>
        <pc:sldMkLst>
          <pc:docMk/>
          <pc:sldMk cId="0" sldId="457"/>
        </pc:sldMkLst>
      </pc:sldChg>
      <pc:sldChg chg="del">
        <pc:chgData name="Amanda Countryman" userId="0be1c61d-c610-49a2-ae7e-a4e60bd07712" providerId="ADAL" clId="{00873937-8841-4394-9081-668AB0E0F950}" dt="2026-08-25T01:53:56.003" v="1" actId="47"/>
        <pc:sldMkLst>
          <pc:docMk/>
          <pc:sldMk cId="0" sldId="467"/>
        </pc:sldMkLst>
      </pc:sldChg>
      <pc:sldChg chg="del">
        <pc:chgData name="Amanda Countryman" userId="0be1c61d-c610-49a2-ae7e-a4e60bd07712" providerId="ADAL" clId="{00873937-8841-4394-9081-668AB0E0F950}" dt="2026-08-25T01:53:56.003" v="1" actId="47"/>
        <pc:sldMkLst>
          <pc:docMk/>
          <pc:sldMk cId="0" sldId="468"/>
        </pc:sldMkLst>
      </pc:sldChg>
      <pc:sldChg chg="del">
        <pc:chgData name="Amanda Countryman" userId="0be1c61d-c610-49a2-ae7e-a4e60bd07712" providerId="ADAL" clId="{00873937-8841-4394-9081-668AB0E0F950}" dt="2026-08-25T01:53:56.003" v="1" actId="47"/>
        <pc:sldMkLst>
          <pc:docMk/>
          <pc:sldMk cId="0" sldId="469"/>
        </pc:sldMkLst>
      </pc:sldChg>
      <pc:sldChg chg="del">
        <pc:chgData name="Amanda Countryman" userId="0be1c61d-c610-49a2-ae7e-a4e60bd07712" providerId="ADAL" clId="{00873937-8841-4394-9081-668AB0E0F950}" dt="2026-08-25T01:53:56.003" v="1" actId="47"/>
        <pc:sldMkLst>
          <pc:docMk/>
          <pc:sldMk cId="0" sldId="470"/>
        </pc:sldMkLst>
      </pc:sldChg>
      <pc:sldChg chg="del">
        <pc:chgData name="Amanda Countryman" userId="0be1c61d-c610-49a2-ae7e-a4e60bd07712" providerId="ADAL" clId="{00873937-8841-4394-9081-668AB0E0F950}" dt="2026-08-25T01:53:56.003" v="1" actId="47"/>
        <pc:sldMkLst>
          <pc:docMk/>
          <pc:sldMk cId="0" sldId="471"/>
        </pc:sldMkLst>
      </pc:sldChg>
      <pc:sldChg chg="del">
        <pc:chgData name="Amanda Countryman" userId="0be1c61d-c610-49a2-ae7e-a4e60bd07712" providerId="ADAL" clId="{00873937-8841-4394-9081-668AB0E0F950}" dt="2026-08-25T01:53:56.003" v="1" actId="47"/>
        <pc:sldMkLst>
          <pc:docMk/>
          <pc:sldMk cId="0" sldId="472"/>
        </pc:sldMkLst>
      </pc:sldChg>
      <pc:sldChg chg="del">
        <pc:chgData name="Amanda Countryman" userId="0be1c61d-c610-49a2-ae7e-a4e60bd07712" providerId="ADAL" clId="{00873937-8841-4394-9081-668AB0E0F950}" dt="2026-08-25T01:53:56.003" v="1" actId="47"/>
        <pc:sldMkLst>
          <pc:docMk/>
          <pc:sldMk cId="0" sldId="473"/>
        </pc:sldMkLst>
      </pc:sldChg>
      <pc:sldChg chg="del">
        <pc:chgData name="Amanda Countryman" userId="0be1c61d-c610-49a2-ae7e-a4e60bd07712" providerId="ADAL" clId="{00873937-8841-4394-9081-668AB0E0F950}" dt="2026-08-25T01:53:56.003" v="1" actId="47"/>
        <pc:sldMkLst>
          <pc:docMk/>
          <pc:sldMk cId="0" sldId="474"/>
        </pc:sldMkLst>
      </pc:sldChg>
      <pc:sldChg chg="del">
        <pc:chgData name="Amanda Countryman" userId="0be1c61d-c610-49a2-ae7e-a4e60bd07712" providerId="ADAL" clId="{00873937-8841-4394-9081-668AB0E0F950}" dt="2026-08-25T01:53:56.003" v="1" actId="47"/>
        <pc:sldMkLst>
          <pc:docMk/>
          <pc:sldMk cId="0" sldId="475"/>
        </pc:sldMkLst>
      </pc:sldChg>
      <pc:sldChg chg="del">
        <pc:chgData name="Amanda Countryman" userId="0be1c61d-c610-49a2-ae7e-a4e60bd07712" providerId="ADAL" clId="{00873937-8841-4394-9081-668AB0E0F950}" dt="2026-08-25T01:53:56.003" v="1" actId="47"/>
        <pc:sldMkLst>
          <pc:docMk/>
          <pc:sldMk cId="0" sldId="476"/>
        </pc:sldMkLst>
      </pc:sldChg>
      <pc:sldChg chg="del">
        <pc:chgData name="Amanda Countryman" userId="0be1c61d-c610-49a2-ae7e-a4e60bd07712" providerId="ADAL" clId="{00873937-8841-4394-9081-668AB0E0F950}" dt="2026-08-25T01:53:56.003" v="1" actId="47"/>
        <pc:sldMkLst>
          <pc:docMk/>
          <pc:sldMk cId="0" sldId="477"/>
        </pc:sldMkLst>
      </pc:sldChg>
      <pc:sldChg chg="del">
        <pc:chgData name="Amanda Countryman" userId="0be1c61d-c610-49a2-ae7e-a4e60bd07712" providerId="ADAL" clId="{00873937-8841-4394-9081-668AB0E0F950}" dt="2026-08-25T01:53:56.003" v="1" actId="47"/>
        <pc:sldMkLst>
          <pc:docMk/>
          <pc:sldMk cId="0" sldId="478"/>
        </pc:sldMkLst>
      </pc:sldChg>
      <pc:sldChg chg="del">
        <pc:chgData name="Amanda Countryman" userId="0be1c61d-c610-49a2-ae7e-a4e60bd07712" providerId="ADAL" clId="{00873937-8841-4394-9081-668AB0E0F950}" dt="2026-08-25T01:53:56.003" v="1" actId="47"/>
        <pc:sldMkLst>
          <pc:docMk/>
          <pc:sldMk cId="0" sldId="479"/>
        </pc:sldMkLst>
      </pc:sldChg>
      <pc:sldChg chg="del">
        <pc:chgData name="Amanda Countryman" userId="0be1c61d-c610-49a2-ae7e-a4e60bd07712" providerId="ADAL" clId="{00873937-8841-4394-9081-668AB0E0F950}" dt="2026-08-25T01:53:56.003" v="1" actId="47"/>
        <pc:sldMkLst>
          <pc:docMk/>
          <pc:sldMk cId="0" sldId="480"/>
        </pc:sldMkLst>
      </pc:sldChg>
      <pc:sldChg chg="del">
        <pc:chgData name="Amanda Countryman" userId="0be1c61d-c610-49a2-ae7e-a4e60bd07712" providerId="ADAL" clId="{00873937-8841-4394-9081-668AB0E0F950}" dt="2026-08-25T01:53:56.003" v="1" actId="47"/>
        <pc:sldMkLst>
          <pc:docMk/>
          <pc:sldMk cId="0" sldId="481"/>
        </pc:sldMkLst>
      </pc:sldChg>
      <pc:sldChg chg="del">
        <pc:chgData name="Amanda Countryman" userId="0be1c61d-c610-49a2-ae7e-a4e60bd07712" providerId="ADAL" clId="{00873937-8841-4394-9081-668AB0E0F950}" dt="2026-08-25T01:53:56.003" v="1" actId="47"/>
        <pc:sldMkLst>
          <pc:docMk/>
          <pc:sldMk cId="0" sldId="482"/>
        </pc:sldMkLst>
      </pc:sldChg>
      <pc:sldChg chg="del">
        <pc:chgData name="Amanda Countryman" userId="0be1c61d-c610-49a2-ae7e-a4e60bd07712" providerId="ADAL" clId="{00873937-8841-4394-9081-668AB0E0F950}" dt="2026-08-25T01:53:56.003" v="1" actId="47"/>
        <pc:sldMkLst>
          <pc:docMk/>
          <pc:sldMk cId="0" sldId="483"/>
        </pc:sldMkLst>
      </pc:sldChg>
      <pc:sldChg chg="del">
        <pc:chgData name="Amanda Countryman" userId="0be1c61d-c610-49a2-ae7e-a4e60bd07712" providerId="ADAL" clId="{00873937-8841-4394-9081-668AB0E0F950}" dt="2026-08-25T01:53:56.003" v="1" actId="47"/>
        <pc:sldMkLst>
          <pc:docMk/>
          <pc:sldMk cId="0" sldId="484"/>
        </pc:sldMkLst>
      </pc:sldChg>
      <pc:sldChg chg="del">
        <pc:chgData name="Amanda Countryman" userId="0be1c61d-c610-49a2-ae7e-a4e60bd07712" providerId="ADAL" clId="{00873937-8841-4394-9081-668AB0E0F950}" dt="2026-08-25T01:53:56.003" v="1" actId="47"/>
        <pc:sldMkLst>
          <pc:docMk/>
          <pc:sldMk cId="0" sldId="485"/>
        </pc:sldMkLst>
      </pc:sldChg>
      <pc:sldChg chg="del">
        <pc:chgData name="Amanda Countryman" userId="0be1c61d-c610-49a2-ae7e-a4e60bd07712" providerId="ADAL" clId="{00873937-8841-4394-9081-668AB0E0F950}" dt="2026-08-25T01:53:56.003" v="1" actId="47"/>
        <pc:sldMkLst>
          <pc:docMk/>
          <pc:sldMk cId="0" sldId="486"/>
        </pc:sldMkLst>
      </pc:sldChg>
      <pc:sldChg chg="del">
        <pc:chgData name="Amanda Countryman" userId="0be1c61d-c610-49a2-ae7e-a4e60bd07712" providerId="ADAL" clId="{00873937-8841-4394-9081-668AB0E0F950}" dt="2026-08-25T01:53:56.003" v="1" actId="47"/>
        <pc:sldMkLst>
          <pc:docMk/>
          <pc:sldMk cId="0" sldId="487"/>
        </pc:sldMkLst>
      </pc:sldChg>
      <pc:sldChg chg="del">
        <pc:chgData name="Amanda Countryman" userId="0be1c61d-c610-49a2-ae7e-a4e60bd07712" providerId="ADAL" clId="{00873937-8841-4394-9081-668AB0E0F950}" dt="2026-08-25T01:53:56.003" v="1" actId="47"/>
        <pc:sldMkLst>
          <pc:docMk/>
          <pc:sldMk cId="0" sldId="488"/>
        </pc:sldMkLst>
      </pc:sldChg>
      <pc:sldChg chg="del">
        <pc:chgData name="Amanda Countryman" userId="0be1c61d-c610-49a2-ae7e-a4e60bd07712" providerId="ADAL" clId="{00873937-8841-4394-9081-668AB0E0F950}" dt="2026-08-25T01:53:56.003" v="1" actId="47"/>
        <pc:sldMkLst>
          <pc:docMk/>
          <pc:sldMk cId="0" sldId="489"/>
        </pc:sldMkLst>
      </pc:sldChg>
      <pc:sldChg chg="del">
        <pc:chgData name="Amanda Countryman" userId="0be1c61d-c610-49a2-ae7e-a4e60bd07712" providerId="ADAL" clId="{00873937-8841-4394-9081-668AB0E0F950}" dt="2026-08-25T01:53:56.003" v="1" actId="47"/>
        <pc:sldMkLst>
          <pc:docMk/>
          <pc:sldMk cId="0" sldId="490"/>
        </pc:sldMkLst>
      </pc:sldChg>
      <pc:sldChg chg="del">
        <pc:chgData name="Amanda Countryman" userId="0be1c61d-c610-49a2-ae7e-a4e60bd07712" providerId="ADAL" clId="{00873937-8841-4394-9081-668AB0E0F950}" dt="2026-08-25T01:53:56.003" v="1" actId="47"/>
        <pc:sldMkLst>
          <pc:docMk/>
          <pc:sldMk cId="0" sldId="491"/>
        </pc:sldMkLst>
      </pc:sldChg>
      <pc:sldChg chg="del">
        <pc:chgData name="Amanda Countryman" userId="0be1c61d-c610-49a2-ae7e-a4e60bd07712" providerId="ADAL" clId="{00873937-8841-4394-9081-668AB0E0F950}" dt="2026-08-25T01:53:56.003" v="1" actId="47"/>
        <pc:sldMkLst>
          <pc:docMk/>
          <pc:sldMk cId="0" sldId="492"/>
        </pc:sldMkLst>
      </pc:sldChg>
      <pc:sldChg chg="del">
        <pc:chgData name="Amanda Countryman" userId="0be1c61d-c610-49a2-ae7e-a4e60bd07712" providerId="ADAL" clId="{00873937-8841-4394-9081-668AB0E0F950}" dt="2026-08-25T01:53:56.003" v="1" actId="47"/>
        <pc:sldMkLst>
          <pc:docMk/>
          <pc:sldMk cId="0" sldId="493"/>
        </pc:sldMkLst>
      </pc:sldChg>
      <pc:sldChg chg="del">
        <pc:chgData name="Amanda Countryman" userId="0be1c61d-c610-49a2-ae7e-a4e60bd07712" providerId="ADAL" clId="{00873937-8841-4394-9081-668AB0E0F950}" dt="2026-08-25T01:53:56.003" v="1" actId="47"/>
        <pc:sldMkLst>
          <pc:docMk/>
          <pc:sldMk cId="0" sldId="494"/>
        </pc:sldMkLst>
      </pc:sldChg>
      <pc:sldChg chg="del">
        <pc:chgData name="Amanda Countryman" userId="0be1c61d-c610-49a2-ae7e-a4e60bd07712" providerId="ADAL" clId="{00873937-8841-4394-9081-668AB0E0F950}" dt="2026-08-25T01:53:56.003" v="1" actId="47"/>
        <pc:sldMkLst>
          <pc:docMk/>
          <pc:sldMk cId="0" sldId="495"/>
        </pc:sldMkLst>
      </pc:sldChg>
      <pc:sldChg chg="del">
        <pc:chgData name="Amanda Countryman" userId="0be1c61d-c610-49a2-ae7e-a4e60bd07712" providerId="ADAL" clId="{00873937-8841-4394-9081-668AB0E0F950}" dt="2026-08-25T01:53:56.003" v="1" actId="47"/>
        <pc:sldMkLst>
          <pc:docMk/>
          <pc:sldMk cId="0" sldId="496"/>
        </pc:sldMkLst>
      </pc:sldChg>
      <pc:sldChg chg="del">
        <pc:chgData name="Amanda Countryman" userId="0be1c61d-c610-49a2-ae7e-a4e60bd07712" providerId="ADAL" clId="{00873937-8841-4394-9081-668AB0E0F950}" dt="2026-08-25T01:53:56.003" v="1" actId="47"/>
        <pc:sldMkLst>
          <pc:docMk/>
          <pc:sldMk cId="0" sldId="497"/>
        </pc:sldMkLst>
      </pc:sldChg>
      <pc:sldChg chg="del">
        <pc:chgData name="Amanda Countryman" userId="0be1c61d-c610-49a2-ae7e-a4e60bd07712" providerId="ADAL" clId="{00873937-8841-4394-9081-668AB0E0F950}" dt="2026-08-25T01:53:56.003" v="1" actId="47"/>
        <pc:sldMkLst>
          <pc:docMk/>
          <pc:sldMk cId="0" sldId="498"/>
        </pc:sldMkLst>
      </pc:sldChg>
      <pc:sldChg chg="del">
        <pc:chgData name="Amanda Countryman" userId="0be1c61d-c610-49a2-ae7e-a4e60bd07712" providerId="ADAL" clId="{00873937-8841-4394-9081-668AB0E0F950}" dt="2026-08-25T01:53:56.003" v="1" actId="47"/>
        <pc:sldMkLst>
          <pc:docMk/>
          <pc:sldMk cId="0" sldId="499"/>
        </pc:sldMkLst>
      </pc:sldChg>
      <pc:sldChg chg="del">
        <pc:chgData name="Amanda Countryman" userId="0be1c61d-c610-49a2-ae7e-a4e60bd07712" providerId="ADAL" clId="{00873937-8841-4394-9081-668AB0E0F950}" dt="2026-08-25T01:53:56.003" v="1" actId="47"/>
        <pc:sldMkLst>
          <pc:docMk/>
          <pc:sldMk cId="0" sldId="500"/>
        </pc:sldMkLst>
      </pc:sldChg>
      <pc:sldChg chg="del">
        <pc:chgData name="Amanda Countryman" userId="0be1c61d-c610-49a2-ae7e-a4e60bd07712" providerId="ADAL" clId="{00873937-8841-4394-9081-668AB0E0F950}" dt="2026-08-25T01:53:56.003" v="1" actId="47"/>
        <pc:sldMkLst>
          <pc:docMk/>
          <pc:sldMk cId="0" sldId="501"/>
        </pc:sldMkLst>
      </pc:sldChg>
      <pc:sldChg chg="del">
        <pc:chgData name="Amanda Countryman" userId="0be1c61d-c610-49a2-ae7e-a4e60bd07712" providerId="ADAL" clId="{00873937-8841-4394-9081-668AB0E0F950}" dt="2026-08-25T01:53:56.003" v="1" actId="47"/>
        <pc:sldMkLst>
          <pc:docMk/>
          <pc:sldMk cId="0" sldId="502"/>
        </pc:sldMkLst>
      </pc:sldChg>
      <pc:sldChg chg="del">
        <pc:chgData name="Amanda Countryman" userId="0be1c61d-c610-49a2-ae7e-a4e60bd07712" providerId="ADAL" clId="{00873937-8841-4394-9081-668AB0E0F950}" dt="2026-08-25T01:53:56.003" v="1" actId="47"/>
        <pc:sldMkLst>
          <pc:docMk/>
          <pc:sldMk cId="0" sldId="503"/>
        </pc:sldMkLst>
      </pc:sldChg>
      <pc:sldChg chg="del">
        <pc:chgData name="Amanda Countryman" userId="0be1c61d-c610-49a2-ae7e-a4e60bd07712" providerId="ADAL" clId="{00873937-8841-4394-9081-668AB0E0F950}" dt="2026-08-25T01:53:56.003" v="1" actId="47"/>
        <pc:sldMkLst>
          <pc:docMk/>
          <pc:sldMk cId="0" sldId="504"/>
        </pc:sldMkLst>
      </pc:sldChg>
      <pc:sldChg chg="del">
        <pc:chgData name="Amanda Countryman" userId="0be1c61d-c610-49a2-ae7e-a4e60bd07712" providerId="ADAL" clId="{00873937-8841-4394-9081-668AB0E0F950}" dt="2026-08-25T01:53:56.003" v="1" actId="47"/>
        <pc:sldMkLst>
          <pc:docMk/>
          <pc:sldMk cId="0" sldId="505"/>
        </pc:sldMkLst>
      </pc:sldChg>
      <pc:sldChg chg="del">
        <pc:chgData name="Amanda Countryman" userId="0be1c61d-c610-49a2-ae7e-a4e60bd07712" providerId="ADAL" clId="{00873937-8841-4394-9081-668AB0E0F950}" dt="2026-08-25T01:53:56.003" v="1" actId="47"/>
        <pc:sldMkLst>
          <pc:docMk/>
          <pc:sldMk cId="0" sldId="506"/>
        </pc:sldMkLst>
      </pc:sldChg>
      <pc:sldChg chg="del">
        <pc:chgData name="Amanda Countryman" userId="0be1c61d-c610-49a2-ae7e-a4e60bd07712" providerId="ADAL" clId="{00873937-8841-4394-9081-668AB0E0F950}" dt="2026-08-25T01:53:56.003" v="1" actId="47"/>
        <pc:sldMkLst>
          <pc:docMk/>
          <pc:sldMk cId="0" sldId="507"/>
        </pc:sldMkLst>
      </pc:sldChg>
      <pc:sldChg chg="del">
        <pc:chgData name="Amanda Countryman" userId="0be1c61d-c610-49a2-ae7e-a4e60bd07712" providerId="ADAL" clId="{00873937-8841-4394-9081-668AB0E0F950}" dt="2026-08-25T01:53:56.003" v="1" actId="47"/>
        <pc:sldMkLst>
          <pc:docMk/>
          <pc:sldMk cId="0" sldId="508"/>
        </pc:sldMkLst>
      </pc:sldChg>
      <pc:sldChg chg="del">
        <pc:chgData name="Amanda Countryman" userId="0be1c61d-c610-49a2-ae7e-a4e60bd07712" providerId="ADAL" clId="{00873937-8841-4394-9081-668AB0E0F950}" dt="2026-08-25T01:53:56.003" v="1" actId="47"/>
        <pc:sldMkLst>
          <pc:docMk/>
          <pc:sldMk cId="0" sldId="509"/>
        </pc:sldMkLst>
      </pc:sldChg>
      <pc:sldChg chg="del">
        <pc:chgData name="Amanda Countryman" userId="0be1c61d-c610-49a2-ae7e-a4e60bd07712" providerId="ADAL" clId="{00873937-8841-4394-9081-668AB0E0F950}" dt="2026-08-25T01:53:56.003" v="1" actId="47"/>
        <pc:sldMkLst>
          <pc:docMk/>
          <pc:sldMk cId="0" sldId="510"/>
        </pc:sldMkLst>
      </pc:sldChg>
      <pc:sldChg chg="del">
        <pc:chgData name="Amanda Countryman" userId="0be1c61d-c610-49a2-ae7e-a4e60bd07712" providerId="ADAL" clId="{00873937-8841-4394-9081-668AB0E0F950}" dt="2026-08-25T01:53:56.003" v="1" actId="47"/>
        <pc:sldMkLst>
          <pc:docMk/>
          <pc:sldMk cId="0" sldId="511"/>
        </pc:sldMkLst>
      </pc:sldChg>
      <pc:sldChg chg="del">
        <pc:chgData name="Amanda Countryman" userId="0be1c61d-c610-49a2-ae7e-a4e60bd07712" providerId="ADAL" clId="{00873937-8841-4394-9081-668AB0E0F950}" dt="2026-08-25T01:53:56.003" v="1" actId="47"/>
        <pc:sldMkLst>
          <pc:docMk/>
          <pc:sldMk cId="0" sldId="512"/>
        </pc:sldMkLst>
      </pc:sldChg>
      <pc:sldChg chg="del">
        <pc:chgData name="Amanda Countryman" userId="0be1c61d-c610-49a2-ae7e-a4e60bd07712" providerId="ADAL" clId="{00873937-8841-4394-9081-668AB0E0F950}" dt="2026-08-25T01:53:56.003" v="1" actId="47"/>
        <pc:sldMkLst>
          <pc:docMk/>
          <pc:sldMk cId="0" sldId="513"/>
        </pc:sldMkLst>
      </pc:sldChg>
      <pc:sldChg chg="del">
        <pc:chgData name="Amanda Countryman" userId="0be1c61d-c610-49a2-ae7e-a4e60bd07712" providerId="ADAL" clId="{00873937-8841-4394-9081-668AB0E0F950}" dt="2026-08-25T01:53:56.003" v="1" actId="47"/>
        <pc:sldMkLst>
          <pc:docMk/>
          <pc:sldMk cId="0" sldId="514"/>
        </pc:sldMkLst>
      </pc:sldChg>
      <pc:sldChg chg="del">
        <pc:chgData name="Amanda Countryman" userId="0be1c61d-c610-49a2-ae7e-a4e60bd07712" providerId="ADAL" clId="{00873937-8841-4394-9081-668AB0E0F950}" dt="2026-08-25T01:53:56.003" v="1" actId="47"/>
        <pc:sldMkLst>
          <pc:docMk/>
          <pc:sldMk cId="0" sldId="515"/>
        </pc:sldMkLst>
      </pc:sldChg>
      <pc:sldChg chg="del">
        <pc:chgData name="Amanda Countryman" userId="0be1c61d-c610-49a2-ae7e-a4e60bd07712" providerId="ADAL" clId="{00873937-8841-4394-9081-668AB0E0F950}" dt="2026-08-25T01:53:56.003" v="1" actId="47"/>
        <pc:sldMkLst>
          <pc:docMk/>
          <pc:sldMk cId="0" sldId="516"/>
        </pc:sldMkLst>
      </pc:sldChg>
      <pc:sldChg chg="del">
        <pc:chgData name="Amanda Countryman" userId="0be1c61d-c610-49a2-ae7e-a4e60bd07712" providerId="ADAL" clId="{00873937-8841-4394-9081-668AB0E0F950}" dt="2026-08-25T01:53:56.003" v="1" actId="47"/>
        <pc:sldMkLst>
          <pc:docMk/>
          <pc:sldMk cId="0" sldId="518"/>
        </pc:sldMkLst>
      </pc:sldChg>
      <pc:sldChg chg="del">
        <pc:chgData name="Amanda Countryman" userId="0be1c61d-c610-49a2-ae7e-a4e60bd07712" providerId="ADAL" clId="{00873937-8841-4394-9081-668AB0E0F950}" dt="2026-08-25T01:53:56.003" v="1" actId="47"/>
        <pc:sldMkLst>
          <pc:docMk/>
          <pc:sldMk cId="0" sldId="519"/>
        </pc:sldMkLst>
      </pc:sldChg>
      <pc:sldChg chg="del">
        <pc:chgData name="Amanda Countryman" userId="0be1c61d-c610-49a2-ae7e-a4e60bd07712" providerId="ADAL" clId="{00873937-8841-4394-9081-668AB0E0F950}" dt="2026-08-25T01:53:56.003" v="1" actId="47"/>
        <pc:sldMkLst>
          <pc:docMk/>
          <pc:sldMk cId="0" sldId="520"/>
        </pc:sldMkLst>
      </pc:sldChg>
      <pc:sldChg chg="del">
        <pc:chgData name="Amanda Countryman" userId="0be1c61d-c610-49a2-ae7e-a4e60bd07712" providerId="ADAL" clId="{00873937-8841-4394-9081-668AB0E0F950}" dt="2026-08-25T01:53:56.003" v="1" actId="47"/>
        <pc:sldMkLst>
          <pc:docMk/>
          <pc:sldMk cId="0" sldId="521"/>
        </pc:sldMkLst>
      </pc:sldChg>
      <pc:sldChg chg="del">
        <pc:chgData name="Amanda Countryman" userId="0be1c61d-c610-49a2-ae7e-a4e60bd07712" providerId="ADAL" clId="{00873937-8841-4394-9081-668AB0E0F950}" dt="2026-08-25T01:53:56.003" v="1" actId="47"/>
        <pc:sldMkLst>
          <pc:docMk/>
          <pc:sldMk cId="0" sldId="522"/>
        </pc:sldMkLst>
      </pc:sldChg>
      <pc:sldChg chg="del">
        <pc:chgData name="Amanda Countryman" userId="0be1c61d-c610-49a2-ae7e-a4e60bd07712" providerId="ADAL" clId="{00873937-8841-4394-9081-668AB0E0F950}" dt="2026-08-25T01:53:56.003" v="1" actId="47"/>
        <pc:sldMkLst>
          <pc:docMk/>
          <pc:sldMk cId="0" sldId="523"/>
        </pc:sldMkLst>
      </pc:sldChg>
      <pc:sldChg chg="del">
        <pc:chgData name="Amanda Countryman" userId="0be1c61d-c610-49a2-ae7e-a4e60bd07712" providerId="ADAL" clId="{00873937-8841-4394-9081-668AB0E0F950}" dt="2026-08-25T01:53:56.003" v="1" actId="47"/>
        <pc:sldMkLst>
          <pc:docMk/>
          <pc:sldMk cId="0" sldId="524"/>
        </pc:sldMkLst>
      </pc:sldChg>
      <pc:sldChg chg="del">
        <pc:chgData name="Amanda Countryman" userId="0be1c61d-c610-49a2-ae7e-a4e60bd07712" providerId="ADAL" clId="{00873937-8841-4394-9081-668AB0E0F950}" dt="2026-08-25T01:53:56.003" v="1" actId="47"/>
        <pc:sldMkLst>
          <pc:docMk/>
          <pc:sldMk cId="0" sldId="525"/>
        </pc:sldMkLst>
      </pc:sldChg>
      <pc:sldChg chg="del">
        <pc:chgData name="Amanda Countryman" userId="0be1c61d-c610-49a2-ae7e-a4e60bd07712" providerId="ADAL" clId="{00873937-8841-4394-9081-668AB0E0F950}" dt="2026-08-25T01:53:56.003" v="1" actId="47"/>
        <pc:sldMkLst>
          <pc:docMk/>
          <pc:sldMk cId="0" sldId="526"/>
        </pc:sldMkLst>
      </pc:sldChg>
      <pc:sldChg chg="del">
        <pc:chgData name="Amanda Countryman" userId="0be1c61d-c610-49a2-ae7e-a4e60bd07712" providerId="ADAL" clId="{00873937-8841-4394-9081-668AB0E0F950}" dt="2026-08-25T01:53:56.003" v="1" actId="47"/>
        <pc:sldMkLst>
          <pc:docMk/>
          <pc:sldMk cId="0" sldId="527"/>
        </pc:sldMkLst>
      </pc:sldChg>
      <pc:sldChg chg="del">
        <pc:chgData name="Amanda Countryman" userId="0be1c61d-c610-49a2-ae7e-a4e60bd07712" providerId="ADAL" clId="{00873937-8841-4394-9081-668AB0E0F950}" dt="2026-08-25T01:53:56.003" v="1" actId="47"/>
        <pc:sldMkLst>
          <pc:docMk/>
          <pc:sldMk cId="0" sldId="528"/>
        </pc:sldMkLst>
      </pc:sldChg>
      <pc:sldChg chg="del">
        <pc:chgData name="Amanda Countryman" userId="0be1c61d-c610-49a2-ae7e-a4e60bd07712" providerId="ADAL" clId="{00873937-8841-4394-9081-668AB0E0F950}" dt="2026-08-25T01:53:56.003" v="1" actId="47"/>
        <pc:sldMkLst>
          <pc:docMk/>
          <pc:sldMk cId="0" sldId="529"/>
        </pc:sldMkLst>
      </pc:sldChg>
      <pc:sldChg chg="del">
        <pc:chgData name="Amanda Countryman" userId="0be1c61d-c610-49a2-ae7e-a4e60bd07712" providerId="ADAL" clId="{00873937-8841-4394-9081-668AB0E0F950}" dt="2026-08-25T01:53:56.003" v="1" actId="47"/>
        <pc:sldMkLst>
          <pc:docMk/>
          <pc:sldMk cId="0" sldId="530"/>
        </pc:sldMkLst>
      </pc:sldChg>
      <pc:sldChg chg="del">
        <pc:chgData name="Amanda Countryman" userId="0be1c61d-c610-49a2-ae7e-a4e60bd07712" providerId="ADAL" clId="{00873937-8841-4394-9081-668AB0E0F950}" dt="2026-08-25T01:53:56.003" v="1" actId="47"/>
        <pc:sldMkLst>
          <pc:docMk/>
          <pc:sldMk cId="0" sldId="531"/>
        </pc:sldMkLst>
      </pc:sldChg>
      <pc:sldChg chg="del">
        <pc:chgData name="Amanda Countryman" userId="0be1c61d-c610-49a2-ae7e-a4e60bd07712" providerId="ADAL" clId="{00873937-8841-4394-9081-668AB0E0F950}" dt="2026-08-25T01:53:56.003" v="1" actId="47"/>
        <pc:sldMkLst>
          <pc:docMk/>
          <pc:sldMk cId="0" sldId="532"/>
        </pc:sldMkLst>
      </pc:sldChg>
      <pc:sldChg chg="del">
        <pc:chgData name="Amanda Countryman" userId="0be1c61d-c610-49a2-ae7e-a4e60bd07712" providerId="ADAL" clId="{00873937-8841-4394-9081-668AB0E0F950}" dt="2026-08-25T01:53:56.003" v="1" actId="47"/>
        <pc:sldMkLst>
          <pc:docMk/>
          <pc:sldMk cId="0" sldId="533"/>
        </pc:sldMkLst>
      </pc:sldChg>
      <pc:sldChg chg="del">
        <pc:chgData name="Amanda Countryman" userId="0be1c61d-c610-49a2-ae7e-a4e60bd07712" providerId="ADAL" clId="{00873937-8841-4394-9081-668AB0E0F950}" dt="2026-08-25T01:53:56.003" v="1" actId="47"/>
        <pc:sldMkLst>
          <pc:docMk/>
          <pc:sldMk cId="0" sldId="534"/>
        </pc:sldMkLst>
      </pc:sldChg>
      <pc:sldChg chg="del">
        <pc:chgData name="Amanda Countryman" userId="0be1c61d-c610-49a2-ae7e-a4e60bd07712" providerId="ADAL" clId="{00873937-8841-4394-9081-668AB0E0F950}" dt="2026-08-25T01:53:56.003" v="1" actId="47"/>
        <pc:sldMkLst>
          <pc:docMk/>
          <pc:sldMk cId="0" sldId="535"/>
        </pc:sldMkLst>
      </pc:sldChg>
      <pc:sldChg chg="del">
        <pc:chgData name="Amanda Countryman" userId="0be1c61d-c610-49a2-ae7e-a4e60bd07712" providerId="ADAL" clId="{00873937-8841-4394-9081-668AB0E0F950}" dt="2026-08-25T01:53:56.003" v="1" actId="47"/>
        <pc:sldMkLst>
          <pc:docMk/>
          <pc:sldMk cId="0" sldId="536"/>
        </pc:sldMkLst>
      </pc:sldChg>
      <pc:sldChg chg="del">
        <pc:chgData name="Amanda Countryman" userId="0be1c61d-c610-49a2-ae7e-a4e60bd07712" providerId="ADAL" clId="{00873937-8841-4394-9081-668AB0E0F950}" dt="2026-08-25T01:53:56.003" v="1" actId="47"/>
        <pc:sldMkLst>
          <pc:docMk/>
          <pc:sldMk cId="0" sldId="537"/>
        </pc:sldMkLst>
      </pc:sldChg>
      <pc:sldChg chg="del">
        <pc:chgData name="Amanda Countryman" userId="0be1c61d-c610-49a2-ae7e-a4e60bd07712" providerId="ADAL" clId="{00873937-8841-4394-9081-668AB0E0F950}" dt="2026-08-25T01:53:56.003" v="1" actId="47"/>
        <pc:sldMkLst>
          <pc:docMk/>
          <pc:sldMk cId="0" sldId="538"/>
        </pc:sldMkLst>
      </pc:sldChg>
      <pc:sldChg chg="del">
        <pc:chgData name="Amanda Countryman" userId="0be1c61d-c610-49a2-ae7e-a4e60bd07712" providerId="ADAL" clId="{00873937-8841-4394-9081-668AB0E0F950}" dt="2026-08-25T01:53:56.003" v="1" actId="47"/>
        <pc:sldMkLst>
          <pc:docMk/>
          <pc:sldMk cId="0" sldId="539"/>
        </pc:sldMkLst>
      </pc:sldChg>
      <pc:sldChg chg="del">
        <pc:chgData name="Amanda Countryman" userId="0be1c61d-c610-49a2-ae7e-a4e60bd07712" providerId="ADAL" clId="{00873937-8841-4394-9081-668AB0E0F950}" dt="2026-08-25T01:53:56.003" v="1" actId="47"/>
        <pc:sldMkLst>
          <pc:docMk/>
          <pc:sldMk cId="0" sldId="540"/>
        </pc:sldMkLst>
      </pc:sldChg>
      <pc:sldChg chg="del">
        <pc:chgData name="Amanda Countryman" userId="0be1c61d-c610-49a2-ae7e-a4e60bd07712" providerId="ADAL" clId="{00873937-8841-4394-9081-668AB0E0F950}" dt="2026-08-25T01:53:56.003" v="1" actId="47"/>
        <pc:sldMkLst>
          <pc:docMk/>
          <pc:sldMk cId="0" sldId="541"/>
        </pc:sldMkLst>
      </pc:sldChg>
      <pc:sldChg chg="del">
        <pc:chgData name="Amanda Countryman" userId="0be1c61d-c610-49a2-ae7e-a4e60bd07712" providerId="ADAL" clId="{00873937-8841-4394-9081-668AB0E0F950}" dt="2026-08-25T01:53:56.003" v="1" actId="47"/>
        <pc:sldMkLst>
          <pc:docMk/>
          <pc:sldMk cId="0" sldId="542"/>
        </pc:sldMkLst>
      </pc:sldChg>
      <pc:sldChg chg="del">
        <pc:chgData name="Amanda Countryman" userId="0be1c61d-c610-49a2-ae7e-a4e60bd07712" providerId="ADAL" clId="{00873937-8841-4394-9081-668AB0E0F950}" dt="2026-08-25T01:53:56.003" v="1" actId="47"/>
        <pc:sldMkLst>
          <pc:docMk/>
          <pc:sldMk cId="0" sldId="543"/>
        </pc:sldMkLst>
      </pc:sldChg>
      <pc:sldChg chg="del">
        <pc:chgData name="Amanda Countryman" userId="0be1c61d-c610-49a2-ae7e-a4e60bd07712" providerId="ADAL" clId="{00873937-8841-4394-9081-668AB0E0F950}" dt="2026-08-25T01:53:56.003" v="1" actId="47"/>
        <pc:sldMkLst>
          <pc:docMk/>
          <pc:sldMk cId="0" sldId="544"/>
        </pc:sldMkLst>
      </pc:sldChg>
      <pc:sldChg chg="del">
        <pc:chgData name="Amanda Countryman" userId="0be1c61d-c610-49a2-ae7e-a4e60bd07712" providerId="ADAL" clId="{00873937-8841-4394-9081-668AB0E0F950}" dt="2026-08-25T01:53:56.003" v="1" actId="47"/>
        <pc:sldMkLst>
          <pc:docMk/>
          <pc:sldMk cId="0" sldId="545"/>
        </pc:sldMkLst>
      </pc:sldChg>
      <pc:sldChg chg="del">
        <pc:chgData name="Amanda Countryman" userId="0be1c61d-c610-49a2-ae7e-a4e60bd07712" providerId="ADAL" clId="{00873937-8841-4394-9081-668AB0E0F950}" dt="2026-08-25T01:53:56.003" v="1" actId="47"/>
        <pc:sldMkLst>
          <pc:docMk/>
          <pc:sldMk cId="0" sldId="546"/>
        </pc:sldMkLst>
      </pc:sldChg>
      <pc:sldChg chg="del">
        <pc:chgData name="Amanda Countryman" userId="0be1c61d-c610-49a2-ae7e-a4e60bd07712" providerId="ADAL" clId="{00873937-8841-4394-9081-668AB0E0F950}" dt="2026-08-25T01:53:56.003" v="1" actId="47"/>
        <pc:sldMkLst>
          <pc:docMk/>
          <pc:sldMk cId="0" sldId="547"/>
        </pc:sldMkLst>
      </pc:sldChg>
      <pc:sldChg chg="del">
        <pc:chgData name="Amanda Countryman" userId="0be1c61d-c610-49a2-ae7e-a4e60bd07712" providerId="ADAL" clId="{00873937-8841-4394-9081-668AB0E0F950}" dt="2026-08-25T01:53:56.003" v="1" actId="47"/>
        <pc:sldMkLst>
          <pc:docMk/>
          <pc:sldMk cId="0" sldId="548"/>
        </pc:sldMkLst>
      </pc:sldChg>
      <pc:sldChg chg="del">
        <pc:chgData name="Amanda Countryman" userId="0be1c61d-c610-49a2-ae7e-a4e60bd07712" providerId="ADAL" clId="{00873937-8841-4394-9081-668AB0E0F950}" dt="2026-08-25T01:53:56.003" v="1" actId="47"/>
        <pc:sldMkLst>
          <pc:docMk/>
          <pc:sldMk cId="0" sldId="549"/>
        </pc:sldMkLst>
      </pc:sldChg>
      <pc:sldChg chg="del">
        <pc:chgData name="Amanda Countryman" userId="0be1c61d-c610-49a2-ae7e-a4e60bd07712" providerId="ADAL" clId="{00873937-8841-4394-9081-668AB0E0F950}" dt="2026-08-25T01:53:56.003" v="1" actId="47"/>
        <pc:sldMkLst>
          <pc:docMk/>
          <pc:sldMk cId="0" sldId="550"/>
        </pc:sldMkLst>
      </pc:sldChg>
      <pc:sldChg chg="del">
        <pc:chgData name="Amanda Countryman" userId="0be1c61d-c610-49a2-ae7e-a4e60bd07712" providerId="ADAL" clId="{00873937-8841-4394-9081-668AB0E0F950}" dt="2026-08-25T01:53:56.003" v="1" actId="47"/>
        <pc:sldMkLst>
          <pc:docMk/>
          <pc:sldMk cId="0" sldId="551"/>
        </pc:sldMkLst>
      </pc:sldChg>
      <pc:sldChg chg="del">
        <pc:chgData name="Amanda Countryman" userId="0be1c61d-c610-49a2-ae7e-a4e60bd07712" providerId="ADAL" clId="{00873937-8841-4394-9081-668AB0E0F950}" dt="2026-08-25T01:53:56.003" v="1" actId="47"/>
        <pc:sldMkLst>
          <pc:docMk/>
          <pc:sldMk cId="0" sldId="552"/>
        </pc:sldMkLst>
      </pc:sldChg>
      <pc:sldChg chg="del">
        <pc:chgData name="Amanda Countryman" userId="0be1c61d-c610-49a2-ae7e-a4e60bd07712" providerId="ADAL" clId="{00873937-8841-4394-9081-668AB0E0F950}" dt="2026-08-25T01:53:56.003" v="1" actId="47"/>
        <pc:sldMkLst>
          <pc:docMk/>
          <pc:sldMk cId="0" sldId="553"/>
        </pc:sldMkLst>
      </pc:sldChg>
      <pc:sldChg chg="del">
        <pc:chgData name="Amanda Countryman" userId="0be1c61d-c610-49a2-ae7e-a4e60bd07712" providerId="ADAL" clId="{00873937-8841-4394-9081-668AB0E0F950}" dt="2026-08-25T01:53:56.003" v="1" actId="47"/>
        <pc:sldMkLst>
          <pc:docMk/>
          <pc:sldMk cId="0" sldId="554"/>
        </pc:sldMkLst>
      </pc:sldChg>
      <pc:sldChg chg="del">
        <pc:chgData name="Amanda Countryman" userId="0be1c61d-c610-49a2-ae7e-a4e60bd07712" providerId="ADAL" clId="{00873937-8841-4394-9081-668AB0E0F950}" dt="2026-08-25T01:53:56.003" v="1" actId="47"/>
        <pc:sldMkLst>
          <pc:docMk/>
          <pc:sldMk cId="0" sldId="555"/>
        </pc:sldMkLst>
      </pc:sldChg>
      <pc:sldChg chg="del">
        <pc:chgData name="Amanda Countryman" userId="0be1c61d-c610-49a2-ae7e-a4e60bd07712" providerId="ADAL" clId="{00873937-8841-4394-9081-668AB0E0F950}" dt="2026-08-25T01:53:56.003" v="1" actId="47"/>
        <pc:sldMkLst>
          <pc:docMk/>
          <pc:sldMk cId="0" sldId="556"/>
        </pc:sldMkLst>
      </pc:sldChg>
      <pc:sldChg chg="del">
        <pc:chgData name="Amanda Countryman" userId="0be1c61d-c610-49a2-ae7e-a4e60bd07712" providerId="ADAL" clId="{00873937-8841-4394-9081-668AB0E0F950}" dt="2026-08-25T01:53:56.003" v="1" actId="47"/>
        <pc:sldMkLst>
          <pc:docMk/>
          <pc:sldMk cId="0" sldId="557"/>
        </pc:sldMkLst>
      </pc:sldChg>
      <pc:sldChg chg="del">
        <pc:chgData name="Amanda Countryman" userId="0be1c61d-c610-49a2-ae7e-a4e60bd07712" providerId="ADAL" clId="{00873937-8841-4394-9081-668AB0E0F950}" dt="2026-08-25T01:53:56.003" v="1" actId="47"/>
        <pc:sldMkLst>
          <pc:docMk/>
          <pc:sldMk cId="0" sldId="558"/>
        </pc:sldMkLst>
      </pc:sldChg>
      <pc:sldChg chg="del">
        <pc:chgData name="Amanda Countryman" userId="0be1c61d-c610-49a2-ae7e-a4e60bd07712" providerId="ADAL" clId="{00873937-8841-4394-9081-668AB0E0F950}" dt="2026-08-25T01:53:56.003" v="1" actId="47"/>
        <pc:sldMkLst>
          <pc:docMk/>
          <pc:sldMk cId="0" sldId="559"/>
        </pc:sldMkLst>
      </pc:sldChg>
      <pc:sldChg chg="del">
        <pc:chgData name="Amanda Countryman" userId="0be1c61d-c610-49a2-ae7e-a4e60bd07712" providerId="ADAL" clId="{00873937-8841-4394-9081-668AB0E0F950}" dt="2026-08-25T01:53:56.003" v="1" actId="47"/>
        <pc:sldMkLst>
          <pc:docMk/>
          <pc:sldMk cId="0" sldId="560"/>
        </pc:sldMkLst>
      </pc:sldChg>
      <pc:sldChg chg="del">
        <pc:chgData name="Amanda Countryman" userId="0be1c61d-c610-49a2-ae7e-a4e60bd07712" providerId="ADAL" clId="{00873937-8841-4394-9081-668AB0E0F950}" dt="2026-08-25T01:53:56.003" v="1" actId="47"/>
        <pc:sldMkLst>
          <pc:docMk/>
          <pc:sldMk cId="0" sldId="561"/>
        </pc:sldMkLst>
      </pc:sldChg>
      <pc:sldChg chg="del">
        <pc:chgData name="Amanda Countryman" userId="0be1c61d-c610-49a2-ae7e-a4e60bd07712" providerId="ADAL" clId="{00873937-8841-4394-9081-668AB0E0F950}" dt="2026-08-25T01:53:56.003" v="1" actId="47"/>
        <pc:sldMkLst>
          <pc:docMk/>
          <pc:sldMk cId="0" sldId="562"/>
        </pc:sldMkLst>
      </pc:sldChg>
      <pc:sldChg chg="del">
        <pc:chgData name="Amanda Countryman" userId="0be1c61d-c610-49a2-ae7e-a4e60bd07712" providerId="ADAL" clId="{00873937-8841-4394-9081-668AB0E0F950}" dt="2026-08-25T01:53:56.003" v="1" actId="47"/>
        <pc:sldMkLst>
          <pc:docMk/>
          <pc:sldMk cId="0" sldId="563"/>
        </pc:sldMkLst>
      </pc:sldChg>
      <pc:sldChg chg="del">
        <pc:chgData name="Amanda Countryman" userId="0be1c61d-c610-49a2-ae7e-a4e60bd07712" providerId="ADAL" clId="{00873937-8841-4394-9081-668AB0E0F950}" dt="2026-08-25T01:53:56.003" v="1" actId="47"/>
        <pc:sldMkLst>
          <pc:docMk/>
          <pc:sldMk cId="0" sldId="564"/>
        </pc:sldMkLst>
      </pc:sldChg>
      <pc:sldChg chg="del">
        <pc:chgData name="Amanda Countryman" userId="0be1c61d-c610-49a2-ae7e-a4e60bd07712" providerId="ADAL" clId="{00873937-8841-4394-9081-668AB0E0F950}" dt="2026-08-25T01:53:56.003" v="1" actId="47"/>
        <pc:sldMkLst>
          <pc:docMk/>
          <pc:sldMk cId="0" sldId="565"/>
        </pc:sldMkLst>
      </pc:sldChg>
      <pc:sldChg chg="del">
        <pc:chgData name="Amanda Countryman" userId="0be1c61d-c610-49a2-ae7e-a4e60bd07712" providerId="ADAL" clId="{00873937-8841-4394-9081-668AB0E0F950}" dt="2026-08-25T01:53:56.003" v="1" actId="47"/>
        <pc:sldMkLst>
          <pc:docMk/>
          <pc:sldMk cId="0" sldId="566"/>
        </pc:sldMkLst>
      </pc:sldChg>
      <pc:sldChg chg="del">
        <pc:chgData name="Amanda Countryman" userId="0be1c61d-c610-49a2-ae7e-a4e60bd07712" providerId="ADAL" clId="{00873937-8841-4394-9081-668AB0E0F950}" dt="2026-08-25T01:53:56.003" v="1" actId="47"/>
        <pc:sldMkLst>
          <pc:docMk/>
          <pc:sldMk cId="0" sldId="567"/>
        </pc:sldMkLst>
      </pc:sldChg>
      <pc:sldChg chg="del">
        <pc:chgData name="Amanda Countryman" userId="0be1c61d-c610-49a2-ae7e-a4e60bd07712" providerId="ADAL" clId="{00873937-8841-4394-9081-668AB0E0F950}" dt="2026-08-25T01:53:56.003" v="1" actId="47"/>
        <pc:sldMkLst>
          <pc:docMk/>
          <pc:sldMk cId="0" sldId="568"/>
        </pc:sldMkLst>
      </pc:sldChg>
      <pc:sldChg chg="del">
        <pc:chgData name="Amanda Countryman" userId="0be1c61d-c610-49a2-ae7e-a4e60bd07712" providerId="ADAL" clId="{00873937-8841-4394-9081-668AB0E0F950}" dt="2026-08-25T01:53:56.003" v="1" actId="47"/>
        <pc:sldMkLst>
          <pc:docMk/>
          <pc:sldMk cId="0" sldId="569"/>
        </pc:sldMkLst>
      </pc:sldChg>
      <pc:sldChg chg="del">
        <pc:chgData name="Amanda Countryman" userId="0be1c61d-c610-49a2-ae7e-a4e60bd07712" providerId="ADAL" clId="{00873937-8841-4394-9081-668AB0E0F950}" dt="2026-08-25T01:53:56.003" v="1" actId="47"/>
        <pc:sldMkLst>
          <pc:docMk/>
          <pc:sldMk cId="0" sldId="570"/>
        </pc:sldMkLst>
      </pc:sldChg>
      <pc:sldChg chg="del">
        <pc:chgData name="Amanda Countryman" userId="0be1c61d-c610-49a2-ae7e-a4e60bd07712" providerId="ADAL" clId="{00873937-8841-4394-9081-668AB0E0F950}" dt="2026-08-25T01:53:56.003" v="1" actId="47"/>
        <pc:sldMkLst>
          <pc:docMk/>
          <pc:sldMk cId="0" sldId="571"/>
        </pc:sldMkLst>
      </pc:sldChg>
      <pc:sldChg chg="del">
        <pc:chgData name="Amanda Countryman" userId="0be1c61d-c610-49a2-ae7e-a4e60bd07712" providerId="ADAL" clId="{00873937-8841-4394-9081-668AB0E0F950}" dt="2026-08-25T01:53:56.003" v="1" actId="47"/>
        <pc:sldMkLst>
          <pc:docMk/>
          <pc:sldMk cId="0" sldId="572"/>
        </pc:sldMkLst>
      </pc:sldChg>
      <pc:sldChg chg="del">
        <pc:chgData name="Amanda Countryman" userId="0be1c61d-c610-49a2-ae7e-a4e60bd07712" providerId="ADAL" clId="{00873937-8841-4394-9081-668AB0E0F950}" dt="2026-08-25T01:53:56.003" v="1" actId="47"/>
        <pc:sldMkLst>
          <pc:docMk/>
          <pc:sldMk cId="0" sldId="573"/>
        </pc:sldMkLst>
      </pc:sldChg>
      <pc:sldChg chg="del">
        <pc:chgData name="Amanda Countryman" userId="0be1c61d-c610-49a2-ae7e-a4e60bd07712" providerId="ADAL" clId="{00873937-8841-4394-9081-668AB0E0F950}" dt="2026-08-25T01:53:56.003" v="1" actId="47"/>
        <pc:sldMkLst>
          <pc:docMk/>
          <pc:sldMk cId="0" sldId="574"/>
        </pc:sldMkLst>
      </pc:sldChg>
      <pc:sldChg chg="del">
        <pc:chgData name="Amanda Countryman" userId="0be1c61d-c610-49a2-ae7e-a4e60bd07712" providerId="ADAL" clId="{00873937-8841-4394-9081-668AB0E0F950}" dt="2026-08-25T01:53:56.003" v="1" actId="47"/>
        <pc:sldMkLst>
          <pc:docMk/>
          <pc:sldMk cId="0" sldId="575"/>
        </pc:sldMkLst>
      </pc:sldChg>
      <pc:sldChg chg="del">
        <pc:chgData name="Amanda Countryman" userId="0be1c61d-c610-49a2-ae7e-a4e60bd07712" providerId="ADAL" clId="{00873937-8841-4394-9081-668AB0E0F950}" dt="2026-08-25T01:53:56.003" v="1" actId="47"/>
        <pc:sldMkLst>
          <pc:docMk/>
          <pc:sldMk cId="0" sldId="576"/>
        </pc:sldMkLst>
      </pc:sldChg>
      <pc:sldChg chg="del">
        <pc:chgData name="Amanda Countryman" userId="0be1c61d-c610-49a2-ae7e-a4e60bd07712" providerId="ADAL" clId="{00873937-8841-4394-9081-668AB0E0F950}" dt="2026-08-25T01:53:56.003" v="1" actId="47"/>
        <pc:sldMkLst>
          <pc:docMk/>
          <pc:sldMk cId="0" sldId="577"/>
        </pc:sldMkLst>
      </pc:sldChg>
      <pc:sldChg chg="del">
        <pc:chgData name="Amanda Countryman" userId="0be1c61d-c610-49a2-ae7e-a4e60bd07712" providerId="ADAL" clId="{00873937-8841-4394-9081-668AB0E0F950}" dt="2026-08-25T01:53:56.003" v="1" actId="47"/>
        <pc:sldMkLst>
          <pc:docMk/>
          <pc:sldMk cId="0" sldId="578"/>
        </pc:sldMkLst>
      </pc:sldChg>
      <pc:sldChg chg="del">
        <pc:chgData name="Amanda Countryman" userId="0be1c61d-c610-49a2-ae7e-a4e60bd07712" providerId="ADAL" clId="{00873937-8841-4394-9081-668AB0E0F950}" dt="2026-08-25T01:53:56.003" v="1" actId="47"/>
        <pc:sldMkLst>
          <pc:docMk/>
          <pc:sldMk cId="0" sldId="579"/>
        </pc:sldMkLst>
      </pc:sldChg>
      <pc:sldChg chg="del">
        <pc:chgData name="Amanda Countryman" userId="0be1c61d-c610-49a2-ae7e-a4e60bd07712" providerId="ADAL" clId="{00873937-8841-4394-9081-668AB0E0F950}" dt="2026-08-25T01:53:56.003" v="1" actId="47"/>
        <pc:sldMkLst>
          <pc:docMk/>
          <pc:sldMk cId="0" sldId="580"/>
        </pc:sldMkLst>
      </pc:sldChg>
      <pc:sldChg chg="del">
        <pc:chgData name="Amanda Countryman" userId="0be1c61d-c610-49a2-ae7e-a4e60bd07712" providerId="ADAL" clId="{00873937-8841-4394-9081-668AB0E0F950}" dt="2026-08-25T01:53:56.003" v="1" actId="47"/>
        <pc:sldMkLst>
          <pc:docMk/>
          <pc:sldMk cId="0" sldId="581"/>
        </pc:sldMkLst>
      </pc:sldChg>
      <pc:sldChg chg="del">
        <pc:chgData name="Amanda Countryman" userId="0be1c61d-c610-49a2-ae7e-a4e60bd07712" providerId="ADAL" clId="{00873937-8841-4394-9081-668AB0E0F950}" dt="2026-08-25T01:53:56.003" v="1" actId="47"/>
        <pc:sldMkLst>
          <pc:docMk/>
          <pc:sldMk cId="0" sldId="582"/>
        </pc:sldMkLst>
      </pc:sldChg>
      <pc:sldChg chg="del">
        <pc:chgData name="Amanda Countryman" userId="0be1c61d-c610-49a2-ae7e-a4e60bd07712" providerId="ADAL" clId="{00873937-8841-4394-9081-668AB0E0F950}" dt="2026-08-25T01:53:56.003" v="1" actId="47"/>
        <pc:sldMkLst>
          <pc:docMk/>
          <pc:sldMk cId="0" sldId="583"/>
        </pc:sldMkLst>
      </pc:sldChg>
      <pc:sldChg chg="del">
        <pc:chgData name="Amanda Countryman" userId="0be1c61d-c610-49a2-ae7e-a4e60bd07712" providerId="ADAL" clId="{00873937-8841-4394-9081-668AB0E0F950}" dt="2026-08-25T01:53:56.003" v="1" actId="47"/>
        <pc:sldMkLst>
          <pc:docMk/>
          <pc:sldMk cId="0" sldId="584"/>
        </pc:sldMkLst>
      </pc:sldChg>
      <pc:sldChg chg="del">
        <pc:chgData name="Amanda Countryman" userId="0be1c61d-c610-49a2-ae7e-a4e60bd07712" providerId="ADAL" clId="{00873937-8841-4394-9081-668AB0E0F950}" dt="2026-08-25T01:53:56.003" v="1" actId="47"/>
        <pc:sldMkLst>
          <pc:docMk/>
          <pc:sldMk cId="0" sldId="585"/>
        </pc:sldMkLst>
      </pc:sldChg>
      <pc:sldChg chg="del">
        <pc:chgData name="Amanda Countryman" userId="0be1c61d-c610-49a2-ae7e-a4e60bd07712" providerId="ADAL" clId="{00873937-8841-4394-9081-668AB0E0F950}" dt="2026-08-25T01:53:56.003" v="1" actId="47"/>
        <pc:sldMkLst>
          <pc:docMk/>
          <pc:sldMk cId="0" sldId="586"/>
        </pc:sldMkLst>
      </pc:sldChg>
      <pc:sldChg chg="del">
        <pc:chgData name="Amanda Countryman" userId="0be1c61d-c610-49a2-ae7e-a4e60bd07712" providerId="ADAL" clId="{00873937-8841-4394-9081-668AB0E0F950}" dt="2026-08-25T01:53:56.003" v="1" actId="47"/>
        <pc:sldMkLst>
          <pc:docMk/>
          <pc:sldMk cId="0" sldId="587"/>
        </pc:sldMkLst>
      </pc:sldChg>
      <pc:sldChg chg="del">
        <pc:chgData name="Amanda Countryman" userId="0be1c61d-c610-49a2-ae7e-a4e60bd07712" providerId="ADAL" clId="{00873937-8841-4394-9081-668AB0E0F950}" dt="2026-08-25T01:53:56.003" v="1" actId="47"/>
        <pc:sldMkLst>
          <pc:docMk/>
          <pc:sldMk cId="0" sldId="588"/>
        </pc:sldMkLst>
      </pc:sldChg>
      <pc:sldChg chg="del">
        <pc:chgData name="Amanda Countryman" userId="0be1c61d-c610-49a2-ae7e-a4e60bd07712" providerId="ADAL" clId="{00873937-8841-4394-9081-668AB0E0F950}" dt="2026-08-25T01:53:56.003" v="1" actId="47"/>
        <pc:sldMkLst>
          <pc:docMk/>
          <pc:sldMk cId="0" sldId="589"/>
        </pc:sldMkLst>
      </pc:sldChg>
      <pc:sldChg chg="del">
        <pc:chgData name="Amanda Countryman" userId="0be1c61d-c610-49a2-ae7e-a4e60bd07712" providerId="ADAL" clId="{00873937-8841-4394-9081-668AB0E0F950}" dt="2026-08-25T01:53:56.003" v="1" actId="47"/>
        <pc:sldMkLst>
          <pc:docMk/>
          <pc:sldMk cId="0" sldId="590"/>
        </pc:sldMkLst>
      </pc:sldChg>
      <pc:sldChg chg="del">
        <pc:chgData name="Amanda Countryman" userId="0be1c61d-c610-49a2-ae7e-a4e60bd07712" providerId="ADAL" clId="{00873937-8841-4394-9081-668AB0E0F950}" dt="2026-08-25T01:53:56.003" v="1" actId="47"/>
        <pc:sldMkLst>
          <pc:docMk/>
          <pc:sldMk cId="0" sldId="591"/>
        </pc:sldMkLst>
      </pc:sldChg>
      <pc:sldChg chg="del">
        <pc:chgData name="Amanda Countryman" userId="0be1c61d-c610-49a2-ae7e-a4e60bd07712" providerId="ADAL" clId="{00873937-8841-4394-9081-668AB0E0F950}" dt="2026-08-25T01:53:56.003" v="1" actId="47"/>
        <pc:sldMkLst>
          <pc:docMk/>
          <pc:sldMk cId="0" sldId="592"/>
        </pc:sldMkLst>
      </pc:sldChg>
      <pc:sldChg chg="del">
        <pc:chgData name="Amanda Countryman" userId="0be1c61d-c610-49a2-ae7e-a4e60bd07712" providerId="ADAL" clId="{00873937-8841-4394-9081-668AB0E0F950}" dt="2026-08-25T01:53:56.003" v="1" actId="47"/>
        <pc:sldMkLst>
          <pc:docMk/>
          <pc:sldMk cId="0" sldId="593"/>
        </pc:sldMkLst>
      </pc:sldChg>
      <pc:sldChg chg="del">
        <pc:chgData name="Amanda Countryman" userId="0be1c61d-c610-49a2-ae7e-a4e60bd07712" providerId="ADAL" clId="{00873937-8841-4394-9081-668AB0E0F950}" dt="2026-08-25T01:53:56.003" v="1" actId="47"/>
        <pc:sldMkLst>
          <pc:docMk/>
          <pc:sldMk cId="0" sldId="594"/>
        </pc:sldMkLst>
      </pc:sldChg>
      <pc:sldChg chg="del">
        <pc:chgData name="Amanda Countryman" userId="0be1c61d-c610-49a2-ae7e-a4e60bd07712" providerId="ADAL" clId="{00873937-8841-4394-9081-668AB0E0F950}" dt="2026-08-25T01:53:56.003" v="1" actId="47"/>
        <pc:sldMkLst>
          <pc:docMk/>
          <pc:sldMk cId="0" sldId="595"/>
        </pc:sldMkLst>
      </pc:sldChg>
      <pc:sldChg chg="del">
        <pc:chgData name="Amanda Countryman" userId="0be1c61d-c610-49a2-ae7e-a4e60bd07712" providerId="ADAL" clId="{00873937-8841-4394-9081-668AB0E0F950}" dt="2026-08-25T01:53:56.003" v="1" actId="47"/>
        <pc:sldMkLst>
          <pc:docMk/>
          <pc:sldMk cId="0" sldId="596"/>
        </pc:sldMkLst>
      </pc:sldChg>
      <pc:sldChg chg="del">
        <pc:chgData name="Amanda Countryman" userId="0be1c61d-c610-49a2-ae7e-a4e60bd07712" providerId="ADAL" clId="{00873937-8841-4394-9081-668AB0E0F950}" dt="2026-08-25T01:53:56.003" v="1" actId="47"/>
        <pc:sldMkLst>
          <pc:docMk/>
          <pc:sldMk cId="0" sldId="597"/>
        </pc:sldMkLst>
      </pc:sldChg>
      <pc:sldChg chg="del">
        <pc:chgData name="Amanda Countryman" userId="0be1c61d-c610-49a2-ae7e-a4e60bd07712" providerId="ADAL" clId="{00873937-8841-4394-9081-668AB0E0F950}" dt="2026-08-25T01:53:56.003" v="1" actId="47"/>
        <pc:sldMkLst>
          <pc:docMk/>
          <pc:sldMk cId="0" sldId="598"/>
        </pc:sldMkLst>
      </pc:sldChg>
      <pc:sldChg chg="del">
        <pc:chgData name="Amanda Countryman" userId="0be1c61d-c610-49a2-ae7e-a4e60bd07712" providerId="ADAL" clId="{00873937-8841-4394-9081-668AB0E0F950}" dt="2026-08-25T01:53:56.003" v="1" actId="47"/>
        <pc:sldMkLst>
          <pc:docMk/>
          <pc:sldMk cId="0" sldId="599"/>
        </pc:sldMkLst>
      </pc:sldChg>
      <pc:sldChg chg="del">
        <pc:chgData name="Amanda Countryman" userId="0be1c61d-c610-49a2-ae7e-a4e60bd07712" providerId="ADAL" clId="{00873937-8841-4394-9081-668AB0E0F950}" dt="2026-08-25T01:53:56.003" v="1" actId="47"/>
        <pc:sldMkLst>
          <pc:docMk/>
          <pc:sldMk cId="0" sldId="600"/>
        </pc:sldMkLst>
      </pc:sldChg>
      <pc:sldChg chg="del">
        <pc:chgData name="Amanda Countryman" userId="0be1c61d-c610-49a2-ae7e-a4e60bd07712" providerId="ADAL" clId="{00873937-8841-4394-9081-668AB0E0F950}" dt="2026-08-25T01:53:56.003" v="1" actId="47"/>
        <pc:sldMkLst>
          <pc:docMk/>
          <pc:sldMk cId="0" sldId="601"/>
        </pc:sldMkLst>
      </pc:sldChg>
      <pc:sldChg chg="del">
        <pc:chgData name="Amanda Countryman" userId="0be1c61d-c610-49a2-ae7e-a4e60bd07712" providerId="ADAL" clId="{00873937-8841-4394-9081-668AB0E0F950}" dt="2026-08-25T01:53:56.003" v="1" actId="47"/>
        <pc:sldMkLst>
          <pc:docMk/>
          <pc:sldMk cId="0" sldId="602"/>
        </pc:sldMkLst>
      </pc:sldChg>
      <pc:sldChg chg="del">
        <pc:chgData name="Amanda Countryman" userId="0be1c61d-c610-49a2-ae7e-a4e60bd07712" providerId="ADAL" clId="{00873937-8841-4394-9081-668AB0E0F950}" dt="2026-08-25T01:53:56.003" v="1" actId="47"/>
        <pc:sldMkLst>
          <pc:docMk/>
          <pc:sldMk cId="0" sldId="603"/>
        </pc:sldMkLst>
      </pc:sldChg>
      <pc:sldChg chg="del">
        <pc:chgData name="Amanda Countryman" userId="0be1c61d-c610-49a2-ae7e-a4e60bd07712" providerId="ADAL" clId="{00873937-8841-4394-9081-668AB0E0F950}" dt="2026-08-25T01:53:56.003" v="1" actId="47"/>
        <pc:sldMkLst>
          <pc:docMk/>
          <pc:sldMk cId="0" sldId="604"/>
        </pc:sldMkLst>
      </pc:sldChg>
      <pc:sldChg chg="del">
        <pc:chgData name="Amanda Countryman" userId="0be1c61d-c610-49a2-ae7e-a4e60bd07712" providerId="ADAL" clId="{00873937-8841-4394-9081-668AB0E0F950}" dt="2026-08-25T01:53:56.003" v="1" actId="47"/>
        <pc:sldMkLst>
          <pc:docMk/>
          <pc:sldMk cId="0" sldId="605"/>
        </pc:sldMkLst>
      </pc:sldChg>
      <pc:sldChg chg="del">
        <pc:chgData name="Amanda Countryman" userId="0be1c61d-c610-49a2-ae7e-a4e60bd07712" providerId="ADAL" clId="{00873937-8841-4394-9081-668AB0E0F950}" dt="2026-08-25T01:53:56.003" v="1" actId="47"/>
        <pc:sldMkLst>
          <pc:docMk/>
          <pc:sldMk cId="0" sldId="606"/>
        </pc:sldMkLst>
      </pc:sldChg>
      <pc:sldChg chg="del">
        <pc:chgData name="Amanda Countryman" userId="0be1c61d-c610-49a2-ae7e-a4e60bd07712" providerId="ADAL" clId="{00873937-8841-4394-9081-668AB0E0F950}" dt="2026-08-25T01:53:56.003" v="1" actId="47"/>
        <pc:sldMkLst>
          <pc:docMk/>
          <pc:sldMk cId="0" sldId="607"/>
        </pc:sldMkLst>
      </pc:sldChg>
      <pc:sldChg chg="del">
        <pc:chgData name="Amanda Countryman" userId="0be1c61d-c610-49a2-ae7e-a4e60bd07712" providerId="ADAL" clId="{00873937-8841-4394-9081-668AB0E0F950}" dt="2026-08-25T01:53:56.003" v="1" actId="47"/>
        <pc:sldMkLst>
          <pc:docMk/>
          <pc:sldMk cId="0" sldId="608"/>
        </pc:sldMkLst>
      </pc:sldChg>
      <pc:sldChg chg="del">
        <pc:chgData name="Amanda Countryman" userId="0be1c61d-c610-49a2-ae7e-a4e60bd07712" providerId="ADAL" clId="{00873937-8841-4394-9081-668AB0E0F950}" dt="2026-08-25T01:53:56.003" v="1" actId="47"/>
        <pc:sldMkLst>
          <pc:docMk/>
          <pc:sldMk cId="0" sldId="609"/>
        </pc:sldMkLst>
      </pc:sldChg>
      <pc:sldChg chg="del">
        <pc:chgData name="Amanda Countryman" userId="0be1c61d-c610-49a2-ae7e-a4e60bd07712" providerId="ADAL" clId="{00873937-8841-4394-9081-668AB0E0F950}" dt="2026-08-25T01:53:56.003" v="1" actId="47"/>
        <pc:sldMkLst>
          <pc:docMk/>
          <pc:sldMk cId="0" sldId="610"/>
        </pc:sldMkLst>
      </pc:sldChg>
      <pc:sldChg chg="del">
        <pc:chgData name="Amanda Countryman" userId="0be1c61d-c610-49a2-ae7e-a4e60bd07712" providerId="ADAL" clId="{00873937-8841-4394-9081-668AB0E0F950}" dt="2026-08-25T01:53:56.003" v="1" actId="47"/>
        <pc:sldMkLst>
          <pc:docMk/>
          <pc:sldMk cId="0" sldId="611"/>
        </pc:sldMkLst>
      </pc:sldChg>
      <pc:sldChg chg="del">
        <pc:chgData name="Amanda Countryman" userId="0be1c61d-c610-49a2-ae7e-a4e60bd07712" providerId="ADAL" clId="{00873937-8841-4394-9081-668AB0E0F950}" dt="2026-08-25T01:53:56.003" v="1" actId="47"/>
        <pc:sldMkLst>
          <pc:docMk/>
          <pc:sldMk cId="0" sldId="612"/>
        </pc:sldMkLst>
      </pc:sldChg>
      <pc:sldChg chg="del">
        <pc:chgData name="Amanda Countryman" userId="0be1c61d-c610-49a2-ae7e-a4e60bd07712" providerId="ADAL" clId="{00873937-8841-4394-9081-668AB0E0F950}" dt="2026-08-25T01:53:56.003" v="1" actId="47"/>
        <pc:sldMkLst>
          <pc:docMk/>
          <pc:sldMk cId="0" sldId="613"/>
        </pc:sldMkLst>
      </pc:sldChg>
      <pc:sldChg chg="del">
        <pc:chgData name="Amanda Countryman" userId="0be1c61d-c610-49a2-ae7e-a4e60bd07712" providerId="ADAL" clId="{00873937-8841-4394-9081-668AB0E0F950}" dt="2026-08-25T01:53:56.003" v="1" actId="47"/>
        <pc:sldMkLst>
          <pc:docMk/>
          <pc:sldMk cId="0" sldId="614"/>
        </pc:sldMkLst>
      </pc:sldChg>
      <pc:sldChg chg="del">
        <pc:chgData name="Amanda Countryman" userId="0be1c61d-c610-49a2-ae7e-a4e60bd07712" providerId="ADAL" clId="{00873937-8841-4394-9081-668AB0E0F950}" dt="2026-08-25T01:53:56.003" v="1" actId="47"/>
        <pc:sldMkLst>
          <pc:docMk/>
          <pc:sldMk cId="0" sldId="615"/>
        </pc:sldMkLst>
      </pc:sldChg>
      <pc:sldChg chg="del">
        <pc:chgData name="Amanda Countryman" userId="0be1c61d-c610-49a2-ae7e-a4e60bd07712" providerId="ADAL" clId="{00873937-8841-4394-9081-668AB0E0F950}" dt="2026-08-25T01:53:56.003" v="1" actId="47"/>
        <pc:sldMkLst>
          <pc:docMk/>
          <pc:sldMk cId="0" sldId="616"/>
        </pc:sldMkLst>
      </pc:sldChg>
      <pc:sldChg chg="del">
        <pc:chgData name="Amanda Countryman" userId="0be1c61d-c610-49a2-ae7e-a4e60bd07712" providerId="ADAL" clId="{00873937-8841-4394-9081-668AB0E0F950}" dt="2026-08-25T01:53:56.003" v="1" actId="47"/>
        <pc:sldMkLst>
          <pc:docMk/>
          <pc:sldMk cId="0" sldId="617"/>
        </pc:sldMkLst>
      </pc:sldChg>
      <pc:sldChg chg="del">
        <pc:chgData name="Amanda Countryman" userId="0be1c61d-c610-49a2-ae7e-a4e60bd07712" providerId="ADAL" clId="{00873937-8841-4394-9081-668AB0E0F950}" dt="2026-08-25T01:53:56.003" v="1" actId="47"/>
        <pc:sldMkLst>
          <pc:docMk/>
          <pc:sldMk cId="0" sldId="618"/>
        </pc:sldMkLst>
      </pc:sldChg>
      <pc:sldChg chg="del">
        <pc:chgData name="Amanda Countryman" userId="0be1c61d-c610-49a2-ae7e-a4e60bd07712" providerId="ADAL" clId="{00873937-8841-4394-9081-668AB0E0F950}" dt="2026-08-25T01:53:56.003" v="1" actId="47"/>
        <pc:sldMkLst>
          <pc:docMk/>
          <pc:sldMk cId="0" sldId="619"/>
        </pc:sldMkLst>
      </pc:sldChg>
      <pc:sldChg chg="del">
        <pc:chgData name="Amanda Countryman" userId="0be1c61d-c610-49a2-ae7e-a4e60bd07712" providerId="ADAL" clId="{00873937-8841-4394-9081-668AB0E0F950}" dt="2026-08-25T01:53:56.003" v="1" actId="47"/>
        <pc:sldMkLst>
          <pc:docMk/>
          <pc:sldMk cId="0" sldId="620"/>
        </pc:sldMkLst>
      </pc:sldChg>
      <pc:sldChg chg="del">
        <pc:chgData name="Amanda Countryman" userId="0be1c61d-c610-49a2-ae7e-a4e60bd07712" providerId="ADAL" clId="{00873937-8841-4394-9081-668AB0E0F950}" dt="2026-08-25T01:53:56.003" v="1" actId="47"/>
        <pc:sldMkLst>
          <pc:docMk/>
          <pc:sldMk cId="0" sldId="621"/>
        </pc:sldMkLst>
      </pc:sldChg>
      <pc:sldChg chg="del">
        <pc:chgData name="Amanda Countryman" userId="0be1c61d-c610-49a2-ae7e-a4e60bd07712" providerId="ADAL" clId="{00873937-8841-4394-9081-668AB0E0F950}" dt="2026-08-25T01:53:56.003" v="1" actId="47"/>
        <pc:sldMkLst>
          <pc:docMk/>
          <pc:sldMk cId="0" sldId="622"/>
        </pc:sldMkLst>
      </pc:sldChg>
      <pc:sldChg chg="del">
        <pc:chgData name="Amanda Countryman" userId="0be1c61d-c610-49a2-ae7e-a4e60bd07712" providerId="ADAL" clId="{00873937-8841-4394-9081-668AB0E0F950}" dt="2026-08-25T01:53:43.320" v="0" actId="47"/>
        <pc:sldMkLst>
          <pc:docMk/>
          <pc:sldMk cId="2406920554" sldId="623"/>
        </pc:sldMkLst>
      </pc:sldChg>
      <pc:sldChg chg="del">
        <pc:chgData name="Amanda Countryman" userId="0be1c61d-c610-49a2-ae7e-a4e60bd07712" providerId="ADAL" clId="{00873937-8841-4394-9081-668AB0E0F950}" dt="2026-08-25T01:53:43.320" v="0" actId="47"/>
        <pc:sldMkLst>
          <pc:docMk/>
          <pc:sldMk cId="1461415041" sldId="624"/>
        </pc:sldMkLst>
      </pc:sldChg>
      <pc:sldChg chg="del">
        <pc:chgData name="Amanda Countryman" userId="0be1c61d-c610-49a2-ae7e-a4e60bd07712" providerId="ADAL" clId="{00873937-8841-4394-9081-668AB0E0F950}" dt="2026-08-25T01:53:43.320" v="0" actId="47"/>
        <pc:sldMkLst>
          <pc:docMk/>
          <pc:sldMk cId="3294043409" sldId="634"/>
        </pc:sldMkLst>
      </pc:sldChg>
      <pc:sldChg chg="del">
        <pc:chgData name="Amanda Countryman" userId="0be1c61d-c610-49a2-ae7e-a4e60bd07712" providerId="ADAL" clId="{00873937-8841-4394-9081-668AB0E0F950}" dt="2026-08-25T01:53:43.320" v="0" actId="47"/>
        <pc:sldMkLst>
          <pc:docMk/>
          <pc:sldMk cId="3591963411" sldId="636"/>
        </pc:sldMkLst>
      </pc:sldChg>
      <pc:sldChg chg="del">
        <pc:chgData name="Amanda Countryman" userId="0be1c61d-c610-49a2-ae7e-a4e60bd07712" providerId="ADAL" clId="{00873937-8841-4394-9081-668AB0E0F950}" dt="2026-08-25T01:53:43.320" v="0" actId="47"/>
        <pc:sldMkLst>
          <pc:docMk/>
          <pc:sldMk cId="4147910204" sldId="637"/>
        </pc:sldMkLst>
      </pc:sldChg>
      <pc:sldChg chg="del">
        <pc:chgData name="Amanda Countryman" userId="0be1c61d-c610-49a2-ae7e-a4e60bd07712" providerId="ADAL" clId="{00873937-8841-4394-9081-668AB0E0F950}" dt="2026-08-25T01:53:43.320" v="0" actId="47"/>
        <pc:sldMkLst>
          <pc:docMk/>
          <pc:sldMk cId="4086080035" sldId="638"/>
        </pc:sldMkLst>
      </pc:sldChg>
      <pc:sldChg chg="del">
        <pc:chgData name="Amanda Countryman" userId="0be1c61d-c610-49a2-ae7e-a4e60bd07712" providerId="ADAL" clId="{00873937-8841-4394-9081-668AB0E0F950}" dt="2026-08-25T01:53:56.003" v="1" actId="47"/>
        <pc:sldMkLst>
          <pc:docMk/>
          <pc:sldMk cId="846787941" sldId="655"/>
        </pc:sldMkLst>
      </pc:sldChg>
      <pc:sldChg chg="del">
        <pc:chgData name="Amanda Countryman" userId="0be1c61d-c610-49a2-ae7e-a4e60bd07712" providerId="ADAL" clId="{00873937-8841-4394-9081-668AB0E0F950}" dt="2026-08-25T01:53:56.003" v="1" actId="47"/>
        <pc:sldMkLst>
          <pc:docMk/>
          <pc:sldMk cId="2007472656" sldId="656"/>
        </pc:sldMkLst>
      </pc:sldChg>
      <pc:sldChg chg="del">
        <pc:chgData name="Amanda Countryman" userId="0be1c61d-c610-49a2-ae7e-a4e60bd07712" providerId="ADAL" clId="{00873937-8841-4394-9081-668AB0E0F950}" dt="2026-08-25T01:53:56.003" v="1" actId="47"/>
        <pc:sldMkLst>
          <pc:docMk/>
          <pc:sldMk cId="3791664624" sldId="657"/>
        </pc:sldMkLst>
      </pc:sldChg>
      <pc:sldChg chg="del">
        <pc:chgData name="Amanda Countryman" userId="0be1c61d-c610-49a2-ae7e-a4e60bd07712" providerId="ADAL" clId="{00873937-8841-4394-9081-668AB0E0F950}" dt="2026-08-25T01:53:56.003" v="1" actId="47"/>
        <pc:sldMkLst>
          <pc:docMk/>
          <pc:sldMk cId="910570828" sldId="658"/>
        </pc:sldMkLst>
      </pc:sldChg>
      <pc:sldChg chg="del">
        <pc:chgData name="Amanda Countryman" userId="0be1c61d-c610-49a2-ae7e-a4e60bd07712" providerId="ADAL" clId="{00873937-8841-4394-9081-668AB0E0F950}" dt="2026-08-25T01:53:56.003" v="1" actId="47"/>
        <pc:sldMkLst>
          <pc:docMk/>
          <pc:sldMk cId="1203829888" sldId="659"/>
        </pc:sldMkLst>
      </pc:sldChg>
      <pc:sldChg chg="del">
        <pc:chgData name="Amanda Countryman" userId="0be1c61d-c610-49a2-ae7e-a4e60bd07712" providerId="ADAL" clId="{00873937-8841-4394-9081-668AB0E0F950}" dt="2026-08-25T01:53:56.003" v="1" actId="47"/>
        <pc:sldMkLst>
          <pc:docMk/>
          <pc:sldMk cId="3016396798" sldId="660"/>
        </pc:sldMkLst>
      </pc:sldChg>
      <pc:sldChg chg="del">
        <pc:chgData name="Amanda Countryman" userId="0be1c61d-c610-49a2-ae7e-a4e60bd07712" providerId="ADAL" clId="{00873937-8841-4394-9081-668AB0E0F950}" dt="2026-08-25T01:53:56.003" v="1" actId="47"/>
        <pc:sldMkLst>
          <pc:docMk/>
          <pc:sldMk cId="529741311" sldId="661"/>
        </pc:sldMkLst>
      </pc:sldChg>
      <pc:sldChg chg="del">
        <pc:chgData name="Amanda Countryman" userId="0be1c61d-c610-49a2-ae7e-a4e60bd07712" providerId="ADAL" clId="{00873937-8841-4394-9081-668AB0E0F950}" dt="2026-08-25T01:53:56.003" v="1" actId="47"/>
        <pc:sldMkLst>
          <pc:docMk/>
          <pc:sldMk cId="1496512939" sldId="662"/>
        </pc:sldMkLst>
      </pc:sldChg>
      <pc:sldChg chg="del">
        <pc:chgData name="Amanda Countryman" userId="0be1c61d-c610-49a2-ae7e-a4e60bd07712" providerId="ADAL" clId="{00873937-8841-4394-9081-668AB0E0F950}" dt="2026-08-25T01:53:56.003" v="1" actId="47"/>
        <pc:sldMkLst>
          <pc:docMk/>
          <pc:sldMk cId="3311294054" sldId="663"/>
        </pc:sldMkLst>
      </pc:sldChg>
      <pc:sldChg chg="del">
        <pc:chgData name="Amanda Countryman" userId="0be1c61d-c610-49a2-ae7e-a4e60bd07712" providerId="ADAL" clId="{00873937-8841-4394-9081-668AB0E0F950}" dt="2026-08-25T01:53:56.003" v="1" actId="47"/>
        <pc:sldMkLst>
          <pc:docMk/>
          <pc:sldMk cId="1370277252" sldId="664"/>
        </pc:sldMkLst>
      </pc:sldChg>
      <pc:sldChg chg="del">
        <pc:chgData name="Amanda Countryman" userId="0be1c61d-c610-49a2-ae7e-a4e60bd07712" providerId="ADAL" clId="{00873937-8841-4394-9081-668AB0E0F950}" dt="2026-08-25T01:53:56.003" v="1" actId="47"/>
        <pc:sldMkLst>
          <pc:docMk/>
          <pc:sldMk cId="1472161643" sldId="665"/>
        </pc:sldMkLst>
      </pc:sldChg>
      <pc:sldChg chg="del">
        <pc:chgData name="Amanda Countryman" userId="0be1c61d-c610-49a2-ae7e-a4e60bd07712" providerId="ADAL" clId="{00873937-8841-4394-9081-668AB0E0F950}" dt="2026-08-25T01:53:56.003" v="1" actId="47"/>
        <pc:sldMkLst>
          <pc:docMk/>
          <pc:sldMk cId="981778250" sldId="666"/>
        </pc:sldMkLst>
      </pc:sldChg>
      <pc:sldChg chg="del">
        <pc:chgData name="Amanda Countryman" userId="0be1c61d-c610-49a2-ae7e-a4e60bd07712" providerId="ADAL" clId="{00873937-8841-4394-9081-668AB0E0F950}" dt="2026-08-25T01:53:56.003" v="1" actId="47"/>
        <pc:sldMkLst>
          <pc:docMk/>
          <pc:sldMk cId="3393674583" sldId="667"/>
        </pc:sldMkLst>
      </pc:sldChg>
      <pc:sldChg chg="del">
        <pc:chgData name="Amanda Countryman" userId="0be1c61d-c610-49a2-ae7e-a4e60bd07712" providerId="ADAL" clId="{00873937-8841-4394-9081-668AB0E0F950}" dt="2026-08-25T01:53:56.003" v="1" actId="47"/>
        <pc:sldMkLst>
          <pc:docMk/>
          <pc:sldMk cId="3445159686" sldId="668"/>
        </pc:sldMkLst>
      </pc:sldChg>
      <pc:sldChg chg="del">
        <pc:chgData name="Amanda Countryman" userId="0be1c61d-c610-49a2-ae7e-a4e60bd07712" providerId="ADAL" clId="{00873937-8841-4394-9081-668AB0E0F950}" dt="2026-08-25T01:53:56.003" v="1" actId="47"/>
        <pc:sldMkLst>
          <pc:docMk/>
          <pc:sldMk cId="1178867473" sldId="669"/>
        </pc:sldMkLst>
      </pc:sldChg>
      <pc:sldChg chg="del">
        <pc:chgData name="Amanda Countryman" userId="0be1c61d-c610-49a2-ae7e-a4e60bd07712" providerId="ADAL" clId="{00873937-8841-4394-9081-668AB0E0F950}" dt="2026-08-25T01:53:56.003" v="1" actId="47"/>
        <pc:sldMkLst>
          <pc:docMk/>
          <pc:sldMk cId="3637227542" sldId="671"/>
        </pc:sldMkLst>
      </pc:sldChg>
      <pc:sldChg chg="del">
        <pc:chgData name="Amanda Countryman" userId="0be1c61d-c610-49a2-ae7e-a4e60bd07712" providerId="ADAL" clId="{00873937-8841-4394-9081-668AB0E0F950}" dt="2026-08-25T01:53:56.003" v="1" actId="47"/>
        <pc:sldMkLst>
          <pc:docMk/>
          <pc:sldMk cId="2901803682" sldId="672"/>
        </pc:sldMkLst>
      </pc:sldChg>
      <pc:sldChg chg="del">
        <pc:chgData name="Amanda Countryman" userId="0be1c61d-c610-49a2-ae7e-a4e60bd07712" providerId="ADAL" clId="{00873937-8841-4394-9081-668AB0E0F950}" dt="2026-08-25T01:53:56.003" v="1" actId="47"/>
        <pc:sldMkLst>
          <pc:docMk/>
          <pc:sldMk cId="2892761762" sldId="673"/>
        </pc:sldMkLst>
      </pc:sldChg>
      <pc:sldChg chg="del">
        <pc:chgData name="Amanda Countryman" userId="0be1c61d-c610-49a2-ae7e-a4e60bd07712" providerId="ADAL" clId="{00873937-8841-4394-9081-668AB0E0F950}" dt="2026-08-25T01:53:43.320" v="0" actId="47"/>
        <pc:sldMkLst>
          <pc:docMk/>
          <pc:sldMk cId="2905375063" sldId="674"/>
        </pc:sldMkLst>
      </pc:sldChg>
      <pc:sldChg chg="del">
        <pc:chgData name="Amanda Countryman" userId="0be1c61d-c610-49a2-ae7e-a4e60bd07712" providerId="ADAL" clId="{00873937-8841-4394-9081-668AB0E0F950}" dt="2026-08-25T01:53:43.320" v="0" actId="47"/>
        <pc:sldMkLst>
          <pc:docMk/>
          <pc:sldMk cId="1867379302" sldId="675"/>
        </pc:sldMkLst>
      </pc:sldChg>
      <pc:sldChg chg="del">
        <pc:chgData name="Amanda Countryman" userId="0be1c61d-c610-49a2-ae7e-a4e60bd07712" providerId="ADAL" clId="{00873937-8841-4394-9081-668AB0E0F950}" dt="2026-08-25T01:53:43.320" v="0" actId="47"/>
        <pc:sldMkLst>
          <pc:docMk/>
          <pc:sldMk cId="920164417" sldId="676"/>
        </pc:sldMkLst>
      </pc:sldChg>
      <pc:sldChg chg="del">
        <pc:chgData name="Amanda Countryman" userId="0be1c61d-c610-49a2-ae7e-a4e60bd07712" providerId="ADAL" clId="{00873937-8841-4394-9081-668AB0E0F950}" dt="2026-08-25T01:53:43.320" v="0" actId="47"/>
        <pc:sldMkLst>
          <pc:docMk/>
          <pc:sldMk cId="1790891452" sldId="677"/>
        </pc:sldMkLst>
      </pc:sldChg>
      <pc:sldChg chg="del">
        <pc:chgData name="Amanda Countryman" userId="0be1c61d-c610-49a2-ae7e-a4e60bd07712" providerId="ADAL" clId="{00873937-8841-4394-9081-668AB0E0F950}" dt="2026-08-25T01:53:43.320" v="0" actId="47"/>
        <pc:sldMkLst>
          <pc:docMk/>
          <pc:sldMk cId="1964728646" sldId="678"/>
        </pc:sldMkLst>
      </pc:sldChg>
      <pc:sldChg chg="del">
        <pc:chgData name="Amanda Countryman" userId="0be1c61d-c610-49a2-ae7e-a4e60bd07712" providerId="ADAL" clId="{00873937-8841-4394-9081-668AB0E0F950}" dt="2026-08-25T01:53:43.320" v="0" actId="47"/>
        <pc:sldMkLst>
          <pc:docMk/>
          <pc:sldMk cId="3209933386" sldId="680"/>
        </pc:sldMkLst>
      </pc:sldChg>
      <pc:sldChg chg="del">
        <pc:chgData name="Amanda Countryman" userId="0be1c61d-c610-49a2-ae7e-a4e60bd07712" providerId="ADAL" clId="{00873937-8841-4394-9081-668AB0E0F950}" dt="2026-08-25T01:53:56.003" v="1" actId="47"/>
        <pc:sldMkLst>
          <pc:docMk/>
          <pc:sldMk cId="189957461" sldId="681"/>
        </pc:sldMkLst>
      </pc:sldChg>
      <pc:sldMasterChg chg="delSldLayout">
        <pc:chgData name="Amanda Countryman" userId="0be1c61d-c610-49a2-ae7e-a4e60bd07712" providerId="ADAL" clId="{00873937-8841-4394-9081-668AB0E0F950}" dt="2026-08-25T01:53:56.003" v="1" actId="47"/>
        <pc:sldMasterMkLst>
          <pc:docMk/>
          <pc:sldMasterMk cId="0" sldId="2147483659"/>
        </pc:sldMasterMkLst>
        <pc:sldLayoutChg chg="del">
          <pc:chgData name="Amanda Countryman" userId="0be1c61d-c610-49a2-ae7e-a4e60bd07712" providerId="ADAL" clId="{00873937-8841-4394-9081-668AB0E0F950}" dt="2026-08-25T01:53:56.003" v="1" actId="47"/>
          <pc:sldLayoutMkLst>
            <pc:docMk/>
            <pc:sldMasterMk cId="0" sldId="2147483659"/>
            <pc:sldLayoutMk cId="0" sldId="2147483651"/>
          </pc:sldLayoutMkLst>
        </pc:sldLayoutChg>
        <pc:sldLayoutChg chg="del">
          <pc:chgData name="Amanda Countryman" userId="0be1c61d-c610-49a2-ae7e-a4e60bd07712" providerId="ADAL" clId="{00873937-8841-4394-9081-668AB0E0F950}" dt="2026-08-25T01:53:56.003" v="1" actId="47"/>
          <pc:sldLayoutMkLst>
            <pc:docMk/>
            <pc:sldMasterMk cId="0" sldId="2147483659"/>
            <pc:sldLayoutMk cId="0" sldId="2147483652"/>
          </pc:sldLayoutMkLst>
        </pc:sldLayoutChg>
        <pc:sldLayoutChg chg="del">
          <pc:chgData name="Amanda Countryman" userId="0be1c61d-c610-49a2-ae7e-a4e60bd07712" providerId="ADAL" clId="{00873937-8841-4394-9081-668AB0E0F950}" dt="2026-08-25T01:53:56.003" v="1" actId="47"/>
          <pc:sldLayoutMkLst>
            <pc:docMk/>
            <pc:sldMasterMk cId="0" sldId="2147483659"/>
            <pc:sldLayoutMk cId="0" sldId="2147483654"/>
          </pc:sldLayoutMkLst>
        </pc:sldLayoutChg>
        <pc:sldLayoutChg chg="del">
          <pc:chgData name="Amanda Countryman" userId="0be1c61d-c610-49a2-ae7e-a4e60bd07712" providerId="ADAL" clId="{00873937-8841-4394-9081-668AB0E0F950}" dt="2026-08-25T01:53:56.003" v="1" actId="47"/>
          <pc:sldLayoutMkLst>
            <pc:docMk/>
            <pc:sldMasterMk cId="0" sldId="2147483659"/>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e8fa69a01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e8fa69a01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f20bd3e65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 name="Google Shape;1251;gf20bd3e65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gf20bd3e65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f20bd3e65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f20bd3e65d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 name="Google Shape;1262;gf20bd3e65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gf20bd3e65d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8" name="Google Shape;1268;gf20bd3e65d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f20bd3e65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f20bd3e65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gf20bd3e65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1" name="Google Shape;1281;gf20bd3e65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gf20bd3e65d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9" name="Google Shape;1299;gf20bd3e65d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f20bd3e65d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f20bd3e65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f20bd3e65d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f20bd3e65d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Patty describes valuing free </a:t>
            </a:r>
            <a:r>
              <a:rPr lang="en-US" dirty="0" err="1"/>
              <a:t>wifi</a:t>
            </a:r>
            <a:r>
              <a:rPr lang="en-US" dirty="0"/>
              <a:t> to a community</a:t>
            </a:r>
          </a:p>
          <a:p>
            <a:pPr lvl="1"/>
            <a:r>
              <a:rPr lang="en-US" dirty="0" err="1"/>
              <a:t>Undercoverage</a:t>
            </a:r>
            <a:r>
              <a:rPr lang="en-US" dirty="0"/>
              <a:t> is the sample frame excludes people that may be affected. Homeowners in a neighborhood may exclude renters</a:t>
            </a:r>
          </a:p>
          <a:p>
            <a:pPr lvl="1"/>
            <a:r>
              <a:rPr lang="en-US" dirty="0" err="1"/>
              <a:t>Overcoverage</a:t>
            </a:r>
            <a:r>
              <a:rPr lang="en-US" dirty="0"/>
              <a:t> is including people that won’t be impacted. May include people that recently moved.</a:t>
            </a:r>
          </a:p>
          <a:p>
            <a:pPr lvl="0"/>
            <a:r>
              <a:rPr lang="en-US" dirty="0"/>
              <a:t>Clustered or stratified random sampling</a:t>
            </a:r>
          </a:p>
          <a:p>
            <a:pPr lvl="1"/>
            <a:r>
              <a:rPr lang="en-US" dirty="0"/>
              <a:t>Clustered is representative but near for ease of administering the survey</a:t>
            </a:r>
          </a:p>
          <a:p>
            <a:pPr lvl="1"/>
            <a:r>
              <a:rPr lang="en-US" dirty="0"/>
              <a:t>Stratified to ensure you get representation in all subgroups</a:t>
            </a:r>
          </a:p>
        </p:txBody>
      </p:sp>
    </p:spTree>
    <p:extLst>
      <p:ext uri="{BB962C8B-B14F-4D97-AF65-F5344CB8AC3E}">
        <p14:creationId xmlns:p14="http://schemas.microsoft.com/office/powerpoint/2010/main" val="3804181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can test by comparing attributes of your sample to attributes of the sample frame</a:t>
            </a:r>
          </a:p>
        </p:txBody>
      </p:sp>
    </p:spTree>
    <p:extLst>
      <p:ext uri="{BB962C8B-B14F-4D97-AF65-F5344CB8AC3E}">
        <p14:creationId xmlns:p14="http://schemas.microsoft.com/office/powerpoint/2010/main" val="398572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aeaweb.org/articles?id=10.1257/jep.24.2.3"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theconversation.com/exposure-of-faked-dishonesty-study-makes-me-proud-to-be-a-behavioural-scientist-167168"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https://happygitwithr.com/"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jbayham/weather_risk_resource_orders"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gist.github.com/jbayham/47aee6f82efa080fca7cdde096cb72ad"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AREC 570 Slides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1252"/>
        <p:cNvGrpSpPr/>
        <p:nvPr/>
      </p:nvGrpSpPr>
      <p:grpSpPr>
        <a:xfrm>
          <a:off x="0" y="0"/>
          <a:ext cx="0" cy="0"/>
          <a:chOff x="0" y="0"/>
          <a:chExt cx="0" cy="0"/>
        </a:xfrm>
      </p:grpSpPr>
      <p:sp>
        <p:nvSpPr>
          <p:cNvPr id="1253" name="Google Shape;1253;p2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Unit 5</a:t>
            </a:r>
            <a:br>
              <a:rPr lang="en" dirty="0"/>
            </a:br>
            <a:r>
              <a:rPr lang="en" dirty="0"/>
              <a:t>Data</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58" name="Google Shape;1258;p2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Motivation</a:t>
            </a:r>
            <a:endParaRPr/>
          </a:p>
        </p:txBody>
      </p:sp>
      <p:sp>
        <p:nvSpPr>
          <p:cNvPr id="1259" name="Google Shape;1259;p2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Data collection, integration, and management is becoming an important part of economics research</a:t>
            </a:r>
            <a:endParaRPr/>
          </a:p>
          <a:p>
            <a:pPr marL="0" lvl="0" indent="0" algn="l" rtl="0">
              <a:spcBef>
                <a:spcPts val="1600"/>
              </a:spcBef>
              <a:spcAft>
                <a:spcPts val="0"/>
              </a:spcAft>
              <a:buClr>
                <a:schemeClr val="dk1"/>
              </a:buClr>
              <a:buSzPts val="1100"/>
              <a:buFont typeface="Arial"/>
              <a:buNone/>
            </a:pPr>
            <a:r>
              <a:rPr lang="en" u="sng" dirty="0">
                <a:solidFill>
                  <a:schemeClr val="hlink"/>
                </a:solidFill>
                <a:hlinkClick r:id="rId3">
                  <a:extLst>
                    <a:ext uri="{A12FA001-AC4F-418D-AE19-62706E023703}">
                      <ahyp:hlinkClr xmlns:ahyp="http://schemas.microsoft.com/office/drawing/2018/hyperlinkcolor" val="tx"/>
                    </a:ext>
                  </a:extLst>
                </a:hlinkClick>
              </a:rPr>
              <a:t>Credibility revolution</a:t>
            </a:r>
            <a:r>
              <a:rPr lang="en" dirty="0"/>
              <a:t> has simplified methods and encouraged more emphasis on clever uses of data (natural experiments)</a:t>
            </a:r>
            <a:endParaRPr/>
          </a:p>
          <a:p>
            <a:pPr marL="0" indent="0">
              <a:spcBef>
                <a:spcPts val="1600"/>
              </a:spcBef>
              <a:buClr>
                <a:schemeClr val="dk1"/>
              </a:buClr>
              <a:buSzPts val="1100"/>
              <a:buNone/>
            </a:pPr>
            <a:r>
              <a:rPr lang="en" dirty="0"/>
              <a:t>Resolution of data has increased (space and time) - especially biophysical things (thanks satellites).  We can revisit older empirical questions</a:t>
            </a:r>
            <a:endParaRPr dirty="0"/>
          </a:p>
          <a:p>
            <a:pPr marL="0" lvl="0" indent="0" algn="l" rtl="0">
              <a:spcBef>
                <a:spcPts val="1600"/>
              </a:spcBef>
              <a:spcAft>
                <a:spcPts val="1600"/>
              </a:spcAft>
              <a:buNone/>
            </a:pPr>
            <a:r>
              <a:rPr lang="en" dirty="0"/>
              <a:t>Empirical results are only as strong as the quality of the data used to generate the results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2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Theory → Data or Data → Theory</a:t>
            </a:r>
            <a:endParaRPr/>
          </a:p>
        </p:txBody>
      </p:sp>
      <p:sp>
        <p:nvSpPr>
          <p:cNvPr id="1265" name="Google Shape;1265;p2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Perspective 1: Your conceptual model should guide the collection and organization of your data.  Otherwise, you may be finding unjustified relationships.</a:t>
            </a:r>
            <a:endParaRPr/>
          </a:p>
          <a:p>
            <a:pPr marL="0" lvl="0" indent="0" algn="l" rtl="0">
              <a:spcBef>
                <a:spcPts val="1600"/>
              </a:spcBef>
              <a:spcAft>
                <a:spcPts val="0"/>
              </a:spcAft>
              <a:buClr>
                <a:schemeClr val="dk1"/>
              </a:buClr>
              <a:buSzPts val="1100"/>
              <a:buFont typeface="Arial"/>
              <a:buNone/>
            </a:pPr>
            <a:r>
              <a:rPr lang="en"/>
              <a:t>Perspective 2: The data should guide your investigation.  Otherwise, you are twisting and forcing data to support your claims.</a:t>
            </a:r>
            <a:endParaRPr/>
          </a:p>
          <a:p>
            <a:pPr marL="0" lvl="0" indent="0" algn="l" rtl="0">
              <a:spcBef>
                <a:spcPts val="1600"/>
              </a:spcBef>
              <a:spcAft>
                <a:spcPts val="0"/>
              </a:spcAft>
              <a:buClr>
                <a:schemeClr val="dk1"/>
              </a:buClr>
              <a:buSzPts val="1100"/>
              <a:buFont typeface="Arial"/>
              <a:buNone/>
            </a:pPr>
            <a:r>
              <a:rPr lang="en"/>
              <a:t>Pragmatic view:  there are instances where you find data and realize that you can ask interesting questions about some topic or phenomenon.  However, you need to be careful to go back to the early steps and identify a research questions, develop a conceptual framework, etc.</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9"/>
        <p:cNvGrpSpPr/>
        <p:nvPr/>
      </p:nvGrpSpPr>
      <p:grpSpPr>
        <a:xfrm>
          <a:off x="0" y="0"/>
          <a:ext cx="0" cy="0"/>
          <a:chOff x="0" y="0"/>
          <a:chExt cx="0" cy="0"/>
        </a:xfrm>
      </p:grpSpPr>
      <p:sp>
        <p:nvSpPr>
          <p:cNvPr id="1270" name="Google Shape;1270;p2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Primary vs Secondary Data </a:t>
            </a:r>
            <a:endParaRPr/>
          </a:p>
        </p:txBody>
      </p:sp>
      <p:sp>
        <p:nvSpPr>
          <p:cNvPr id="1271" name="Google Shape;1271;p2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Primary data is collected directly from a source for a specific purpose</a:t>
            </a:r>
            <a:endParaRPr dirty="0"/>
          </a:p>
          <a:p>
            <a:pPr marL="457200" lvl="0" indent="-342900" algn="l" rtl="0">
              <a:spcBef>
                <a:spcPts val="1600"/>
              </a:spcBef>
              <a:spcAft>
                <a:spcPts val="0"/>
              </a:spcAft>
              <a:buSzPts val="1800"/>
              <a:buChar char="●"/>
            </a:pPr>
            <a:r>
              <a:rPr lang="en" dirty="0"/>
              <a:t>If you want to know what people think, then just ask them – Patty Champ</a:t>
            </a:r>
            <a:endParaRPr dirty="0"/>
          </a:p>
          <a:p>
            <a:pPr marL="457200" lvl="0" indent="-342900" algn="l" rtl="0">
              <a:spcBef>
                <a:spcPts val="0"/>
              </a:spcBef>
              <a:spcAft>
                <a:spcPts val="0"/>
              </a:spcAft>
              <a:buSzPts val="1800"/>
              <a:buChar char="●"/>
            </a:pPr>
            <a:r>
              <a:rPr lang="en" dirty="0"/>
              <a:t>Survey, observation (passive monitoring)</a:t>
            </a:r>
            <a:endParaRPr dirty="0"/>
          </a:p>
          <a:p>
            <a:pPr marL="457200" lvl="0" indent="-342900" algn="l" rtl="0">
              <a:spcBef>
                <a:spcPts val="0"/>
              </a:spcBef>
              <a:spcAft>
                <a:spcPts val="0"/>
              </a:spcAft>
              <a:buSzPts val="1800"/>
              <a:buChar char="●"/>
            </a:pPr>
            <a:r>
              <a:rPr lang="en" dirty="0"/>
              <a:t>In survey, data quality is your responsibility, but analysis is usually more straightforward</a:t>
            </a:r>
            <a:endParaRPr dirty="0"/>
          </a:p>
          <a:p>
            <a:pPr marL="0" lvl="0" indent="0" algn="l" rtl="0">
              <a:spcBef>
                <a:spcPts val="1600"/>
              </a:spcBef>
              <a:spcAft>
                <a:spcPts val="0"/>
              </a:spcAft>
              <a:buClr>
                <a:schemeClr val="dk1"/>
              </a:buClr>
              <a:buSzPts val="1100"/>
              <a:buFont typeface="Arial"/>
              <a:buNone/>
            </a:pPr>
            <a:r>
              <a:rPr lang="en" dirty="0"/>
              <a:t>Secondary data was collected for another purpose but can provide important information needed to test some hypothesis</a:t>
            </a:r>
            <a:endParaRPr dirty="0"/>
          </a:p>
          <a:p>
            <a:pPr marL="0" lvl="0" indent="0" algn="l" rtl="0">
              <a:spcBef>
                <a:spcPts val="1600"/>
              </a:spcBef>
              <a:spcAft>
                <a:spcPts val="16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2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Trust</a:t>
            </a:r>
            <a:endParaRPr/>
          </a:p>
        </p:txBody>
      </p:sp>
      <p:sp>
        <p:nvSpPr>
          <p:cNvPr id="1277" name="Google Shape;1277;p2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How do you know if you can trust data?</a:t>
            </a:r>
            <a:endParaRPr/>
          </a:p>
          <a:p>
            <a:pPr marL="0" lvl="0" indent="0" algn="l" rtl="0">
              <a:spcBef>
                <a:spcPts val="1600"/>
              </a:spcBef>
              <a:spcAft>
                <a:spcPts val="0"/>
              </a:spcAft>
              <a:buNone/>
            </a:pPr>
            <a:r>
              <a:rPr lang="en"/>
              <a:t>Source reputation</a:t>
            </a:r>
            <a:endParaRPr/>
          </a:p>
          <a:p>
            <a:pPr marL="0" lvl="0" indent="0" algn="l" rtl="0">
              <a:spcBef>
                <a:spcPts val="1600"/>
              </a:spcBef>
              <a:spcAft>
                <a:spcPts val="0"/>
              </a:spcAft>
              <a:buClr>
                <a:schemeClr val="dk1"/>
              </a:buClr>
              <a:buSzPts val="1100"/>
              <a:buFont typeface="Arial"/>
              <a:buNone/>
            </a:pPr>
            <a:r>
              <a:rPr lang="en"/>
              <a:t>Clear and comprehensive documentation.  See Census or BLS</a:t>
            </a:r>
            <a:endParaRPr/>
          </a:p>
          <a:p>
            <a:pPr marL="0" lvl="0" indent="0" algn="l" rtl="0">
              <a:spcBef>
                <a:spcPts val="1600"/>
              </a:spcBef>
              <a:spcAft>
                <a:spcPts val="0"/>
              </a:spcAft>
              <a:buClr>
                <a:schemeClr val="dk1"/>
              </a:buClr>
              <a:buSzPts val="1100"/>
              <a:buFont typeface="Arial"/>
              <a:buNone/>
            </a:pPr>
            <a:r>
              <a:rPr lang="en"/>
              <a:t>Statistical tests of data validity - </a:t>
            </a:r>
            <a:r>
              <a:rPr lang="en" u="sng">
                <a:solidFill>
                  <a:schemeClr val="hlink"/>
                </a:solidFill>
                <a:hlinkClick r:id="rId3"/>
              </a:rPr>
              <a:t>Dan Ariely</a:t>
            </a:r>
            <a:endParaRPr/>
          </a:p>
          <a:p>
            <a:pPr marL="0" lvl="0" indent="0" algn="l" rtl="0">
              <a:spcBef>
                <a:spcPts val="1600"/>
              </a:spcBef>
              <a:spcAft>
                <a:spcPts val="0"/>
              </a:spcAft>
              <a:buClr>
                <a:schemeClr val="dk1"/>
              </a:buClr>
              <a:buSzPts val="1100"/>
              <a:buFont typeface="Arial"/>
              <a:buNone/>
            </a:pPr>
            <a:r>
              <a:rPr lang="en"/>
              <a:t>Institutional knowledge of dataset</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pic>
        <p:nvPicPr>
          <p:cNvPr id="1278" name="Google Shape;1278;p219"/>
          <p:cNvPicPr preferRelativeResize="0"/>
          <p:nvPr/>
        </p:nvPicPr>
        <p:blipFill>
          <a:blip r:embed="rId4">
            <a:alphaModFix/>
          </a:blip>
          <a:stretch>
            <a:fillRect/>
          </a:stretch>
        </p:blipFill>
        <p:spPr>
          <a:xfrm>
            <a:off x="5296924" y="2766475"/>
            <a:ext cx="3330275" cy="2181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282"/>
        <p:cNvGrpSpPr/>
        <p:nvPr/>
      </p:nvGrpSpPr>
      <p:grpSpPr>
        <a:xfrm>
          <a:off x="0" y="0"/>
          <a:ext cx="0" cy="0"/>
          <a:chOff x="0" y="0"/>
          <a:chExt cx="0" cy="0"/>
        </a:xfrm>
      </p:grpSpPr>
      <p:sp>
        <p:nvSpPr>
          <p:cNvPr id="1283" name="Google Shape;1283;p2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Sampling</a:t>
            </a:r>
            <a:endParaRPr/>
          </a:p>
        </p:txBody>
      </p:sp>
      <p:sp>
        <p:nvSpPr>
          <p:cNvPr id="1284" name="Google Shape;1284;p2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want the data to be representative sample of intended population</a:t>
            </a:r>
            <a:endParaRPr/>
          </a:p>
          <a:p>
            <a:pPr marL="0" lvl="0" indent="0" algn="l" rtl="0">
              <a:spcBef>
                <a:spcPts val="1600"/>
              </a:spcBef>
              <a:spcAft>
                <a:spcPts val="0"/>
              </a:spcAft>
              <a:buClr>
                <a:schemeClr val="dk1"/>
              </a:buClr>
              <a:buSzPts val="1100"/>
              <a:buFont typeface="Arial"/>
              <a:buNone/>
            </a:pPr>
            <a:r>
              <a:rPr lang="en"/>
              <a:t>In publicly collected surveys, you may also find survey weights (ex post) that need to be used to get population level estimates.</a:t>
            </a:r>
            <a:endParaRPr/>
          </a:p>
          <a:p>
            <a:pPr marL="457200" lvl="0" indent="-342900" algn="l" rtl="0">
              <a:spcBef>
                <a:spcPts val="1600"/>
              </a:spcBef>
              <a:spcAft>
                <a:spcPts val="0"/>
              </a:spcAft>
              <a:buSzPts val="1800"/>
              <a:buChar char="●"/>
            </a:pPr>
            <a:r>
              <a:rPr lang="en"/>
              <a:t>Survey weights can account for over sample groups or undersampled groups</a:t>
            </a:r>
            <a:endParaRPr/>
          </a:p>
          <a:p>
            <a:pPr marL="0" lvl="0" indent="0" algn="l" rtl="0">
              <a:spcBef>
                <a:spcPts val="1600"/>
              </a:spcBef>
              <a:spcAft>
                <a:spcPts val="1600"/>
              </a:spcAft>
              <a:buNone/>
            </a:pPr>
            <a:r>
              <a:rPr lang="en"/>
              <a:t>Varian (2014) notes that while working at google, he finds that 0.1% is usually sufficient for analysis of business data.  Cell data may be similar.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2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Other Considerations: Institutional Knowledge</a:t>
            </a:r>
            <a:endParaRPr/>
          </a:p>
        </p:txBody>
      </p:sp>
      <p:sp>
        <p:nvSpPr>
          <p:cNvPr id="1302" name="Google Shape;1302;p2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Invest in institutional knowledge</a:t>
            </a:r>
            <a:endParaRPr/>
          </a:p>
          <a:p>
            <a:pPr marL="0" lvl="0" indent="0" algn="l" rtl="0">
              <a:spcBef>
                <a:spcPts val="1600"/>
              </a:spcBef>
              <a:spcAft>
                <a:spcPts val="0"/>
              </a:spcAft>
              <a:buNone/>
            </a:pPr>
            <a:r>
              <a:rPr lang="en"/>
              <a:t>How was the data collected? Trust/reliable</a:t>
            </a:r>
            <a:endParaRPr/>
          </a:p>
          <a:p>
            <a:pPr marL="0" lvl="0" indent="0" algn="l" rtl="0">
              <a:spcBef>
                <a:spcPts val="160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Other considerations: Types of data</a:t>
            </a:r>
            <a:endParaRPr/>
          </a:p>
        </p:txBody>
      </p:sp>
      <p:sp>
        <p:nvSpPr>
          <p:cNvPr id="1290" name="Google Shape;1290;p2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Time series: data measured over time (asset prices)</a:t>
            </a:r>
            <a:endParaRPr/>
          </a:p>
          <a:p>
            <a:pPr marL="0" lvl="0" indent="0" algn="l" rtl="0">
              <a:spcBef>
                <a:spcPts val="1600"/>
              </a:spcBef>
              <a:spcAft>
                <a:spcPts val="0"/>
              </a:spcAft>
              <a:buClr>
                <a:schemeClr val="dk1"/>
              </a:buClr>
              <a:buSzPts val="1100"/>
              <a:buFont typeface="Arial"/>
              <a:buNone/>
            </a:pPr>
            <a:r>
              <a:rPr lang="en"/>
              <a:t>Cross sectional: data measured over a group of agents without regard to time</a:t>
            </a:r>
            <a:endParaRPr/>
          </a:p>
          <a:p>
            <a:pPr marL="0" lvl="0" indent="0" algn="l" rtl="0">
              <a:spcBef>
                <a:spcPts val="1600"/>
              </a:spcBef>
              <a:spcAft>
                <a:spcPts val="0"/>
              </a:spcAft>
              <a:buClr>
                <a:schemeClr val="dk1"/>
              </a:buClr>
              <a:buSzPts val="1100"/>
              <a:buFont typeface="Arial"/>
              <a:buNone/>
            </a:pPr>
            <a:r>
              <a:rPr lang="en"/>
              <a:t>Longitudinal, panel, or cross section time series data</a:t>
            </a:r>
            <a:endParaRPr/>
          </a:p>
          <a:p>
            <a:pPr marL="457200" lvl="0" indent="-342900" algn="l" rtl="0">
              <a:spcBef>
                <a:spcPts val="1600"/>
              </a:spcBef>
              <a:spcAft>
                <a:spcPts val="0"/>
              </a:spcAft>
              <a:buSzPts val="1800"/>
              <a:buChar char="●"/>
            </a:pPr>
            <a:r>
              <a:rPr lang="en"/>
              <a:t>Balanced panel</a:t>
            </a:r>
            <a:endParaRPr/>
          </a:p>
          <a:p>
            <a:pPr marL="457200" lvl="0" indent="-342900" algn="l" rtl="0">
              <a:spcBef>
                <a:spcPts val="0"/>
              </a:spcBef>
              <a:spcAft>
                <a:spcPts val="0"/>
              </a:spcAft>
              <a:buSzPts val="1800"/>
              <a:buChar char="●"/>
            </a:pPr>
            <a:r>
              <a:rPr lang="en"/>
              <a:t>Unbalanced panel</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2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Other considerations: Aggregation</a:t>
            </a:r>
            <a:endParaRPr/>
          </a:p>
        </p:txBody>
      </p:sp>
      <p:sp>
        <p:nvSpPr>
          <p:cNvPr id="1296" name="Google Shape;1296;p2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Temporal aggregation: how fine do you need time… market prices by second or by year</a:t>
            </a:r>
            <a:endParaRPr/>
          </a:p>
          <a:p>
            <a:pPr marL="0" lvl="0" indent="0" algn="l" rtl="0">
              <a:spcBef>
                <a:spcPts val="1600"/>
              </a:spcBef>
              <a:spcAft>
                <a:spcPts val="0"/>
              </a:spcAft>
              <a:buNone/>
            </a:pPr>
            <a:r>
              <a:rPr lang="en"/>
              <a:t>Spatial aggregation: localized (geographic coordinates) up to national or global</a:t>
            </a:r>
            <a:endParaRPr/>
          </a:p>
          <a:p>
            <a:pPr marL="0" lvl="0" indent="0" algn="l" rtl="0">
              <a:spcBef>
                <a:spcPts val="1600"/>
              </a:spcBef>
              <a:spcAft>
                <a:spcPts val="0"/>
              </a:spcAft>
              <a:buNone/>
            </a:pPr>
            <a:r>
              <a:rPr lang="en"/>
              <a:t>Aggregation obscures heterogeneity (maybe that is important to your question)</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660F97-6670-39A5-9761-D4E72D74EF79}"/>
              </a:ext>
            </a:extLst>
          </p:cNvPr>
          <p:cNvSpPr>
            <a:spLocks noGrp="1"/>
          </p:cNvSpPr>
          <p:nvPr>
            <p:ph type="title"/>
          </p:nvPr>
        </p:nvSpPr>
        <p:spPr/>
        <p:txBody>
          <a:bodyPr/>
          <a:lstStyle/>
          <a:p>
            <a:r>
              <a:rPr lang="en-US" dirty="0"/>
              <a:t>Champ – </a:t>
            </a:r>
            <a:br>
              <a:rPr lang="en-US" dirty="0"/>
            </a:br>
            <a:r>
              <a:rPr lang="en-US" dirty="0"/>
              <a:t>Collecting Nonmarket Valuation Data</a:t>
            </a:r>
          </a:p>
        </p:txBody>
      </p:sp>
    </p:spTree>
    <p:extLst>
      <p:ext uri="{BB962C8B-B14F-4D97-AF65-F5344CB8AC3E}">
        <p14:creationId xmlns:p14="http://schemas.microsoft.com/office/powerpoint/2010/main" val="2345553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74993-B161-B2EE-FE66-12FF49BC39CC}"/>
              </a:ext>
            </a:extLst>
          </p:cNvPr>
          <p:cNvSpPr>
            <a:spLocks noGrp="1"/>
          </p:cNvSpPr>
          <p:nvPr>
            <p:ph type="title"/>
          </p:nvPr>
        </p:nvSpPr>
        <p:spPr/>
        <p:txBody>
          <a:bodyPr/>
          <a:lstStyle/>
          <a:p>
            <a:r>
              <a:rPr lang="en-US" dirty="0"/>
              <a:t>Understand the objectives of the survey</a:t>
            </a:r>
          </a:p>
        </p:txBody>
      </p:sp>
      <p:sp>
        <p:nvSpPr>
          <p:cNvPr id="3" name="Text Placeholder 2">
            <a:extLst>
              <a:ext uri="{FF2B5EF4-FFF2-40B4-BE49-F238E27FC236}">
                <a16:creationId xmlns:a16="http://schemas.microsoft.com/office/drawing/2014/main" id="{C504F066-F729-E04F-7D60-953C97BC3818}"/>
              </a:ext>
            </a:extLst>
          </p:cNvPr>
          <p:cNvSpPr>
            <a:spLocks noGrp="1"/>
          </p:cNvSpPr>
          <p:nvPr>
            <p:ph type="body" idx="1"/>
          </p:nvPr>
        </p:nvSpPr>
        <p:spPr/>
        <p:txBody>
          <a:bodyPr/>
          <a:lstStyle/>
          <a:p>
            <a:pPr marL="114300" indent="0">
              <a:buNone/>
            </a:pPr>
            <a:r>
              <a:rPr lang="en-US" dirty="0"/>
              <a:t>What is the research question you are trying to answer?</a:t>
            </a:r>
          </a:p>
          <a:p>
            <a:r>
              <a:rPr lang="en-US" dirty="0"/>
              <a:t>What is the value of some resource?</a:t>
            </a:r>
          </a:p>
          <a:p>
            <a:r>
              <a:rPr lang="en-US" dirty="0"/>
              <a:t>What affect does question ordering have on responses? </a:t>
            </a:r>
          </a:p>
          <a:p>
            <a:pPr marL="114300" indent="0">
              <a:buNone/>
            </a:pPr>
            <a:endParaRPr lang="en-US" dirty="0"/>
          </a:p>
          <a:p>
            <a:pPr marL="114300" indent="0">
              <a:buNone/>
            </a:pPr>
            <a:endParaRPr lang="en-US" dirty="0"/>
          </a:p>
        </p:txBody>
      </p:sp>
    </p:spTree>
    <p:extLst>
      <p:ext uri="{BB962C8B-B14F-4D97-AF65-F5344CB8AC3E}">
        <p14:creationId xmlns:p14="http://schemas.microsoft.com/office/powerpoint/2010/main" val="2803429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39D3-944E-5A40-A9B1-99C23CC2D2AE}"/>
              </a:ext>
            </a:extLst>
          </p:cNvPr>
          <p:cNvSpPr>
            <a:spLocks noGrp="1"/>
          </p:cNvSpPr>
          <p:nvPr>
            <p:ph type="title"/>
          </p:nvPr>
        </p:nvSpPr>
        <p:spPr/>
        <p:txBody>
          <a:bodyPr/>
          <a:lstStyle/>
          <a:p>
            <a:r>
              <a:rPr lang="en-US" dirty="0"/>
              <a:t>Sampling</a:t>
            </a:r>
          </a:p>
        </p:txBody>
      </p:sp>
      <p:sp>
        <p:nvSpPr>
          <p:cNvPr id="3" name="Text Placeholder 2">
            <a:extLst>
              <a:ext uri="{FF2B5EF4-FFF2-40B4-BE49-F238E27FC236}">
                <a16:creationId xmlns:a16="http://schemas.microsoft.com/office/drawing/2014/main" id="{632AF1F6-B5CF-4779-19BA-B3BF539452CE}"/>
              </a:ext>
            </a:extLst>
          </p:cNvPr>
          <p:cNvSpPr>
            <a:spLocks noGrp="1"/>
          </p:cNvSpPr>
          <p:nvPr>
            <p:ph type="body" idx="1"/>
          </p:nvPr>
        </p:nvSpPr>
        <p:spPr>
          <a:xfrm>
            <a:off x="311700" y="1152475"/>
            <a:ext cx="3798981" cy="3416400"/>
          </a:xfrm>
        </p:spPr>
        <p:txBody>
          <a:bodyPr/>
          <a:lstStyle/>
          <a:p>
            <a:pPr marL="114300" indent="0">
              <a:buNone/>
            </a:pPr>
            <a:r>
              <a:rPr lang="en-US" dirty="0"/>
              <a:t>Non prob sampling – students, people at grocery store</a:t>
            </a:r>
          </a:p>
          <a:p>
            <a:pPr marL="114300" indent="0">
              <a:buNone/>
            </a:pPr>
            <a:endParaRPr lang="en-US" dirty="0"/>
          </a:p>
          <a:p>
            <a:pPr marL="114300" indent="0">
              <a:buNone/>
            </a:pPr>
            <a:r>
              <a:rPr lang="en-US" dirty="0"/>
              <a:t>Prob sampling</a:t>
            </a:r>
          </a:p>
          <a:p>
            <a:pPr marL="114300" indent="0">
              <a:buNone/>
            </a:pPr>
            <a:r>
              <a:rPr lang="en-US" dirty="0"/>
              <a:t>- who is the population impacted by the policy or change?</a:t>
            </a:r>
          </a:p>
          <a:p>
            <a:pPr marL="114300" indent="0">
              <a:buNone/>
            </a:pPr>
            <a:endParaRPr lang="en-US" dirty="0"/>
          </a:p>
        </p:txBody>
      </p:sp>
      <p:pic>
        <p:nvPicPr>
          <p:cNvPr id="4" name="Picture 3">
            <a:extLst>
              <a:ext uri="{FF2B5EF4-FFF2-40B4-BE49-F238E27FC236}">
                <a16:creationId xmlns:a16="http://schemas.microsoft.com/office/drawing/2014/main" id="{69B9C73B-FC7F-BC22-1D82-27E5C583AB81}"/>
              </a:ext>
            </a:extLst>
          </p:cNvPr>
          <p:cNvPicPr>
            <a:picLocks noChangeAspect="1"/>
          </p:cNvPicPr>
          <p:nvPr/>
        </p:nvPicPr>
        <p:blipFill>
          <a:blip r:embed="rId2"/>
          <a:stretch>
            <a:fillRect/>
          </a:stretch>
        </p:blipFill>
        <p:spPr>
          <a:xfrm>
            <a:off x="4170115" y="0"/>
            <a:ext cx="4955650" cy="5143500"/>
          </a:xfrm>
          <a:prstGeom prst="rect">
            <a:avLst/>
          </a:prstGeom>
        </p:spPr>
      </p:pic>
    </p:spTree>
    <p:extLst>
      <p:ext uri="{BB962C8B-B14F-4D97-AF65-F5344CB8AC3E}">
        <p14:creationId xmlns:p14="http://schemas.microsoft.com/office/powerpoint/2010/main" val="3017040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AD70B-2C3F-22C2-A713-4E9EC4A5B671}"/>
              </a:ext>
            </a:extLst>
          </p:cNvPr>
          <p:cNvSpPr>
            <a:spLocks noGrp="1"/>
          </p:cNvSpPr>
          <p:nvPr>
            <p:ph type="title"/>
          </p:nvPr>
        </p:nvSpPr>
        <p:spPr/>
        <p:txBody>
          <a:bodyPr/>
          <a:lstStyle/>
          <a:p>
            <a:r>
              <a:rPr lang="en-US" dirty="0"/>
              <a:t>Sampling Sources of Error</a:t>
            </a:r>
          </a:p>
        </p:txBody>
      </p:sp>
      <p:sp>
        <p:nvSpPr>
          <p:cNvPr id="3" name="Text Placeholder 2">
            <a:extLst>
              <a:ext uri="{FF2B5EF4-FFF2-40B4-BE49-F238E27FC236}">
                <a16:creationId xmlns:a16="http://schemas.microsoft.com/office/drawing/2014/main" id="{C6697B27-3B55-B757-835A-BCDE9C0B896A}"/>
              </a:ext>
            </a:extLst>
          </p:cNvPr>
          <p:cNvSpPr>
            <a:spLocks noGrp="1"/>
          </p:cNvSpPr>
          <p:nvPr>
            <p:ph type="body" idx="1"/>
          </p:nvPr>
        </p:nvSpPr>
        <p:spPr>
          <a:xfrm>
            <a:off x="311700" y="1152474"/>
            <a:ext cx="6122051" cy="3724325"/>
          </a:xfrm>
        </p:spPr>
        <p:txBody>
          <a:bodyPr/>
          <a:lstStyle/>
          <a:p>
            <a:pPr marL="114300" indent="0">
              <a:buNone/>
            </a:pPr>
            <a:r>
              <a:rPr lang="en-US" dirty="0"/>
              <a:t>Sampling frame is the population you are able to survey</a:t>
            </a:r>
          </a:p>
          <a:p>
            <a:r>
              <a:rPr lang="en-US" dirty="0"/>
              <a:t>Under/over coverage is the misalignment of pop to be surveyed and study population</a:t>
            </a:r>
          </a:p>
          <a:p>
            <a:endParaRPr lang="en-US" dirty="0"/>
          </a:p>
          <a:p>
            <a:pPr marL="114300" indent="0">
              <a:buNone/>
            </a:pPr>
            <a:r>
              <a:rPr lang="en-US" dirty="0"/>
              <a:t>Sampling</a:t>
            </a:r>
          </a:p>
          <a:p>
            <a:r>
              <a:rPr lang="en-US" dirty="0"/>
              <a:t>Simple random sampling vs more complex strategies</a:t>
            </a:r>
          </a:p>
          <a:p>
            <a:r>
              <a:rPr lang="en-US" dirty="0"/>
              <a:t>Power analysis to determine sample size</a:t>
            </a:r>
          </a:p>
          <a:p>
            <a:pPr marL="114300" indent="0">
              <a:buNone/>
            </a:pPr>
            <a:r>
              <a:rPr lang="en-US" dirty="0"/>
              <a:t>Power = 1 – prob type 2 error</a:t>
            </a:r>
          </a:p>
          <a:p>
            <a:pPr marL="114300" indent="0">
              <a:buNone/>
            </a:pPr>
            <a:endParaRPr lang="en-US" dirty="0"/>
          </a:p>
          <a:p>
            <a:pPr marL="114300" indent="0">
              <a:buNone/>
            </a:pPr>
            <a:r>
              <a:rPr lang="en-US" dirty="0"/>
              <a:t>Quota sampling to get respondents with specific attributes or behaviors: consumers of a certain good</a:t>
            </a:r>
          </a:p>
        </p:txBody>
      </p:sp>
      <p:pic>
        <p:nvPicPr>
          <p:cNvPr id="4" name="Picture 3">
            <a:extLst>
              <a:ext uri="{FF2B5EF4-FFF2-40B4-BE49-F238E27FC236}">
                <a16:creationId xmlns:a16="http://schemas.microsoft.com/office/drawing/2014/main" id="{3F3E2CEA-D109-DBF0-15F7-2BD5B5522071}"/>
              </a:ext>
            </a:extLst>
          </p:cNvPr>
          <p:cNvPicPr>
            <a:picLocks noChangeAspect="1"/>
          </p:cNvPicPr>
          <p:nvPr/>
        </p:nvPicPr>
        <p:blipFill>
          <a:blip r:embed="rId3"/>
          <a:stretch>
            <a:fillRect/>
          </a:stretch>
        </p:blipFill>
        <p:spPr>
          <a:xfrm>
            <a:off x="6302644" y="0"/>
            <a:ext cx="2815936" cy="5143500"/>
          </a:xfrm>
          <a:prstGeom prst="rect">
            <a:avLst/>
          </a:prstGeom>
        </p:spPr>
      </p:pic>
    </p:spTree>
    <p:extLst>
      <p:ext uri="{BB962C8B-B14F-4D97-AF65-F5344CB8AC3E}">
        <p14:creationId xmlns:p14="http://schemas.microsoft.com/office/powerpoint/2010/main" val="831580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AD70B-2C3F-22C2-A713-4E9EC4A5B671}"/>
              </a:ext>
            </a:extLst>
          </p:cNvPr>
          <p:cNvSpPr>
            <a:spLocks noGrp="1"/>
          </p:cNvSpPr>
          <p:nvPr>
            <p:ph type="title"/>
          </p:nvPr>
        </p:nvSpPr>
        <p:spPr/>
        <p:txBody>
          <a:bodyPr/>
          <a:lstStyle/>
          <a:p>
            <a:r>
              <a:rPr lang="en-US" dirty="0"/>
              <a:t>Sampling Sources of Error</a:t>
            </a:r>
          </a:p>
        </p:txBody>
      </p:sp>
      <p:sp>
        <p:nvSpPr>
          <p:cNvPr id="3" name="Text Placeholder 2">
            <a:extLst>
              <a:ext uri="{FF2B5EF4-FFF2-40B4-BE49-F238E27FC236}">
                <a16:creationId xmlns:a16="http://schemas.microsoft.com/office/drawing/2014/main" id="{C6697B27-3B55-B757-835A-BCDE9C0B896A}"/>
              </a:ext>
            </a:extLst>
          </p:cNvPr>
          <p:cNvSpPr>
            <a:spLocks noGrp="1"/>
          </p:cNvSpPr>
          <p:nvPr>
            <p:ph type="body" idx="1"/>
          </p:nvPr>
        </p:nvSpPr>
        <p:spPr>
          <a:xfrm>
            <a:off x="311700" y="1152474"/>
            <a:ext cx="6122051" cy="3724325"/>
          </a:xfrm>
        </p:spPr>
        <p:txBody>
          <a:bodyPr/>
          <a:lstStyle/>
          <a:p>
            <a:pPr marL="114300" indent="0">
              <a:buNone/>
            </a:pPr>
            <a:r>
              <a:rPr lang="en-US" dirty="0"/>
              <a:t>Non-response error occurs when parts of the sample don’t respond</a:t>
            </a:r>
          </a:p>
          <a:p>
            <a:r>
              <a:rPr lang="en-US" dirty="0"/>
              <a:t>How can you test for non-response?</a:t>
            </a:r>
          </a:p>
        </p:txBody>
      </p:sp>
      <p:pic>
        <p:nvPicPr>
          <p:cNvPr id="4" name="Picture 3">
            <a:extLst>
              <a:ext uri="{FF2B5EF4-FFF2-40B4-BE49-F238E27FC236}">
                <a16:creationId xmlns:a16="http://schemas.microsoft.com/office/drawing/2014/main" id="{3F3E2CEA-D109-DBF0-15F7-2BD5B5522071}"/>
              </a:ext>
            </a:extLst>
          </p:cNvPr>
          <p:cNvPicPr>
            <a:picLocks noChangeAspect="1"/>
          </p:cNvPicPr>
          <p:nvPr/>
        </p:nvPicPr>
        <p:blipFill>
          <a:blip r:embed="rId3"/>
          <a:stretch>
            <a:fillRect/>
          </a:stretch>
        </p:blipFill>
        <p:spPr>
          <a:xfrm>
            <a:off x="6302644" y="0"/>
            <a:ext cx="2815936" cy="5143500"/>
          </a:xfrm>
          <a:prstGeom prst="rect">
            <a:avLst/>
          </a:prstGeom>
        </p:spPr>
      </p:pic>
    </p:spTree>
    <p:extLst>
      <p:ext uri="{BB962C8B-B14F-4D97-AF65-F5344CB8AC3E}">
        <p14:creationId xmlns:p14="http://schemas.microsoft.com/office/powerpoint/2010/main" val="822023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2A3C1-3800-254F-ECF6-639E970AA31A}"/>
              </a:ext>
            </a:extLst>
          </p:cNvPr>
          <p:cNvSpPr>
            <a:spLocks noGrp="1"/>
          </p:cNvSpPr>
          <p:nvPr>
            <p:ph type="title"/>
          </p:nvPr>
        </p:nvSpPr>
        <p:spPr/>
        <p:txBody>
          <a:bodyPr/>
          <a:lstStyle/>
          <a:p>
            <a:r>
              <a:rPr lang="en-US" dirty="0"/>
              <a:t>Questionnaire design</a:t>
            </a:r>
          </a:p>
        </p:txBody>
      </p:sp>
      <p:sp>
        <p:nvSpPr>
          <p:cNvPr id="3" name="Text Placeholder 2">
            <a:extLst>
              <a:ext uri="{FF2B5EF4-FFF2-40B4-BE49-F238E27FC236}">
                <a16:creationId xmlns:a16="http://schemas.microsoft.com/office/drawing/2014/main" id="{BD073874-75A5-CBD8-DC94-1889D743F2FA}"/>
              </a:ext>
            </a:extLst>
          </p:cNvPr>
          <p:cNvSpPr>
            <a:spLocks noGrp="1"/>
          </p:cNvSpPr>
          <p:nvPr>
            <p:ph type="body" idx="1"/>
          </p:nvPr>
        </p:nvSpPr>
        <p:spPr/>
        <p:txBody>
          <a:bodyPr/>
          <a:lstStyle/>
          <a:p>
            <a:pPr marL="114300" indent="0">
              <a:buNone/>
            </a:pPr>
            <a:r>
              <a:rPr lang="en-US" dirty="0"/>
              <a:t>Be as clear and consistent as possible</a:t>
            </a:r>
          </a:p>
          <a:p>
            <a:pPr marL="114300" indent="0">
              <a:buNone/>
            </a:pPr>
            <a:endParaRPr lang="en-US" dirty="0"/>
          </a:p>
          <a:p>
            <a:pPr marL="114300" indent="0">
              <a:buNone/>
            </a:pPr>
            <a:r>
              <a:rPr lang="en-US" dirty="0"/>
              <a:t>Ask about a single thing in the question and provide consistent response choices</a:t>
            </a:r>
          </a:p>
          <a:p>
            <a:pPr marL="114300" indent="0">
              <a:buNone/>
            </a:pPr>
            <a:endParaRPr lang="en-US" dirty="0"/>
          </a:p>
          <a:p>
            <a:pPr marL="114300" indent="0">
              <a:buNone/>
            </a:pPr>
            <a:r>
              <a:rPr lang="en-US" dirty="0"/>
              <a:t>Avoid switching positive and negative statements if asking for agreement</a:t>
            </a:r>
          </a:p>
          <a:p>
            <a:pPr marL="114300" indent="0">
              <a:buNone/>
            </a:pPr>
            <a:endParaRPr lang="en-US" dirty="0"/>
          </a:p>
          <a:p>
            <a:pPr marL="114300" indent="0">
              <a:buNone/>
            </a:pPr>
            <a:r>
              <a:rPr lang="en-US" dirty="0"/>
              <a:t>Focus group and pretesting can help mitigate issues</a:t>
            </a:r>
          </a:p>
        </p:txBody>
      </p:sp>
    </p:spTree>
    <p:extLst>
      <p:ext uri="{BB962C8B-B14F-4D97-AF65-F5344CB8AC3E}">
        <p14:creationId xmlns:p14="http://schemas.microsoft.com/office/powerpoint/2010/main" val="2325916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496C0-33FF-4234-D1C6-593A4937D509}"/>
              </a:ext>
            </a:extLst>
          </p:cNvPr>
          <p:cNvSpPr>
            <a:spLocks noGrp="1"/>
          </p:cNvSpPr>
          <p:nvPr>
            <p:ph type="title"/>
          </p:nvPr>
        </p:nvSpPr>
        <p:spPr/>
        <p:txBody>
          <a:bodyPr/>
          <a:lstStyle/>
          <a:p>
            <a:r>
              <a:rPr lang="en-US" dirty="0"/>
              <a:t>Survey mode</a:t>
            </a:r>
          </a:p>
        </p:txBody>
      </p:sp>
      <p:sp>
        <p:nvSpPr>
          <p:cNvPr id="3" name="Text Placeholder 2">
            <a:extLst>
              <a:ext uri="{FF2B5EF4-FFF2-40B4-BE49-F238E27FC236}">
                <a16:creationId xmlns:a16="http://schemas.microsoft.com/office/drawing/2014/main" id="{78856466-09A7-39F8-D5B1-10FF35DE7483}"/>
              </a:ext>
            </a:extLst>
          </p:cNvPr>
          <p:cNvSpPr>
            <a:spLocks noGrp="1"/>
          </p:cNvSpPr>
          <p:nvPr>
            <p:ph type="body" idx="1"/>
          </p:nvPr>
        </p:nvSpPr>
        <p:spPr/>
        <p:txBody>
          <a:bodyPr/>
          <a:lstStyle/>
          <a:p>
            <a:pPr marL="114300" indent="0">
              <a:buNone/>
            </a:pPr>
            <a:r>
              <a:rPr lang="en-US" dirty="0"/>
              <a:t>Self-administered vs interviewer-administered</a:t>
            </a:r>
          </a:p>
          <a:p>
            <a:pPr marL="114300" indent="0">
              <a:buNone/>
            </a:pPr>
            <a:endParaRPr lang="en-US" dirty="0"/>
          </a:p>
          <a:p>
            <a:pPr marL="114300" indent="0">
              <a:buNone/>
            </a:pPr>
            <a:r>
              <a:rPr lang="en-US" dirty="0"/>
              <a:t>Interviewer-administered (e.g., intercept) – more control but may embed interviewer effects or social desirability bias</a:t>
            </a:r>
          </a:p>
          <a:p>
            <a:pPr marL="114300" indent="0">
              <a:buNone/>
            </a:pPr>
            <a:endParaRPr lang="en-US" dirty="0"/>
          </a:p>
          <a:p>
            <a:pPr marL="114300" indent="0">
              <a:buNone/>
            </a:pPr>
            <a:r>
              <a:rPr lang="en-US" dirty="0"/>
              <a:t>Self-administered can be more convenient, but analyst loses some control (e.g., question order)</a:t>
            </a:r>
          </a:p>
          <a:p>
            <a:pPr marL="114300" indent="0">
              <a:buNone/>
            </a:pPr>
            <a:endParaRPr lang="en-US" dirty="0"/>
          </a:p>
          <a:p>
            <a:pPr marL="114300" indent="0">
              <a:buNone/>
            </a:pPr>
            <a:r>
              <a:rPr lang="en-US" dirty="0"/>
              <a:t>Online (e.g., Qualtrics) – pay for the responses you get, but there are concerns about professional survey takers (Amazon Mechanical Turks)</a:t>
            </a:r>
          </a:p>
        </p:txBody>
      </p:sp>
    </p:spTree>
    <p:extLst>
      <p:ext uri="{BB962C8B-B14F-4D97-AF65-F5344CB8AC3E}">
        <p14:creationId xmlns:p14="http://schemas.microsoft.com/office/powerpoint/2010/main" val="1099178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9BD6-5B06-1D2F-D236-21A16F67F5A2}"/>
              </a:ext>
            </a:extLst>
          </p:cNvPr>
          <p:cNvSpPr>
            <a:spLocks noGrp="1"/>
          </p:cNvSpPr>
          <p:nvPr>
            <p:ph type="title"/>
          </p:nvPr>
        </p:nvSpPr>
        <p:spPr/>
        <p:txBody>
          <a:bodyPr/>
          <a:lstStyle/>
          <a:p>
            <a:r>
              <a:rPr lang="en-US" dirty="0"/>
              <a:t>Survey Administration</a:t>
            </a:r>
          </a:p>
        </p:txBody>
      </p:sp>
      <p:sp>
        <p:nvSpPr>
          <p:cNvPr id="3" name="Text Placeholder 2">
            <a:extLst>
              <a:ext uri="{FF2B5EF4-FFF2-40B4-BE49-F238E27FC236}">
                <a16:creationId xmlns:a16="http://schemas.microsoft.com/office/drawing/2014/main" id="{C1D82857-47BA-D756-3B3B-A5601DA62B6D}"/>
              </a:ext>
            </a:extLst>
          </p:cNvPr>
          <p:cNvSpPr>
            <a:spLocks noGrp="1"/>
          </p:cNvSpPr>
          <p:nvPr>
            <p:ph type="body" idx="1"/>
          </p:nvPr>
        </p:nvSpPr>
        <p:spPr/>
        <p:txBody>
          <a:bodyPr/>
          <a:lstStyle/>
          <a:p>
            <a:pPr marL="114300" indent="0">
              <a:buNone/>
            </a:pPr>
            <a:r>
              <a:rPr lang="en-US" dirty="0"/>
              <a:t>Administration can be complex. Stay organized</a:t>
            </a:r>
          </a:p>
          <a:p>
            <a:pPr marL="114300" indent="0">
              <a:buNone/>
            </a:pPr>
            <a:endParaRPr lang="en-US" dirty="0"/>
          </a:p>
          <a:p>
            <a:pPr marL="114300" indent="0">
              <a:buNone/>
            </a:pPr>
            <a:r>
              <a:rPr lang="en-US" dirty="0"/>
              <a:t>Ensure confidentiality if needed. Most surveys of people require IRB approval or exemption.</a:t>
            </a:r>
          </a:p>
        </p:txBody>
      </p:sp>
    </p:spTree>
    <p:extLst>
      <p:ext uri="{BB962C8B-B14F-4D97-AF65-F5344CB8AC3E}">
        <p14:creationId xmlns:p14="http://schemas.microsoft.com/office/powerpoint/2010/main" val="547711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3D1AD-7498-8F25-2721-286F1AB898BE}"/>
              </a:ext>
            </a:extLst>
          </p:cNvPr>
          <p:cNvSpPr>
            <a:spLocks noGrp="1"/>
          </p:cNvSpPr>
          <p:nvPr>
            <p:ph type="title"/>
          </p:nvPr>
        </p:nvSpPr>
        <p:spPr/>
        <p:txBody>
          <a:bodyPr/>
          <a:lstStyle/>
          <a:p>
            <a:r>
              <a:rPr lang="en-US" dirty="0"/>
              <a:t>Survey processing</a:t>
            </a:r>
          </a:p>
        </p:txBody>
      </p:sp>
      <p:sp>
        <p:nvSpPr>
          <p:cNvPr id="3" name="Text Placeholder 2">
            <a:extLst>
              <a:ext uri="{FF2B5EF4-FFF2-40B4-BE49-F238E27FC236}">
                <a16:creationId xmlns:a16="http://schemas.microsoft.com/office/drawing/2014/main" id="{D125C267-E216-6961-4CD9-0A81DD4674F1}"/>
              </a:ext>
            </a:extLst>
          </p:cNvPr>
          <p:cNvSpPr>
            <a:spLocks noGrp="1"/>
          </p:cNvSpPr>
          <p:nvPr>
            <p:ph type="body" idx="1"/>
          </p:nvPr>
        </p:nvSpPr>
        <p:spPr/>
        <p:txBody>
          <a:bodyPr/>
          <a:lstStyle/>
          <a:p>
            <a:pPr marL="114300" indent="0">
              <a:buNone/>
            </a:pPr>
            <a:r>
              <a:rPr lang="en-US" dirty="0"/>
              <a:t>Develop codebook to make clear how responses are coded</a:t>
            </a:r>
          </a:p>
          <a:p>
            <a:pPr marL="114300" indent="0">
              <a:buNone/>
            </a:pPr>
            <a:endParaRPr lang="en-US" dirty="0"/>
          </a:p>
          <a:p>
            <a:pPr marL="114300" indent="0">
              <a:buNone/>
            </a:pPr>
            <a:r>
              <a:rPr lang="en-US" dirty="0"/>
              <a:t>Software now exists to help minimize data entry errors</a:t>
            </a:r>
          </a:p>
          <a:p>
            <a:pPr marL="114300" indent="0">
              <a:buNone/>
            </a:pPr>
            <a:endParaRPr lang="en-US" dirty="0"/>
          </a:p>
          <a:p>
            <a:pPr marL="114300" indent="0">
              <a:buNone/>
            </a:pPr>
            <a:r>
              <a:rPr lang="en-US" dirty="0"/>
              <a:t>Carefully document procedures – for your future self and when writing papers</a:t>
            </a:r>
          </a:p>
        </p:txBody>
      </p:sp>
    </p:spTree>
    <p:extLst>
      <p:ext uri="{BB962C8B-B14F-4D97-AF65-F5344CB8AC3E}">
        <p14:creationId xmlns:p14="http://schemas.microsoft.com/office/powerpoint/2010/main" val="1879296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ABC43D-A4E5-3091-4F3A-5B2EEE6407F6}"/>
              </a:ext>
            </a:extLst>
          </p:cNvPr>
          <p:cNvSpPr>
            <a:spLocks noGrp="1"/>
          </p:cNvSpPr>
          <p:nvPr>
            <p:ph type="title"/>
          </p:nvPr>
        </p:nvSpPr>
        <p:spPr/>
        <p:txBody>
          <a:bodyPr/>
          <a:lstStyle/>
          <a:p>
            <a:r>
              <a:rPr lang="en-US" dirty="0"/>
              <a:t>Accessing Data via API</a:t>
            </a:r>
          </a:p>
        </p:txBody>
      </p:sp>
    </p:spTree>
    <p:extLst>
      <p:ext uri="{BB962C8B-B14F-4D97-AF65-F5344CB8AC3E}">
        <p14:creationId xmlns:p14="http://schemas.microsoft.com/office/powerpoint/2010/main" val="541951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FAF054-6E15-876A-7EDA-17588CA121E2}"/>
              </a:ext>
            </a:extLst>
          </p:cNvPr>
          <p:cNvSpPr>
            <a:spLocks noGrp="1"/>
          </p:cNvSpPr>
          <p:nvPr>
            <p:ph type="title"/>
          </p:nvPr>
        </p:nvSpPr>
        <p:spPr/>
        <p:txBody>
          <a:bodyPr/>
          <a:lstStyle/>
          <a:p>
            <a:r>
              <a:rPr lang="en-US" dirty="0"/>
              <a:t>Motivation</a:t>
            </a:r>
          </a:p>
        </p:txBody>
      </p:sp>
      <p:sp>
        <p:nvSpPr>
          <p:cNvPr id="4" name="Text Placeholder 3">
            <a:extLst>
              <a:ext uri="{FF2B5EF4-FFF2-40B4-BE49-F238E27FC236}">
                <a16:creationId xmlns:a16="http://schemas.microsoft.com/office/drawing/2014/main" id="{4C0760BD-F939-3009-9514-9FE43FAC1095}"/>
              </a:ext>
            </a:extLst>
          </p:cNvPr>
          <p:cNvSpPr>
            <a:spLocks noGrp="1"/>
          </p:cNvSpPr>
          <p:nvPr>
            <p:ph type="body" idx="1"/>
          </p:nvPr>
        </p:nvSpPr>
        <p:spPr/>
        <p:txBody>
          <a:bodyPr/>
          <a:lstStyle/>
          <a:p>
            <a:r>
              <a:rPr lang="en-US" dirty="0"/>
              <a:t>More and more data are becoming available all the time</a:t>
            </a:r>
          </a:p>
          <a:p>
            <a:r>
              <a:rPr lang="en-US" dirty="0"/>
              <a:t>Application Programming Interfaces (API) are becoming standard across the web</a:t>
            </a:r>
          </a:p>
          <a:p>
            <a:pPr lvl="1"/>
            <a:r>
              <a:rPr lang="en-US" dirty="0"/>
              <a:t>They provide a structure for accessing information (**not </a:t>
            </a:r>
            <a:r>
              <a:rPr lang="en-US" dirty="0" err="1"/>
              <a:t>webscraping</a:t>
            </a:r>
            <a:r>
              <a:rPr lang="en-US" dirty="0"/>
              <a:t>**)</a:t>
            </a:r>
          </a:p>
          <a:p>
            <a:r>
              <a:rPr lang="en-US" dirty="0"/>
              <a:t>Examples:</a:t>
            </a:r>
          </a:p>
          <a:p>
            <a:pPr lvl="1"/>
            <a:r>
              <a:rPr lang="en-US" dirty="0"/>
              <a:t>BLS</a:t>
            </a:r>
          </a:p>
        </p:txBody>
      </p:sp>
    </p:spTree>
    <p:extLst>
      <p:ext uri="{BB962C8B-B14F-4D97-AF65-F5344CB8AC3E}">
        <p14:creationId xmlns:p14="http://schemas.microsoft.com/office/powerpoint/2010/main" val="3554610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8E207-D3A8-6385-1270-EF085DF15AFF}"/>
              </a:ext>
            </a:extLst>
          </p:cNvPr>
          <p:cNvSpPr>
            <a:spLocks noGrp="1"/>
          </p:cNvSpPr>
          <p:nvPr>
            <p:ph type="title"/>
          </p:nvPr>
        </p:nvSpPr>
        <p:spPr/>
        <p:txBody>
          <a:bodyPr/>
          <a:lstStyle/>
          <a:p>
            <a:r>
              <a:rPr lang="en-US" dirty="0"/>
              <a:t>USDA NASS</a:t>
            </a:r>
          </a:p>
        </p:txBody>
      </p:sp>
      <p:sp>
        <p:nvSpPr>
          <p:cNvPr id="3" name="Text Placeholder 2">
            <a:extLst>
              <a:ext uri="{FF2B5EF4-FFF2-40B4-BE49-F238E27FC236}">
                <a16:creationId xmlns:a16="http://schemas.microsoft.com/office/drawing/2014/main" id="{6C14A651-EE11-E6A4-6E11-C8A372DD7E6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4309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6DF8E-A22D-F978-04B6-0A1EF3DAE178}"/>
              </a:ext>
            </a:extLst>
          </p:cNvPr>
          <p:cNvSpPr>
            <a:spLocks noGrp="1"/>
          </p:cNvSpPr>
          <p:nvPr>
            <p:ph type="title"/>
          </p:nvPr>
        </p:nvSpPr>
        <p:spPr/>
        <p:txBody>
          <a:bodyPr/>
          <a:lstStyle/>
          <a:p>
            <a:r>
              <a:rPr lang="en-US" dirty="0" err="1"/>
              <a:t>Cropscape</a:t>
            </a:r>
            <a:endParaRPr lang="en-US" dirty="0"/>
          </a:p>
        </p:txBody>
      </p:sp>
      <p:sp>
        <p:nvSpPr>
          <p:cNvPr id="3" name="Text Placeholder 2">
            <a:extLst>
              <a:ext uri="{FF2B5EF4-FFF2-40B4-BE49-F238E27FC236}">
                <a16:creationId xmlns:a16="http://schemas.microsoft.com/office/drawing/2014/main" id="{EAAF20F3-7EAA-E4B1-A7EB-7E4512B199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32345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70938-69C9-E93F-5454-824B756DA0B7}"/>
              </a:ext>
            </a:extLst>
          </p:cNvPr>
          <p:cNvSpPr>
            <a:spLocks noGrp="1"/>
          </p:cNvSpPr>
          <p:nvPr>
            <p:ph type="title"/>
          </p:nvPr>
        </p:nvSpPr>
        <p:spPr/>
        <p:txBody>
          <a:bodyPr/>
          <a:lstStyle/>
          <a:p>
            <a:r>
              <a:rPr lang="en-US" dirty="0" err="1"/>
              <a:t>tidycensus</a:t>
            </a:r>
            <a:endParaRPr lang="en-US" dirty="0"/>
          </a:p>
        </p:txBody>
      </p:sp>
      <p:sp>
        <p:nvSpPr>
          <p:cNvPr id="3" name="Text Placeholder 2">
            <a:extLst>
              <a:ext uri="{FF2B5EF4-FFF2-40B4-BE49-F238E27FC236}">
                <a16:creationId xmlns:a16="http://schemas.microsoft.com/office/drawing/2014/main" id="{B1974C58-0C3D-EE6C-B57F-AC9107B9E92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25424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EAB8-3469-0E6B-73C6-56C7B86C9548}"/>
              </a:ext>
            </a:extLst>
          </p:cNvPr>
          <p:cNvSpPr>
            <a:spLocks noGrp="1"/>
          </p:cNvSpPr>
          <p:nvPr>
            <p:ph type="title"/>
          </p:nvPr>
        </p:nvSpPr>
        <p:spPr/>
        <p:txBody>
          <a:bodyPr/>
          <a:lstStyle/>
          <a:p>
            <a:r>
              <a:rPr lang="en-US" dirty="0"/>
              <a:t>APIs are not always the best option</a:t>
            </a:r>
          </a:p>
        </p:txBody>
      </p:sp>
      <p:sp>
        <p:nvSpPr>
          <p:cNvPr id="3" name="Text Placeholder 2">
            <a:extLst>
              <a:ext uri="{FF2B5EF4-FFF2-40B4-BE49-F238E27FC236}">
                <a16:creationId xmlns:a16="http://schemas.microsoft.com/office/drawing/2014/main" id="{F9DDDA58-56FF-E1C1-0794-7168B7EE109E}"/>
              </a:ext>
            </a:extLst>
          </p:cNvPr>
          <p:cNvSpPr>
            <a:spLocks noGrp="1"/>
          </p:cNvSpPr>
          <p:nvPr>
            <p:ph type="body" idx="1"/>
          </p:nvPr>
        </p:nvSpPr>
        <p:spPr/>
        <p:txBody>
          <a:bodyPr/>
          <a:lstStyle/>
          <a:p>
            <a:pPr marL="114300" indent="0">
              <a:buNone/>
            </a:pPr>
            <a:r>
              <a:rPr lang="en-US" dirty="0"/>
              <a:t>If you plan to process large amounts of information (e.g., all of US), you may be better off downloading bulk data</a:t>
            </a:r>
          </a:p>
          <a:p>
            <a:pPr marL="114300" indent="0">
              <a:buNone/>
            </a:pPr>
            <a:endParaRPr lang="en-US" dirty="0"/>
          </a:p>
        </p:txBody>
      </p:sp>
    </p:spTree>
    <p:extLst>
      <p:ext uri="{BB962C8B-B14F-4D97-AF65-F5344CB8AC3E}">
        <p14:creationId xmlns:p14="http://schemas.microsoft.com/office/powerpoint/2010/main" val="4231278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96CAF-15B8-09E9-BCF0-1B3747403C1F}"/>
              </a:ext>
            </a:extLst>
          </p:cNvPr>
          <p:cNvSpPr>
            <a:spLocks noGrp="1"/>
          </p:cNvSpPr>
          <p:nvPr>
            <p:ph type="title"/>
          </p:nvPr>
        </p:nvSpPr>
        <p:spPr/>
        <p:txBody>
          <a:bodyPr/>
          <a:lstStyle/>
          <a:p>
            <a:r>
              <a:rPr lang="en-US" dirty="0"/>
              <a:t>Gentzkow and Shapiro: </a:t>
            </a:r>
            <a:br>
              <a:rPr lang="en-US" dirty="0"/>
            </a:br>
            <a:r>
              <a:rPr lang="en-US" dirty="0"/>
              <a:t>Code and Data for the Social Sciences</a:t>
            </a:r>
          </a:p>
        </p:txBody>
      </p:sp>
    </p:spTree>
    <p:extLst>
      <p:ext uri="{BB962C8B-B14F-4D97-AF65-F5344CB8AC3E}">
        <p14:creationId xmlns:p14="http://schemas.microsoft.com/office/powerpoint/2010/main" val="3456568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5E8F-A476-8A7B-6F72-F1C763A91761}"/>
              </a:ext>
            </a:extLst>
          </p:cNvPr>
          <p:cNvSpPr>
            <a:spLocks noGrp="1"/>
          </p:cNvSpPr>
          <p:nvPr>
            <p:ph type="title"/>
          </p:nvPr>
        </p:nvSpPr>
        <p:spPr/>
        <p:txBody>
          <a:bodyPr/>
          <a:lstStyle/>
          <a:p>
            <a:r>
              <a:rPr lang="en-US" dirty="0"/>
              <a:t>Motivation</a:t>
            </a:r>
          </a:p>
        </p:txBody>
      </p:sp>
      <p:sp>
        <p:nvSpPr>
          <p:cNvPr id="3" name="Text Placeholder 2">
            <a:extLst>
              <a:ext uri="{FF2B5EF4-FFF2-40B4-BE49-F238E27FC236}">
                <a16:creationId xmlns:a16="http://schemas.microsoft.com/office/drawing/2014/main" id="{D09A93E1-ECB0-06AF-B538-745275903785}"/>
              </a:ext>
            </a:extLst>
          </p:cNvPr>
          <p:cNvSpPr>
            <a:spLocks noGrp="1"/>
          </p:cNvSpPr>
          <p:nvPr>
            <p:ph type="body" idx="1"/>
          </p:nvPr>
        </p:nvSpPr>
        <p:spPr/>
        <p:txBody>
          <a:bodyPr/>
          <a:lstStyle/>
          <a:p>
            <a:pPr marL="114300" indent="0">
              <a:buNone/>
            </a:pPr>
            <a:r>
              <a:rPr lang="en-US" dirty="0"/>
              <a:t>Most empirical projects require obtaining, organizing, analyzing data – these datasets are getting larger</a:t>
            </a:r>
          </a:p>
          <a:p>
            <a:pPr marL="114300" indent="0">
              <a:lnSpc>
                <a:spcPct val="114999"/>
              </a:lnSpc>
              <a:buNone/>
            </a:pPr>
            <a:r>
              <a:rPr lang="en-US" dirty="0"/>
              <a:t>Econ researchers spend a lot of time writing/debugging code, but most of us have no formal training</a:t>
            </a:r>
          </a:p>
          <a:p>
            <a:pPr marL="114300" indent="0">
              <a:lnSpc>
                <a:spcPct val="114999"/>
              </a:lnSpc>
              <a:buNone/>
            </a:pPr>
            <a:r>
              <a:rPr lang="en-US" dirty="0"/>
              <a:t>Issues: trying to reproduce results, change things, extend analyses all were time consuming and often didn't work</a:t>
            </a:r>
          </a:p>
          <a:p>
            <a:pPr marL="114300" indent="0">
              <a:lnSpc>
                <a:spcPct val="114999"/>
              </a:lnSpc>
              <a:buNone/>
            </a:pPr>
            <a:endParaRPr lang="en-US" dirty="0"/>
          </a:p>
          <a:p>
            <a:pPr marL="114300" indent="0">
              <a:lnSpc>
                <a:spcPct val="114999"/>
              </a:lnSpc>
              <a:buNone/>
            </a:pPr>
            <a:r>
              <a:rPr lang="en-US" dirty="0"/>
              <a:t>"If you are trying to solve a problem, and multi-billion dollar firms depend on solving the problem, and there are whole courses at your university devoted to solving that problem, you might want to figure out how they solve the problem."</a:t>
            </a:r>
          </a:p>
        </p:txBody>
      </p:sp>
    </p:spTree>
    <p:extLst>
      <p:ext uri="{BB962C8B-B14F-4D97-AF65-F5344CB8AC3E}">
        <p14:creationId xmlns:p14="http://schemas.microsoft.com/office/powerpoint/2010/main" val="2974497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0063A-96D2-5C52-724D-04C8EAA0D236}"/>
              </a:ext>
            </a:extLst>
          </p:cNvPr>
          <p:cNvSpPr>
            <a:spLocks noGrp="1"/>
          </p:cNvSpPr>
          <p:nvPr>
            <p:ph type="title"/>
          </p:nvPr>
        </p:nvSpPr>
        <p:spPr/>
        <p:txBody>
          <a:bodyPr/>
          <a:lstStyle/>
          <a:p>
            <a:r>
              <a:rPr lang="en-US" dirty="0"/>
              <a:t>Automation</a:t>
            </a:r>
          </a:p>
        </p:txBody>
      </p:sp>
      <p:sp>
        <p:nvSpPr>
          <p:cNvPr id="3" name="Text Placeholder 2">
            <a:extLst>
              <a:ext uri="{FF2B5EF4-FFF2-40B4-BE49-F238E27FC236}">
                <a16:creationId xmlns:a16="http://schemas.microsoft.com/office/drawing/2014/main" id="{A69A53CE-20A5-47F9-778A-EFAD98F422F4}"/>
              </a:ext>
            </a:extLst>
          </p:cNvPr>
          <p:cNvSpPr>
            <a:spLocks noGrp="1"/>
          </p:cNvSpPr>
          <p:nvPr>
            <p:ph type="body" idx="1"/>
          </p:nvPr>
        </p:nvSpPr>
        <p:spPr/>
        <p:txBody>
          <a:bodyPr/>
          <a:lstStyle/>
          <a:p>
            <a:pPr marL="114300" indent="0">
              <a:buNone/>
            </a:pPr>
            <a:r>
              <a:rPr lang="en-US" dirty="0"/>
              <a:t>Automate everything that can be automated; Write a single script that executes all code from beginning to end.</a:t>
            </a:r>
          </a:p>
          <a:p>
            <a:pPr marL="114300" indent="0">
              <a:lnSpc>
                <a:spcPct val="114999"/>
              </a:lnSpc>
              <a:buNone/>
            </a:pPr>
            <a:r>
              <a:rPr lang="en-US" dirty="0"/>
              <a:t>Why script rather than run in interactive mode?</a:t>
            </a:r>
          </a:p>
          <a:p>
            <a:pPr>
              <a:lnSpc>
                <a:spcPct val="114999"/>
              </a:lnSpc>
              <a:buAutoNum type="arabicPeriod"/>
            </a:pPr>
            <a:r>
              <a:rPr lang="en-US" dirty="0"/>
              <a:t>Reproducibility: authoritative record of what was done</a:t>
            </a:r>
          </a:p>
          <a:p>
            <a:pPr>
              <a:lnSpc>
                <a:spcPct val="114999"/>
              </a:lnSpc>
              <a:buAutoNum type="arabicPeriod"/>
            </a:pPr>
            <a:r>
              <a:rPr lang="en-US" dirty="0"/>
              <a:t>Efficiency: easier/faster to make upstream changes and rerun entire analysis</a:t>
            </a:r>
          </a:p>
          <a:p>
            <a:pPr marL="114300" indent="0">
              <a:lnSpc>
                <a:spcPct val="114999"/>
              </a:lnSpc>
              <a:buNone/>
            </a:pPr>
            <a:endParaRPr lang="en-US" dirty="0"/>
          </a:p>
          <a:p>
            <a:pPr marL="114300" indent="0">
              <a:lnSpc>
                <a:spcPct val="114999"/>
              </a:lnSpc>
              <a:buNone/>
            </a:pPr>
            <a:r>
              <a:rPr lang="en-US" dirty="0"/>
              <a:t>Write a "make" script – a simple script that tells the computer what to run in which order</a:t>
            </a:r>
          </a:p>
        </p:txBody>
      </p:sp>
    </p:spTree>
    <p:extLst>
      <p:ext uri="{BB962C8B-B14F-4D97-AF65-F5344CB8AC3E}">
        <p14:creationId xmlns:p14="http://schemas.microsoft.com/office/powerpoint/2010/main" val="3220196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09709-AD2F-3528-3E5B-EF3D4EDF1EE8}"/>
              </a:ext>
            </a:extLst>
          </p:cNvPr>
          <p:cNvSpPr>
            <a:spLocks noGrp="1"/>
          </p:cNvSpPr>
          <p:nvPr>
            <p:ph type="title"/>
          </p:nvPr>
        </p:nvSpPr>
        <p:spPr/>
        <p:txBody>
          <a:bodyPr/>
          <a:lstStyle/>
          <a:p>
            <a:r>
              <a:rPr lang="en-US" dirty="0"/>
              <a:t>Version Control</a:t>
            </a:r>
          </a:p>
        </p:txBody>
      </p:sp>
      <p:sp>
        <p:nvSpPr>
          <p:cNvPr id="3" name="Text Placeholder 2">
            <a:extLst>
              <a:ext uri="{FF2B5EF4-FFF2-40B4-BE49-F238E27FC236}">
                <a16:creationId xmlns:a16="http://schemas.microsoft.com/office/drawing/2014/main" id="{8B6ED408-2DFD-C4DD-7905-F7658B7364BA}"/>
              </a:ext>
            </a:extLst>
          </p:cNvPr>
          <p:cNvSpPr>
            <a:spLocks noGrp="1"/>
          </p:cNvSpPr>
          <p:nvPr>
            <p:ph type="body" idx="1"/>
          </p:nvPr>
        </p:nvSpPr>
        <p:spPr/>
        <p:txBody>
          <a:bodyPr/>
          <a:lstStyle/>
          <a:p>
            <a:pPr marL="114300" indent="0">
              <a:buNone/>
            </a:pPr>
            <a:r>
              <a:rPr lang="en-US" dirty="0"/>
              <a:t>Have you ever appended "v2" or your initials or a date to a draft? Me too</a:t>
            </a:r>
          </a:p>
          <a:p>
            <a:pPr marL="114300" indent="0">
              <a:lnSpc>
                <a:spcPct val="114999"/>
              </a:lnSpc>
              <a:buNone/>
            </a:pPr>
            <a:r>
              <a:rPr lang="en-US" dirty="0"/>
              <a:t>Version control is like track changes and </a:t>
            </a:r>
            <a:r>
              <a:rPr lang="en-US" dirty="0" err="1"/>
              <a:t>dropbox</a:t>
            </a:r>
            <a:r>
              <a:rPr lang="en-US" dirty="0"/>
              <a:t> for code (plus some extras)</a:t>
            </a:r>
          </a:p>
          <a:p>
            <a:pPr marL="114300" indent="0">
              <a:lnSpc>
                <a:spcPct val="114999"/>
              </a:lnSpc>
              <a:buNone/>
            </a:pPr>
            <a:r>
              <a:rPr lang="en-US" dirty="0"/>
              <a:t>Git is a version control software that runs locally</a:t>
            </a:r>
          </a:p>
          <a:p>
            <a:pPr marL="114300" indent="0">
              <a:lnSpc>
                <a:spcPct val="114999"/>
              </a:lnSpc>
              <a:buNone/>
            </a:pPr>
            <a:r>
              <a:rPr lang="en-US" dirty="0" err="1"/>
              <a:t>Github</a:t>
            </a:r>
            <a:r>
              <a:rPr lang="en-US" dirty="0"/>
              <a:t> is an online repository for archiving and collaborating on projects via git</a:t>
            </a:r>
          </a:p>
          <a:p>
            <a:pPr marL="400050" indent="-285750">
              <a:lnSpc>
                <a:spcPct val="114999"/>
              </a:lnSpc>
            </a:pPr>
            <a:r>
              <a:rPr lang="en-US" dirty="0" err="1"/>
              <a:t>Github</a:t>
            </a:r>
            <a:r>
              <a:rPr lang="en-US" dirty="0"/>
              <a:t> is good for code and small data files; large files should be stored elsewhere</a:t>
            </a:r>
          </a:p>
          <a:p>
            <a:pPr marL="400050" indent="-285750">
              <a:lnSpc>
                <a:spcPct val="114999"/>
              </a:lnSpc>
            </a:pPr>
            <a:endParaRPr lang="en-US" dirty="0"/>
          </a:p>
          <a:p>
            <a:pPr marL="114300" indent="0">
              <a:lnSpc>
                <a:spcPct val="114999"/>
              </a:lnSpc>
              <a:buNone/>
            </a:pPr>
            <a:r>
              <a:rPr lang="en-US" dirty="0">
                <a:hlinkClick r:id="rId2"/>
              </a:rPr>
              <a:t>https://happygitwithr.com/</a:t>
            </a:r>
            <a:r>
              <a:rPr lang="en-US" dirty="0"/>
              <a:t> for R users</a:t>
            </a:r>
          </a:p>
        </p:txBody>
      </p:sp>
    </p:spTree>
    <p:extLst>
      <p:ext uri="{BB962C8B-B14F-4D97-AF65-F5344CB8AC3E}">
        <p14:creationId xmlns:p14="http://schemas.microsoft.com/office/powerpoint/2010/main" val="4290813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9F010-E091-3F0A-8EDD-61CE26824992}"/>
              </a:ext>
            </a:extLst>
          </p:cNvPr>
          <p:cNvSpPr>
            <a:spLocks noGrp="1"/>
          </p:cNvSpPr>
          <p:nvPr>
            <p:ph type="title"/>
          </p:nvPr>
        </p:nvSpPr>
        <p:spPr/>
        <p:txBody>
          <a:bodyPr/>
          <a:lstStyle/>
          <a:p>
            <a:r>
              <a:rPr lang="en-US" dirty="0"/>
              <a:t>Directories</a:t>
            </a:r>
          </a:p>
        </p:txBody>
      </p:sp>
      <p:sp>
        <p:nvSpPr>
          <p:cNvPr id="3" name="Text Placeholder 2">
            <a:extLst>
              <a:ext uri="{FF2B5EF4-FFF2-40B4-BE49-F238E27FC236}">
                <a16:creationId xmlns:a16="http://schemas.microsoft.com/office/drawing/2014/main" id="{B0DD9A0D-F117-E06F-8CB5-186B5FD9F523}"/>
              </a:ext>
            </a:extLst>
          </p:cNvPr>
          <p:cNvSpPr>
            <a:spLocks noGrp="1"/>
          </p:cNvSpPr>
          <p:nvPr>
            <p:ph type="body" idx="1"/>
          </p:nvPr>
        </p:nvSpPr>
        <p:spPr/>
        <p:txBody>
          <a:bodyPr/>
          <a:lstStyle/>
          <a:p>
            <a:pPr marL="114300" indent="0">
              <a:buNone/>
            </a:pPr>
            <a:r>
              <a:rPr lang="en-US" dirty="0"/>
              <a:t>Separate directories by function; separate files into inputs and outputs; make portable</a:t>
            </a:r>
          </a:p>
          <a:p>
            <a:pPr marL="114300" indent="0">
              <a:lnSpc>
                <a:spcPct val="114999"/>
              </a:lnSpc>
              <a:buNone/>
            </a:pPr>
            <a:r>
              <a:rPr lang="en-US" dirty="0"/>
              <a:t>Build/analysis structure: </a:t>
            </a:r>
          </a:p>
          <a:p>
            <a:pPr marL="114300" indent="0">
              <a:lnSpc>
                <a:spcPct val="114999"/>
              </a:lnSpc>
              <a:buNone/>
            </a:pPr>
            <a:r>
              <a:rPr lang="en-US" dirty="0">
                <a:hlinkClick r:id="rId2"/>
              </a:rPr>
              <a:t>https://github.com/jbayham/weather_risk_resource_orders</a:t>
            </a:r>
            <a:r>
              <a:rPr lang="en-US" dirty="0"/>
              <a:t> </a:t>
            </a:r>
            <a:endParaRPr lang="en-US"/>
          </a:p>
          <a:p>
            <a:pPr marL="114300" indent="0">
              <a:lnSpc>
                <a:spcPct val="114999"/>
              </a:lnSpc>
              <a:buNone/>
            </a:pPr>
            <a:r>
              <a:rPr lang="en-US" dirty="0"/>
              <a:t>Consistent organizational structure makes </a:t>
            </a:r>
            <a:r>
              <a:rPr lang="en-US" dirty="0" err="1"/>
              <a:t>dirs</a:t>
            </a:r>
            <a:r>
              <a:rPr lang="en-US" dirty="0"/>
              <a:t> easy to read and files easy to find</a:t>
            </a:r>
          </a:p>
        </p:txBody>
      </p:sp>
    </p:spTree>
    <p:extLst>
      <p:ext uri="{BB962C8B-B14F-4D97-AF65-F5344CB8AC3E}">
        <p14:creationId xmlns:p14="http://schemas.microsoft.com/office/powerpoint/2010/main" val="3979346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2D86D-9BC0-8A22-C799-9597EA9CEDBC}"/>
              </a:ext>
            </a:extLst>
          </p:cNvPr>
          <p:cNvSpPr>
            <a:spLocks noGrp="1"/>
          </p:cNvSpPr>
          <p:nvPr>
            <p:ph type="title"/>
          </p:nvPr>
        </p:nvSpPr>
        <p:spPr/>
        <p:txBody>
          <a:bodyPr/>
          <a:lstStyle/>
          <a:p>
            <a:r>
              <a:rPr lang="en-US" dirty="0"/>
              <a:t>Keys</a:t>
            </a:r>
          </a:p>
        </p:txBody>
      </p:sp>
      <p:sp>
        <p:nvSpPr>
          <p:cNvPr id="3" name="Text Placeholder 2">
            <a:extLst>
              <a:ext uri="{FF2B5EF4-FFF2-40B4-BE49-F238E27FC236}">
                <a16:creationId xmlns:a16="http://schemas.microsoft.com/office/drawing/2014/main" id="{E1C7EE87-39C8-B3D9-0AD4-C0F91D8895B3}"/>
              </a:ext>
            </a:extLst>
          </p:cNvPr>
          <p:cNvSpPr>
            <a:spLocks noGrp="1"/>
          </p:cNvSpPr>
          <p:nvPr>
            <p:ph type="body" idx="1"/>
          </p:nvPr>
        </p:nvSpPr>
        <p:spPr/>
        <p:txBody>
          <a:bodyPr/>
          <a:lstStyle/>
          <a:p>
            <a:pPr marL="114300" indent="0">
              <a:buNone/>
            </a:pPr>
            <a:r>
              <a:rPr lang="en-US" dirty="0"/>
              <a:t>Store cleaned data with unique non-missing keys</a:t>
            </a:r>
          </a:p>
          <a:p>
            <a:pPr marL="114300" indent="0">
              <a:lnSpc>
                <a:spcPct val="114999"/>
              </a:lnSpc>
              <a:buNone/>
            </a:pPr>
            <a:r>
              <a:rPr lang="en-US" dirty="0"/>
              <a:t>State and county population example</a:t>
            </a:r>
          </a:p>
          <a:p>
            <a:pPr marL="114300" indent="0">
              <a:lnSpc>
                <a:spcPct val="114999"/>
              </a:lnSpc>
              <a:buNone/>
            </a:pPr>
            <a:r>
              <a:rPr lang="en-US" dirty="0"/>
              <a:t>GS use it as an example for why to think in terms of relational database but it is also a good example of "tidy data"</a:t>
            </a:r>
          </a:p>
          <a:p>
            <a:pPr marL="114300" indent="0">
              <a:lnSpc>
                <a:spcPct val="114999"/>
              </a:lnSpc>
              <a:buNone/>
            </a:pPr>
            <a:r>
              <a:rPr lang="en-US" dirty="0"/>
              <a:t>Each table has a variable that uniquely identifies the row (key)</a:t>
            </a:r>
          </a:p>
          <a:p>
            <a:pPr marL="114300" indent="0">
              <a:lnSpc>
                <a:spcPct val="114999"/>
              </a:lnSpc>
              <a:buNone/>
            </a:pPr>
            <a:r>
              <a:rPr lang="en-US" dirty="0"/>
              <a:t>This key from one table may exist as a non-unique variable in other tables – you can use these to join</a:t>
            </a:r>
          </a:p>
          <a:p>
            <a:pPr marL="114300" indent="0">
              <a:lnSpc>
                <a:spcPct val="114999"/>
              </a:lnSpc>
              <a:buNone/>
            </a:pPr>
            <a:r>
              <a:rPr lang="en-US" dirty="0"/>
              <a:t>I prefer numeric keys when possible to avoid confusion with names (e.g., counties, fires)</a:t>
            </a:r>
          </a:p>
        </p:txBody>
      </p:sp>
    </p:spTree>
    <p:extLst>
      <p:ext uri="{BB962C8B-B14F-4D97-AF65-F5344CB8AC3E}">
        <p14:creationId xmlns:p14="http://schemas.microsoft.com/office/powerpoint/2010/main" val="3005082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D7703-E83C-528D-3BDC-AC28F214DBF9}"/>
              </a:ext>
            </a:extLst>
          </p:cNvPr>
          <p:cNvSpPr>
            <a:spLocks noGrp="1"/>
          </p:cNvSpPr>
          <p:nvPr>
            <p:ph type="title"/>
          </p:nvPr>
        </p:nvSpPr>
        <p:spPr/>
        <p:txBody>
          <a:bodyPr/>
          <a:lstStyle/>
          <a:p>
            <a:r>
              <a:rPr lang="en-US" dirty="0"/>
              <a:t>Abstraction</a:t>
            </a:r>
          </a:p>
        </p:txBody>
      </p:sp>
      <p:sp>
        <p:nvSpPr>
          <p:cNvPr id="3" name="Text Placeholder 2">
            <a:extLst>
              <a:ext uri="{FF2B5EF4-FFF2-40B4-BE49-F238E27FC236}">
                <a16:creationId xmlns:a16="http://schemas.microsoft.com/office/drawing/2014/main" id="{F048C5CE-A086-14BB-87A1-1F3AA96426B8}"/>
              </a:ext>
            </a:extLst>
          </p:cNvPr>
          <p:cNvSpPr>
            <a:spLocks noGrp="1"/>
          </p:cNvSpPr>
          <p:nvPr>
            <p:ph type="body" idx="1"/>
          </p:nvPr>
        </p:nvSpPr>
        <p:spPr/>
        <p:txBody>
          <a:bodyPr/>
          <a:lstStyle/>
          <a:p>
            <a:pPr marL="114300" indent="0">
              <a:buNone/>
            </a:pPr>
            <a:r>
              <a:rPr lang="en-US" dirty="0"/>
              <a:t>Abstraction is the idea of writing code that solves a problem more generally than your one specific instance (e.g., </a:t>
            </a:r>
            <a:r>
              <a:rPr lang="en-US" dirty="0">
                <a:hlinkClick r:id="rId2"/>
              </a:rPr>
              <a:t>tidy to coeftest</a:t>
            </a:r>
            <a:r>
              <a:rPr lang="en-US" dirty="0"/>
              <a:t>)</a:t>
            </a:r>
          </a:p>
          <a:p>
            <a:pPr marL="114300" indent="0">
              <a:lnSpc>
                <a:spcPct val="114999"/>
              </a:lnSpc>
              <a:buNone/>
            </a:pPr>
            <a:r>
              <a:rPr lang="en-US" dirty="0"/>
              <a:t>If you find yourself copying and pasting code, try to find a more general solution and call on it</a:t>
            </a:r>
          </a:p>
          <a:p>
            <a:pPr marL="114300" indent="0">
              <a:lnSpc>
                <a:spcPct val="114999"/>
              </a:lnSpc>
              <a:buNone/>
            </a:pPr>
            <a:endParaRPr lang="en-US" dirty="0"/>
          </a:p>
        </p:txBody>
      </p:sp>
    </p:spTree>
    <p:extLst>
      <p:ext uri="{BB962C8B-B14F-4D97-AF65-F5344CB8AC3E}">
        <p14:creationId xmlns:p14="http://schemas.microsoft.com/office/powerpoint/2010/main" val="1331653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D9B21-541C-8EAC-FC0D-7965BA09D576}"/>
              </a:ext>
            </a:extLst>
          </p:cNvPr>
          <p:cNvSpPr>
            <a:spLocks noGrp="1"/>
          </p:cNvSpPr>
          <p:nvPr>
            <p:ph type="title"/>
          </p:nvPr>
        </p:nvSpPr>
        <p:spPr/>
        <p:txBody>
          <a:bodyPr/>
          <a:lstStyle/>
          <a:p>
            <a:r>
              <a:rPr lang="en-US" dirty="0"/>
              <a:t>Documentation</a:t>
            </a:r>
          </a:p>
        </p:txBody>
      </p:sp>
      <p:sp>
        <p:nvSpPr>
          <p:cNvPr id="3" name="Text Placeholder 2">
            <a:extLst>
              <a:ext uri="{FF2B5EF4-FFF2-40B4-BE49-F238E27FC236}">
                <a16:creationId xmlns:a16="http://schemas.microsoft.com/office/drawing/2014/main" id="{B9D618A4-6F86-BB4E-BFC6-8666B5D8E7D9}"/>
              </a:ext>
            </a:extLst>
          </p:cNvPr>
          <p:cNvSpPr>
            <a:spLocks noGrp="1"/>
          </p:cNvSpPr>
          <p:nvPr>
            <p:ph type="body" idx="1"/>
          </p:nvPr>
        </p:nvSpPr>
        <p:spPr/>
        <p:txBody>
          <a:bodyPr/>
          <a:lstStyle/>
          <a:p>
            <a:pPr marL="114300" indent="0">
              <a:buNone/>
            </a:pPr>
            <a:r>
              <a:rPr lang="en-US" dirty="0"/>
              <a:t>Documentation helps future you and others understand what you've done and how to interact with the files</a:t>
            </a:r>
          </a:p>
          <a:p>
            <a:pPr marL="114300" indent="0">
              <a:lnSpc>
                <a:spcPct val="114999"/>
              </a:lnSpc>
              <a:buNone/>
            </a:pPr>
            <a:r>
              <a:rPr lang="en-US" dirty="0"/>
              <a:t>GS argue to integrate limited comments in code; make code so clear it doesn't need comment (self documenting)</a:t>
            </a:r>
          </a:p>
          <a:p>
            <a:pPr marL="114300" indent="0">
              <a:lnSpc>
                <a:spcPct val="114999"/>
              </a:lnSpc>
              <a:buNone/>
            </a:pPr>
            <a:r>
              <a:rPr lang="en-US" dirty="0"/>
              <a:t>Use full variable names rather than v1 through v200</a:t>
            </a:r>
          </a:p>
        </p:txBody>
      </p:sp>
    </p:spTree>
    <p:extLst>
      <p:ext uri="{BB962C8B-B14F-4D97-AF65-F5344CB8AC3E}">
        <p14:creationId xmlns:p14="http://schemas.microsoft.com/office/powerpoint/2010/main" val="301890700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48871</TotalTime>
  <Words>1473</Words>
  <Application>Microsoft Office PowerPoint</Application>
  <PresentationFormat>On-screen Show (16:9)</PresentationFormat>
  <Paragraphs>151</Paragraphs>
  <Slides>33</Slides>
  <Notes>12</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33</vt:i4>
      </vt:variant>
    </vt:vector>
  </HeadingPairs>
  <TitlesOfParts>
    <vt:vector size="35" baseType="lpstr">
      <vt:lpstr>Arial</vt:lpstr>
      <vt:lpstr>Simple Light</vt:lpstr>
      <vt:lpstr>AREC 570 Slides</vt:lpstr>
      <vt:lpstr>Unit 5 Data</vt:lpstr>
      <vt:lpstr>Motivation</vt:lpstr>
      <vt:lpstr>Theory → Data or Data → Theory</vt:lpstr>
      <vt:lpstr>Primary vs Secondary Data </vt:lpstr>
      <vt:lpstr>Trust</vt:lpstr>
      <vt:lpstr>Sampling</vt:lpstr>
      <vt:lpstr>Other Considerations: Institutional Knowledge</vt:lpstr>
      <vt:lpstr>Other considerations: Types of data</vt:lpstr>
      <vt:lpstr>Other considerations: Aggregation</vt:lpstr>
      <vt:lpstr>Champ –  Collecting Nonmarket Valuation Data</vt:lpstr>
      <vt:lpstr>Understand the objectives of the survey</vt:lpstr>
      <vt:lpstr>Sampling</vt:lpstr>
      <vt:lpstr>Sampling Sources of Error</vt:lpstr>
      <vt:lpstr>Sampling Sources of Error</vt:lpstr>
      <vt:lpstr>Questionnaire design</vt:lpstr>
      <vt:lpstr>Survey mode</vt:lpstr>
      <vt:lpstr>Survey Administration</vt:lpstr>
      <vt:lpstr>Survey processing</vt:lpstr>
      <vt:lpstr>Accessing Data via API</vt:lpstr>
      <vt:lpstr>Motivation</vt:lpstr>
      <vt:lpstr>USDA NASS</vt:lpstr>
      <vt:lpstr>Cropscape</vt:lpstr>
      <vt:lpstr>tidycensus</vt:lpstr>
      <vt:lpstr>APIs are not always the best option</vt:lpstr>
      <vt:lpstr>Gentzkow and Shapiro:  Code and Data for the Social Sciences</vt:lpstr>
      <vt:lpstr>Motivation</vt:lpstr>
      <vt:lpstr>Automation</vt:lpstr>
      <vt:lpstr>Version Control</vt:lpstr>
      <vt:lpstr>Directories</vt:lpstr>
      <vt:lpstr>Keys</vt:lpstr>
      <vt:lpstr>Abstraction</vt:lpstr>
      <vt:lpstr>Documentation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AREC 570 Slides</dc:title>
  <cp:lastModifiedBy>Amanda Countryman</cp:lastModifiedBy>
  <cp:revision>262</cp:revision>
  <dcterms:modified xsi:type="dcterms:W3CDTF">2026-08-25T01:54:01Z</dcterms:modified>
</cp:coreProperties>
</file>