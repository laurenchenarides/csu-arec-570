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8"/>
  </p:notesMasterIdLst>
  <p:sldIdLst>
    <p:sldId id="256" r:id="rId2"/>
    <p:sldId id="348" r:id="rId3"/>
    <p:sldId id="349" r:id="rId4"/>
    <p:sldId id="350" r:id="rId5"/>
    <p:sldId id="351" r:id="rId6"/>
    <p:sldId id="352" r:id="rId7"/>
    <p:sldId id="353" r:id="rId8"/>
    <p:sldId id="354"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367" r:id="rId22"/>
    <p:sldId id="368" r:id="rId23"/>
    <p:sldId id="369" r:id="rId24"/>
    <p:sldId id="370" r:id="rId25"/>
    <p:sldId id="371" r:id="rId26"/>
    <p:sldId id="372" r:id="rId27"/>
    <p:sldId id="373" r:id="rId28"/>
    <p:sldId id="374" r:id="rId29"/>
    <p:sldId id="375" r:id="rId30"/>
    <p:sldId id="376" r:id="rId31"/>
    <p:sldId id="377" r:id="rId32"/>
    <p:sldId id="378" r:id="rId33"/>
    <p:sldId id="379" r:id="rId34"/>
    <p:sldId id="380" r:id="rId35"/>
    <p:sldId id="381" r:id="rId36"/>
    <p:sldId id="382" r:id="rId37"/>
    <p:sldId id="383" r:id="rId38"/>
    <p:sldId id="384" r:id="rId39"/>
    <p:sldId id="385" r:id="rId40"/>
    <p:sldId id="386" r:id="rId41"/>
    <p:sldId id="387" r:id="rId42"/>
    <p:sldId id="388" r:id="rId43"/>
    <p:sldId id="389" r:id="rId44"/>
    <p:sldId id="390" r:id="rId45"/>
    <p:sldId id="391" r:id="rId46"/>
    <p:sldId id="392" r:id="rId47"/>
    <p:sldId id="393" r:id="rId48"/>
    <p:sldId id="394" r:id="rId49"/>
    <p:sldId id="395" r:id="rId50"/>
    <p:sldId id="396" r:id="rId51"/>
    <p:sldId id="397" r:id="rId52"/>
    <p:sldId id="398" r:id="rId53"/>
    <p:sldId id="399" r:id="rId54"/>
    <p:sldId id="400" r:id="rId55"/>
    <p:sldId id="401" r:id="rId56"/>
    <p:sldId id="402" r:id="rId5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056"/>
    <p:restoredTop sz="81741"/>
  </p:normalViewPr>
  <p:slideViewPr>
    <p:cSldViewPr snapToGrid="0">
      <p:cViewPr varScale="1">
        <p:scale>
          <a:sx n="132" d="100"/>
          <a:sy n="132" d="100"/>
        </p:scale>
        <p:origin x="582"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1265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Chenarides" userId="adbf3f91-28ff-415d-924b-37ef86f41ea6" providerId="ADAL" clId="{91C6A867-4822-4C05-B79B-B921162A7D31}"/>
    <pc:docChg chg="addSld delSld modSld sldOrd">
      <pc:chgData name="Lauren Chenarides" userId="adbf3f91-28ff-415d-924b-37ef86f41ea6" providerId="ADAL" clId="{91C6A867-4822-4C05-B79B-B921162A7D31}" dt="2026-08-14T18:32:24.462" v="122"/>
      <pc:docMkLst>
        <pc:docMk/>
      </pc:docMkLst>
      <pc:sldChg chg="setBg">
        <pc:chgData name="Lauren Chenarides" userId="adbf3f91-28ff-415d-924b-37ef86f41ea6" providerId="ADAL" clId="{91C6A867-4822-4C05-B79B-B921162A7D31}" dt="2026-08-14T18:27:28.949" v="0"/>
        <pc:sldMkLst>
          <pc:docMk/>
          <pc:sldMk cId="0" sldId="348"/>
        </pc:sldMkLst>
      </pc:sldChg>
      <pc:sldChg chg="modSp mod setBg">
        <pc:chgData name="Lauren Chenarides" userId="adbf3f91-28ff-415d-924b-37ef86f41ea6" providerId="ADAL" clId="{91C6A867-4822-4C05-B79B-B921162A7D31}" dt="2026-08-14T18:28:25.954" v="51"/>
        <pc:sldMkLst>
          <pc:docMk/>
          <pc:sldMk cId="0" sldId="403"/>
        </pc:sldMkLst>
        <pc:spChg chg="mod">
          <ac:chgData name="Lauren Chenarides" userId="adbf3f91-28ff-415d-924b-37ef86f41ea6" providerId="ADAL" clId="{91C6A867-4822-4C05-B79B-B921162A7D31}" dt="2026-08-14T18:28:23.077" v="50" actId="20577"/>
          <ac:spMkLst>
            <pc:docMk/>
            <pc:sldMk cId="0" sldId="403"/>
            <ac:spMk id="928" creationId="{00000000-0000-0000-0000-000000000000}"/>
          </ac:spMkLst>
        </pc:spChg>
      </pc:sldChg>
      <pc:sldChg chg="modSp mod setBg">
        <pc:chgData name="Lauren Chenarides" userId="adbf3f91-28ff-415d-924b-37ef86f41ea6" providerId="ADAL" clId="{91C6A867-4822-4C05-B79B-B921162A7D31}" dt="2026-08-14T18:28:38.134" v="59" actId="20577"/>
        <pc:sldMkLst>
          <pc:docMk/>
          <pc:sldMk cId="0" sldId="433"/>
        </pc:sldMkLst>
        <pc:spChg chg="mod">
          <ac:chgData name="Lauren Chenarides" userId="adbf3f91-28ff-415d-924b-37ef86f41ea6" providerId="ADAL" clId="{91C6A867-4822-4C05-B79B-B921162A7D31}" dt="2026-08-14T18:28:38.134" v="59" actId="20577"/>
          <ac:spMkLst>
            <pc:docMk/>
            <pc:sldMk cId="0" sldId="433"/>
            <ac:spMk id="1107" creationId="{00000000-0000-0000-0000-000000000000}"/>
          </ac:spMkLst>
        </pc:spChg>
      </pc:sldChg>
      <pc:sldChg chg="modSp mod setBg">
        <pc:chgData name="Lauren Chenarides" userId="adbf3f91-28ff-415d-924b-37ef86f41ea6" providerId="ADAL" clId="{91C6A867-4822-4C05-B79B-B921162A7D31}" dt="2026-08-14T18:28:50.755" v="67"/>
        <pc:sldMkLst>
          <pc:docMk/>
          <pc:sldMk cId="0" sldId="458"/>
        </pc:sldMkLst>
        <pc:spChg chg="mod">
          <ac:chgData name="Lauren Chenarides" userId="adbf3f91-28ff-415d-924b-37ef86f41ea6" providerId="ADAL" clId="{91C6A867-4822-4C05-B79B-B921162A7D31}" dt="2026-08-14T18:28:47.733" v="66" actId="20577"/>
          <ac:spMkLst>
            <pc:docMk/>
            <pc:sldMk cId="0" sldId="458"/>
            <ac:spMk id="1253" creationId="{00000000-0000-0000-0000-000000000000}"/>
          </ac:spMkLst>
        </pc:spChg>
      </pc:sldChg>
      <pc:sldChg chg="modSp mod setBg">
        <pc:chgData name="Lauren Chenarides" userId="adbf3f91-28ff-415d-924b-37ef86f41ea6" providerId="ADAL" clId="{91C6A867-4822-4C05-B79B-B921162A7D31}" dt="2026-08-14T18:29:23.641" v="95"/>
        <pc:sldMkLst>
          <pc:docMk/>
          <pc:sldMk cId="0" sldId="467"/>
        </pc:sldMkLst>
        <pc:spChg chg="mod">
          <ac:chgData name="Lauren Chenarides" userId="adbf3f91-28ff-415d-924b-37ef86f41ea6" providerId="ADAL" clId="{91C6A867-4822-4C05-B79B-B921162A7D31}" dt="2026-08-14T18:29:20.063" v="94" actId="20577"/>
          <ac:spMkLst>
            <pc:docMk/>
            <pc:sldMk cId="0" sldId="467"/>
            <ac:spMk id="1307" creationId="{00000000-0000-0000-0000-000000000000}"/>
          </ac:spMkLst>
        </pc:spChg>
      </pc:sldChg>
      <pc:sldChg chg="modSp mod ord setBg">
        <pc:chgData name="Lauren Chenarides" userId="adbf3f91-28ff-415d-924b-37ef86f41ea6" providerId="ADAL" clId="{91C6A867-4822-4C05-B79B-B921162A7D31}" dt="2026-08-14T18:30:18.561" v="113" actId="20577"/>
        <pc:sldMkLst>
          <pc:docMk/>
          <pc:sldMk cId="0" sldId="546"/>
        </pc:sldMkLst>
        <pc:spChg chg="mod">
          <ac:chgData name="Lauren Chenarides" userId="adbf3f91-28ff-415d-924b-37ef86f41ea6" providerId="ADAL" clId="{91C6A867-4822-4C05-B79B-B921162A7D31}" dt="2026-08-14T18:30:18.561" v="113" actId="20577"/>
          <ac:spMkLst>
            <pc:docMk/>
            <pc:sldMk cId="0" sldId="546"/>
            <ac:spMk id="1801" creationId="{00000000-0000-0000-0000-000000000000}"/>
          </ac:spMkLst>
        </pc:spChg>
      </pc:sldChg>
      <pc:sldChg chg="ord">
        <pc:chgData name="Lauren Chenarides" userId="adbf3f91-28ff-415d-924b-37ef86f41ea6" providerId="ADAL" clId="{91C6A867-4822-4C05-B79B-B921162A7D31}" dt="2026-08-14T18:29:54.324" v="97"/>
        <pc:sldMkLst>
          <pc:docMk/>
          <pc:sldMk cId="0" sldId="547"/>
        </pc:sldMkLst>
      </pc:sldChg>
      <pc:sldChg chg="ord">
        <pc:chgData name="Lauren Chenarides" userId="adbf3f91-28ff-415d-924b-37ef86f41ea6" providerId="ADAL" clId="{91C6A867-4822-4C05-B79B-B921162A7D31}" dt="2026-08-14T18:29:54.324" v="97"/>
        <pc:sldMkLst>
          <pc:docMk/>
          <pc:sldMk cId="0" sldId="548"/>
        </pc:sldMkLst>
      </pc:sldChg>
      <pc:sldChg chg="ord">
        <pc:chgData name="Lauren Chenarides" userId="adbf3f91-28ff-415d-924b-37ef86f41ea6" providerId="ADAL" clId="{91C6A867-4822-4C05-B79B-B921162A7D31}" dt="2026-08-14T18:29:54.324" v="97"/>
        <pc:sldMkLst>
          <pc:docMk/>
          <pc:sldMk cId="0" sldId="549"/>
        </pc:sldMkLst>
      </pc:sldChg>
      <pc:sldChg chg="ord">
        <pc:chgData name="Lauren Chenarides" userId="adbf3f91-28ff-415d-924b-37ef86f41ea6" providerId="ADAL" clId="{91C6A867-4822-4C05-B79B-B921162A7D31}" dt="2026-08-14T18:29:54.324" v="97"/>
        <pc:sldMkLst>
          <pc:docMk/>
          <pc:sldMk cId="0" sldId="550"/>
        </pc:sldMkLst>
      </pc:sldChg>
      <pc:sldChg chg="ord">
        <pc:chgData name="Lauren Chenarides" userId="adbf3f91-28ff-415d-924b-37ef86f41ea6" providerId="ADAL" clId="{91C6A867-4822-4C05-B79B-B921162A7D31}" dt="2026-08-14T18:29:54.324" v="97"/>
        <pc:sldMkLst>
          <pc:docMk/>
          <pc:sldMk cId="0" sldId="551"/>
        </pc:sldMkLst>
      </pc:sldChg>
      <pc:sldChg chg="ord">
        <pc:chgData name="Lauren Chenarides" userId="adbf3f91-28ff-415d-924b-37ef86f41ea6" providerId="ADAL" clId="{91C6A867-4822-4C05-B79B-B921162A7D31}" dt="2026-08-14T18:29:54.324" v="97"/>
        <pc:sldMkLst>
          <pc:docMk/>
          <pc:sldMk cId="0" sldId="552"/>
        </pc:sldMkLst>
      </pc:sldChg>
      <pc:sldChg chg="ord">
        <pc:chgData name="Lauren Chenarides" userId="adbf3f91-28ff-415d-924b-37ef86f41ea6" providerId="ADAL" clId="{91C6A867-4822-4C05-B79B-B921162A7D31}" dt="2026-08-14T18:29:54.324" v="97"/>
        <pc:sldMkLst>
          <pc:docMk/>
          <pc:sldMk cId="0" sldId="553"/>
        </pc:sldMkLst>
      </pc:sldChg>
      <pc:sldChg chg="ord">
        <pc:chgData name="Lauren Chenarides" userId="adbf3f91-28ff-415d-924b-37ef86f41ea6" providerId="ADAL" clId="{91C6A867-4822-4C05-B79B-B921162A7D31}" dt="2026-08-14T18:29:54.324" v="97"/>
        <pc:sldMkLst>
          <pc:docMk/>
          <pc:sldMk cId="0" sldId="554"/>
        </pc:sldMkLst>
      </pc:sldChg>
      <pc:sldChg chg="ord">
        <pc:chgData name="Lauren Chenarides" userId="adbf3f91-28ff-415d-924b-37ef86f41ea6" providerId="ADAL" clId="{91C6A867-4822-4C05-B79B-B921162A7D31}" dt="2026-08-14T18:29:54.324" v="97"/>
        <pc:sldMkLst>
          <pc:docMk/>
          <pc:sldMk cId="0" sldId="555"/>
        </pc:sldMkLst>
      </pc:sldChg>
      <pc:sldChg chg="modSp mod setBg">
        <pc:chgData name="Lauren Chenarides" userId="adbf3f91-28ff-415d-924b-37ef86f41ea6" providerId="ADAL" clId="{91C6A867-4822-4C05-B79B-B921162A7D31}" dt="2026-08-14T18:30:05.067" v="105"/>
        <pc:sldMkLst>
          <pc:docMk/>
          <pc:sldMk cId="0" sldId="556"/>
        </pc:sldMkLst>
        <pc:spChg chg="mod">
          <ac:chgData name="Lauren Chenarides" userId="adbf3f91-28ff-415d-924b-37ef86f41ea6" providerId="ADAL" clId="{91C6A867-4822-4C05-B79B-B921162A7D31}" dt="2026-08-14T18:30:02.035" v="104" actId="20577"/>
          <ac:spMkLst>
            <pc:docMk/>
            <pc:sldMk cId="0" sldId="556"/>
            <ac:spMk id="1860" creationId="{00000000-0000-0000-0000-000000000000}"/>
          </ac:spMkLst>
        </pc:spChg>
      </pc:sldChg>
      <pc:sldChg chg="modSp mod setBg">
        <pc:chgData name="Lauren Chenarides" userId="adbf3f91-28ff-415d-924b-37ef86f41ea6" providerId="ADAL" clId="{91C6A867-4822-4C05-B79B-B921162A7D31}" dt="2026-08-14T18:30:39.278" v="121"/>
        <pc:sldMkLst>
          <pc:docMk/>
          <pc:sldMk cId="0" sldId="574"/>
        </pc:sldMkLst>
        <pc:spChg chg="mod">
          <ac:chgData name="Lauren Chenarides" userId="adbf3f91-28ff-415d-924b-37ef86f41ea6" providerId="ADAL" clId="{91C6A867-4822-4C05-B79B-B921162A7D31}" dt="2026-08-14T18:30:35.930" v="120" actId="20577"/>
          <ac:spMkLst>
            <pc:docMk/>
            <pc:sldMk cId="0" sldId="574"/>
            <ac:spMk id="1966" creationId="{00000000-0000-0000-0000-000000000000}"/>
          </ac:spMkLst>
        </pc:spChg>
      </pc:sldChg>
      <pc:sldChg chg="setBg">
        <pc:chgData name="Lauren Chenarides" userId="adbf3f91-28ff-415d-924b-37ef86f41ea6" providerId="ADAL" clId="{91C6A867-4822-4C05-B79B-B921162A7D31}" dt="2026-08-14T18:32:24.462" v="122"/>
        <pc:sldMkLst>
          <pc:docMk/>
          <pc:sldMk cId="0" sldId="587"/>
        </pc:sldMkLst>
      </pc:sldChg>
      <pc:sldChg chg="add">
        <pc:chgData name="Lauren Chenarides" userId="adbf3f91-28ff-415d-924b-37ef86f41ea6" providerId="ADAL" clId="{91C6A867-4822-4C05-B79B-B921162A7D31}" dt="2026-08-14T18:29:12.982" v="68" actId="2890"/>
        <pc:sldMkLst>
          <pc:docMk/>
          <pc:sldMk cId="189957461" sldId="681"/>
        </pc:sldMkLst>
      </pc:sldChg>
    </pc:docChg>
  </pc:docChgLst>
  <pc:docChgLst>
    <pc:chgData name="Amanda Countryman" userId="0be1c61d-c610-49a2-ae7e-a4e60bd07712" providerId="ADAL" clId="{00873937-8841-4394-9081-668AB0E0F950}"/>
    <pc:docChg chg="delSld">
      <pc:chgData name="Amanda Countryman" userId="0be1c61d-c610-49a2-ae7e-a4e60bd07712" providerId="ADAL" clId="{00873937-8841-4394-9081-668AB0E0F950}" dt="2026-08-25T01:50:52.027" v="1" actId="47"/>
      <pc:docMkLst>
        <pc:docMk/>
      </pc:docMkLst>
      <pc:sldChg chg="del">
        <pc:chgData name="Amanda Countryman" userId="0be1c61d-c610-49a2-ae7e-a4e60bd07712" providerId="ADAL" clId="{00873937-8841-4394-9081-668AB0E0F950}" dt="2026-08-25T01:50:37.028" v="0" actId="47"/>
        <pc:sldMkLst>
          <pc:docMk/>
          <pc:sldMk cId="0" sldId="257"/>
        </pc:sldMkLst>
      </pc:sldChg>
      <pc:sldChg chg="del">
        <pc:chgData name="Amanda Countryman" userId="0be1c61d-c610-49a2-ae7e-a4e60bd07712" providerId="ADAL" clId="{00873937-8841-4394-9081-668AB0E0F950}" dt="2026-08-25T01:50:37.028" v="0" actId="47"/>
        <pc:sldMkLst>
          <pc:docMk/>
          <pc:sldMk cId="0" sldId="258"/>
        </pc:sldMkLst>
      </pc:sldChg>
      <pc:sldChg chg="del">
        <pc:chgData name="Amanda Countryman" userId="0be1c61d-c610-49a2-ae7e-a4e60bd07712" providerId="ADAL" clId="{00873937-8841-4394-9081-668AB0E0F950}" dt="2026-08-25T01:50:37.028" v="0" actId="47"/>
        <pc:sldMkLst>
          <pc:docMk/>
          <pc:sldMk cId="0" sldId="259"/>
        </pc:sldMkLst>
      </pc:sldChg>
      <pc:sldChg chg="del">
        <pc:chgData name="Amanda Countryman" userId="0be1c61d-c610-49a2-ae7e-a4e60bd07712" providerId="ADAL" clId="{00873937-8841-4394-9081-668AB0E0F950}" dt="2026-08-25T01:50:37.028" v="0" actId="47"/>
        <pc:sldMkLst>
          <pc:docMk/>
          <pc:sldMk cId="0" sldId="260"/>
        </pc:sldMkLst>
      </pc:sldChg>
      <pc:sldChg chg="del">
        <pc:chgData name="Amanda Countryman" userId="0be1c61d-c610-49a2-ae7e-a4e60bd07712" providerId="ADAL" clId="{00873937-8841-4394-9081-668AB0E0F950}" dt="2026-08-25T01:50:37.028" v="0" actId="47"/>
        <pc:sldMkLst>
          <pc:docMk/>
          <pc:sldMk cId="0" sldId="261"/>
        </pc:sldMkLst>
      </pc:sldChg>
      <pc:sldChg chg="del">
        <pc:chgData name="Amanda Countryman" userId="0be1c61d-c610-49a2-ae7e-a4e60bd07712" providerId="ADAL" clId="{00873937-8841-4394-9081-668AB0E0F950}" dt="2026-08-25T01:50:37.028" v="0" actId="47"/>
        <pc:sldMkLst>
          <pc:docMk/>
          <pc:sldMk cId="0" sldId="262"/>
        </pc:sldMkLst>
      </pc:sldChg>
      <pc:sldChg chg="del">
        <pc:chgData name="Amanda Countryman" userId="0be1c61d-c610-49a2-ae7e-a4e60bd07712" providerId="ADAL" clId="{00873937-8841-4394-9081-668AB0E0F950}" dt="2026-08-25T01:50:37.028" v="0" actId="47"/>
        <pc:sldMkLst>
          <pc:docMk/>
          <pc:sldMk cId="0" sldId="263"/>
        </pc:sldMkLst>
      </pc:sldChg>
      <pc:sldChg chg="del">
        <pc:chgData name="Amanda Countryman" userId="0be1c61d-c610-49a2-ae7e-a4e60bd07712" providerId="ADAL" clId="{00873937-8841-4394-9081-668AB0E0F950}" dt="2026-08-25T01:50:37.028" v="0" actId="47"/>
        <pc:sldMkLst>
          <pc:docMk/>
          <pc:sldMk cId="0" sldId="264"/>
        </pc:sldMkLst>
      </pc:sldChg>
      <pc:sldChg chg="del">
        <pc:chgData name="Amanda Countryman" userId="0be1c61d-c610-49a2-ae7e-a4e60bd07712" providerId="ADAL" clId="{00873937-8841-4394-9081-668AB0E0F950}" dt="2026-08-25T01:50:37.028" v="0" actId="47"/>
        <pc:sldMkLst>
          <pc:docMk/>
          <pc:sldMk cId="0" sldId="265"/>
        </pc:sldMkLst>
      </pc:sldChg>
      <pc:sldChg chg="del">
        <pc:chgData name="Amanda Countryman" userId="0be1c61d-c610-49a2-ae7e-a4e60bd07712" providerId="ADAL" clId="{00873937-8841-4394-9081-668AB0E0F950}" dt="2026-08-25T01:50:37.028" v="0" actId="47"/>
        <pc:sldMkLst>
          <pc:docMk/>
          <pc:sldMk cId="0" sldId="266"/>
        </pc:sldMkLst>
      </pc:sldChg>
      <pc:sldChg chg="del">
        <pc:chgData name="Amanda Countryman" userId="0be1c61d-c610-49a2-ae7e-a4e60bd07712" providerId="ADAL" clId="{00873937-8841-4394-9081-668AB0E0F950}" dt="2026-08-25T01:50:37.028" v="0" actId="47"/>
        <pc:sldMkLst>
          <pc:docMk/>
          <pc:sldMk cId="0" sldId="267"/>
        </pc:sldMkLst>
      </pc:sldChg>
      <pc:sldChg chg="del">
        <pc:chgData name="Amanda Countryman" userId="0be1c61d-c610-49a2-ae7e-a4e60bd07712" providerId="ADAL" clId="{00873937-8841-4394-9081-668AB0E0F950}" dt="2026-08-25T01:50:37.028" v="0" actId="47"/>
        <pc:sldMkLst>
          <pc:docMk/>
          <pc:sldMk cId="0" sldId="268"/>
        </pc:sldMkLst>
      </pc:sldChg>
      <pc:sldChg chg="del">
        <pc:chgData name="Amanda Countryman" userId="0be1c61d-c610-49a2-ae7e-a4e60bd07712" providerId="ADAL" clId="{00873937-8841-4394-9081-668AB0E0F950}" dt="2026-08-25T01:50:37.028" v="0" actId="47"/>
        <pc:sldMkLst>
          <pc:docMk/>
          <pc:sldMk cId="0" sldId="269"/>
        </pc:sldMkLst>
      </pc:sldChg>
      <pc:sldChg chg="del">
        <pc:chgData name="Amanda Countryman" userId="0be1c61d-c610-49a2-ae7e-a4e60bd07712" providerId="ADAL" clId="{00873937-8841-4394-9081-668AB0E0F950}" dt="2026-08-25T01:50:37.028" v="0" actId="47"/>
        <pc:sldMkLst>
          <pc:docMk/>
          <pc:sldMk cId="0" sldId="270"/>
        </pc:sldMkLst>
      </pc:sldChg>
      <pc:sldChg chg="del">
        <pc:chgData name="Amanda Countryman" userId="0be1c61d-c610-49a2-ae7e-a4e60bd07712" providerId="ADAL" clId="{00873937-8841-4394-9081-668AB0E0F950}" dt="2026-08-25T01:50:37.028" v="0" actId="47"/>
        <pc:sldMkLst>
          <pc:docMk/>
          <pc:sldMk cId="0" sldId="271"/>
        </pc:sldMkLst>
      </pc:sldChg>
      <pc:sldChg chg="del">
        <pc:chgData name="Amanda Countryman" userId="0be1c61d-c610-49a2-ae7e-a4e60bd07712" providerId="ADAL" clId="{00873937-8841-4394-9081-668AB0E0F950}" dt="2026-08-25T01:50:37.028" v="0" actId="47"/>
        <pc:sldMkLst>
          <pc:docMk/>
          <pc:sldMk cId="0" sldId="272"/>
        </pc:sldMkLst>
      </pc:sldChg>
      <pc:sldChg chg="del">
        <pc:chgData name="Amanda Countryman" userId="0be1c61d-c610-49a2-ae7e-a4e60bd07712" providerId="ADAL" clId="{00873937-8841-4394-9081-668AB0E0F950}" dt="2026-08-25T01:50:37.028" v="0" actId="47"/>
        <pc:sldMkLst>
          <pc:docMk/>
          <pc:sldMk cId="0" sldId="273"/>
        </pc:sldMkLst>
      </pc:sldChg>
      <pc:sldChg chg="del">
        <pc:chgData name="Amanda Countryman" userId="0be1c61d-c610-49a2-ae7e-a4e60bd07712" providerId="ADAL" clId="{00873937-8841-4394-9081-668AB0E0F950}" dt="2026-08-25T01:50:37.028" v="0" actId="47"/>
        <pc:sldMkLst>
          <pc:docMk/>
          <pc:sldMk cId="0" sldId="274"/>
        </pc:sldMkLst>
      </pc:sldChg>
      <pc:sldChg chg="del">
        <pc:chgData name="Amanda Countryman" userId="0be1c61d-c610-49a2-ae7e-a4e60bd07712" providerId="ADAL" clId="{00873937-8841-4394-9081-668AB0E0F950}" dt="2026-08-25T01:50:37.028" v="0" actId="47"/>
        <pc:sldMkLst>
          <pc:docMk/>
          <pc:sldMk cId="0" sldId="276"/>
        </pc:sldMkLst>
      </pc:sldChg>
      <pc:sldChg chg="del">
        <pc:chgData name="Amanda Countryman" userId="0be1c61d-c610-49a2-ae7e-a4e60bd07712" providerId="ADAL" clId="{00873937-8841-4394-9081-668AB0E0F950}" dt="2026-08-25T01:50:37.028" v="0" actId="47"/>
        <pc:sldMkLst>
          <pc:docMk/>
          <pc:sldMk cId="0" sldId="277"/>
        </pc:sldMkLst>
      </pc:sldChg>
      <pc:sldChg chg="del">
        <pc:chgData name="Amanda Countryman" userId="0be1c61d-c610-49a2-ae7e-a4e60bd07712" providerId="ADAL" clId="{00873937-8841-4394-9081-668AB0E0F950}" dt="2026-08-25T01:50:37.028" v="0" actId="47"/>
        <pc:sldMkLst>
          <pc:docMk/>
          <pc:sldMk cId="0" sldId="278"/>
        </pc:sldMkLst>
      </pc:sldChg>
      <pc:sldChg chg="del">
        <pc:chgData name="Amanda Countryman" userId="0be1c61d-c610-49a2-ae7e-a4e60bd07712" providerId="ADAL" clId="{00873937-8841-4394-9081-668AB0E0F950}" dt="2026-08-25T01:50:37.028" v="0" actId="47"/>
        <pc:sldMkLst>
          <pc:docMk/>
          <pc:sldMk cId="0" sldId="279"/>
        </pc:sldMkLst>
      </pc:sldChg>
      <pc:sldChg chg="del">
        <pc:chgData name="Amanda Countryman" userId="0be1c61d-c610-49a2-ae7e-a4e60bd07712" providerId="ADAL" clId="{00873937-8841-4394-9081-668AB0E0F950}" dt="2026-08-25T01:50:37.028" v="0" actId="47"/>
        <pc:sldMkLst>
          <pc:docMk/>
          <pc:sldMk cId="0" sldId="280"/>
        </pc:sldMkLst>
      </pc:sldChg>
      <pc:sldChg chg="del">
        <pc:chgData name="Amanda Countryman" userId="0be1c61d-c610-49a2-ae7e-a4e60bd07712" providerId="ADAL" clId="{00873937-8841-4394-9081-668AB0E0F950}" dt="2026-08-25T01:50:37.028" v="0" actId="47"/>
        <pc:sldMkLst>
          <pc:docMk/>
          <pc:sldMk cId="0" sldId="282"/>
        </pc:sldMkLst>
      </pc:sldChg>
      <pc:sldChg chg="del">
        <pc:chgData name="Amanda Countryman" userId="0be1c61d-c610-49a2-ae7e-a4e60bd07712" providerId="ADAL" clId="{00873937-8841-4394-9081-668AB0E0F950}" dt="2026-08-25T01:50:37.028" v="0" actId="47"/>
        <pc:sldMkLst>
          <pc:docMk/>
          <pc:sldMk cId="0" sldId="283"/>
        </pc:sldMkLst>
      </pc:sldChg>
      <pc:sldChg chg="del">
        <pc:chgData name="Amanda Countryman" userId="0be1c61d-c610-49a2-ae7e-a4e60bd07712" providerId="ADAL" clId="{00873937-8841-4394-9081-668AB0E0F950}" dt="2026-08-25T01:50:37.028" v="0" actId="47"/>
        <pc:sldMkLst>
          <pc:docMk/>
          <pc:sldMk cId="0" sldId="284"/>
        </pc:sldMkLst>
      </pc:sldChg>
      <pc:sldChg chg="del">
        <pc:chgData name="Amanda Countryman" userId="0be1c61d-c610-49a2-ae7e-a4e60bd07712" providerId="ADAL" clId="{00873937-8841-4394-9081-668AB0E0F950}" dt="2026-08-25T01:50:37.028" v="0" actId="47"/>
        <pc:sldMkLst>
          <pc:docMk/>
          <pc:sldMk cId="0" sldId="285"/>
        </pc:sldMkLst>
      </pc:sldChg>
      <pc:sldChg chg="del">
        <pc:chgData name="Amanda Countryman" userId="0be1c61d-c610-49a2-ae7e-a4e60bd07712" providerId="ADAL" clId="{00873937-8841-4394-9081-668AB0E0F950}" dt="2026-08-25T01:50:37.028" v="0" actId="47"/>
        <pc:sldMkLst>
          <pc:docMk/>
          <pc:sldMk cId="0" sldId="286"/>
        </pc:sldMkLst>
      </pc:sldChg>
      <pc:sldChg chg="del">
        <pc:chgData name="Amanda Countryman" userId="0be1c61d-c610-49a2-ae7e-a4e60bd07712" providerId="ADAL" clId="{00873937-8841-4394-9081-668AB0E0F950}" dt="2026-08-25T01:50:37.028" v="0" actId="47"/>
        <pc:sldMkLst>
          <pc:docMk/>
          <pc:sldMk cId="0" sldId="287"/>
        </pc:sldMkLst>
      </pc:sldChg>
      <pc:sldChg chg="del">
        <pc:chgData name="Amanda Countryman" userId="0be1c61d-c610-49a2-ae7e-a4e60bd07712" providerId="ADAL" clId="{00873937-8841-4394-9081-668AB0E0F950}" dt="2026-08-25T01:50:37.028" v="0" actId="47"/>
        <pc:sldMkLst>
          <pc:docMk/>
          <pc:sldMk cId="0" sldId="288"/>
        </pc:sldMkLst>
      </pc:sldChg>
      <pc:sldChg chg="del">
        <pc:chgData name="Amanda Countryman" userId="0be1c61d-c610-49a2-ae7e-a4e60bd07712" providerId="ADAL" clId="{00873937-8841-4394-9081-668AB0E0F950}" dt="2026-08-25T01:50:37.028" v="0" actId="47"/>
        <pc:sldMkLst>
          <pc:docMk/>
          <pc:sldMk cId="0" sldId="289"/>
        </pc:sldMkLst>
      </pc:sldChg>
      <pc:sldChg chg="del">
        <pc:chgData name="Amanda Countryman" userId="0be1c61d-c610-49a2-ae7e-a4e60bd07712" providerId="ADAL" clId="{00873937-8841-4394-9081-668AB0E0F950}" dt="2026-08-25T01:50:37.028" v="0" actId="47"/>
        <pc:sldMkLst>
          <pc:docMk/>
          <pc:sldMk cId="0" sldId="290"/>
        </pc:sldMkLst>
      </pc:sldChg>
      <pc:sldChg chg="del">
        <pc:chgData name="Amanda Countryman" userId="0be1c61d-c610-49a2-ae7e-a4e60bd07712" providerId="ADAL" clId="{00873937-8841-4394-9081-668AB0E0F950}" dt="2026-08-25T01:50:37.028" v="0" actId="47"/>
        <pc:sldMkLst>
          <pc:docMk/>
          <pc:sldMk cId="0" sldId="291"/>
        </pc:sldMkLst>
      </pc:sldChg>
      <pc:sldChg chg="del">
        <pc:chgData name="Amanda Countryman" userId="0be1c61d-c610-49a2-ae7e-a4e60bd07712" providerId="ADAL" clId="{00873937-8841-4394-9081-668AB0E0F950}" dt="2026-08-25T01:50:37.028" v="0" actId="47"/>
        <pc:sldMkLst>
          <pc:docMk/>
          <pc:sldMk cId="0" sldId="292"/>
        </pc:sldMkLst>
      </pc:sldChg>
      <pc:sldChg chg="del">
        <pc:chgData name="Amanda Countryman" userId="0be1c61d-c610-49a2-ae7e-a4e60bd07712" providerId="ADAL" clId="{00873937-8841-4394-9081-668AB0E0F950}" dt="2026-08-25T01:50:37.028" v="0" actId="47"/>
        <pc:sldMkLst>
          <pc:docMk/>
          <pc:sldMk cId="0" sldId="293"/>
        </pc:sldMkLst>
      </pc:sldChg>
      <pc:sldChg chg="del">
        <pc:chgData name="Amanda Countryman" userId="0be1c61d-c610-49a2-ae7e-a4e60bd07712" providerId="ADAL" clId="{00873937-8841-4394-9081-668AB0E0F950}" dt="2026-08-25T01:50:37.028" v="0" actId="47"/>
        <pc:sldMkLst>
          <pc:docMk/>
          <pc:sldMk cId="0" sldId="294"/>
        </pc:sldMkLst>
      </pc:sldChg>
      <pc:sldChg chg="del">
        <pc:chgData name="Amanda Countryman" userId="0be1c61d-c610-49a2-ae7e-a4e60bd07712" providerId="ADAL" clId="{00873937-8841-4394-9081-668AB0E0F950}" dt="2026-08-25T01:50:37.028" v="0" actId="47"/>
        <pc:sldMkLst>
          <pc:docMk/>
          <pc:sldMk cId="0" sldId="295"/>
        </pc:sldMkLst>
      </pc:sldChg>
      <pc:sldChg chg="del">
        <pc:chgData name="Amanda Countryman" userId="0be1c61d-c610-49a2-ae7e-a4e60bd07712" providerId="ADAL" clId="{00873937-8841-4394-9081-668AB0E0F950}" dt="2026-08-25T01:50:37.028" v="0" actId="47"/>
        <pc:sldMkLst>
          <pc:docMk/>
          <pc:sldMk cId="0" sldId="296"/>
        </pc:sldMkLst>
      </pc:sldChg>
      <pc:sldChg chg="del">
        <pc:chgData name="Amanda Countryman" userId="0be1c61d-c610-49a2-ae7e-a4e60bd07712" providerId="ADAL" clId="{00873937-8841-4394-9081-668AB0E0F950}" dt="2026-08-25T01:50:37.028" v="0" actId="47"/>
        <pc:sldMkLst>
          <pc:docMk/>
          <pc:sldMk cId="0" sldId="297"/>
        </pc:sldMkLst>
      </pc:sldChg>
      <pc:sldChg chg="del">
        <pc:chgData name="Amanda Countryman" userId="0be1c61d-c610-49a2-ae7e-a4e60bd07712" providerId="ADAL" clId="{00873937-8841-4394-9081-668AB0E0F950}" dt="2026-08-25T01:50:37.028" v="0" actId="47"/>
        <pc:sldMkLst>
          <pc:docMk/>
          <pc:sldMk cId="0" sldId="298"/>
        </pc:sldMkLst>
      </pc:sldChg>
      <pc:sldChg chg="del">
        <pc:chgData name="Amanda Countryman" userId="0be1c61d-c610-49a2-ae7e-a4e60bd07712" providerId="ADAL" clId="{00873937-8841-4394-9081-668AB0E0F950}" dt="2026-08-25T01:50:37.028" v="0" actId="47"/>
        <pc:sldMkLst>
          <pc:docMk/>
          <pc:sldMk cId="0" sldId="299"/>
        </pc:sldMkLst>
      </pc:sldChg>
      <pc:sldChg chg="del">
        <pc:chgData name="Amanda Countryman" userId="0be1c61d-c610-49a2-ae7e-a4e60bd07712" providerId="ADAL" clId="{00873937-8841-4394-9081-668AB0E0F950}" dt="2026-08-25T01:50:37.028" v="0" actId="47"/>
        <pc:sldMkLst>
          <pc:docMk/>
          <pc:sldMk cId="0" sldId="300"/>
        </pc:sldMkLst>
      </pc:sldChg>
      <pc:sldChg chg="del">
        <pc:chgData name="Amanda Countryman" userId="0be1c61d-c610-49a2-ae7e-a4e60bd07712" providerId="ADAL" clId="{00873937-8841-4394-9081-668AB0E0F950}" dt="2026-08-25T01:50:37.028" v="0" actId="47"/>
        <pc:sldMkLst>
          <pc:docMk/>
          <pc:sldMk cId="0" sldId="301"/>
        </pc:sldMkLst>
      </pc:sldChg>
      <pc:sldChg chg="del">
        <pc:chgData name="Amanda Countryman" userId="0be1c61d-c610-49a2-ae7e-a4e60bd07712" providerId="ADAL" clId="{00873937-8841-4394-9081-668AB0E0F950}" dt="2026-08-25T01:50:37.028" v="0" actId="47"/>
        <pc:sldMkLst>
          <pc:docMk/>
          <pc:sldMk cId="0" sldId="302"/>
        </pc:sldMkLst>
      </pc:sldChg>
      <pc:sldChg chg="del">
        <pc:chgData name="Amanda Countryman" userId="0be1c61d-c610-49a2-ae7e-a4e60bd07712" providerId="ADAL" clId="{00873937-8841-4394-9081-668AB0E0F950}" dt="2026-08-25T01:50:37.028" v="0" actId="47"/>
        <pc:sldMkLst>
          <pc:docMk/>
          <pc:sldMk cId="0" sldId="303"/>
        </pc:sldMkLst>
      </pc:sldChg>
      <pc:sldChg chg="del">
        <pc:chgData name="Amanda Countryman" userId="0be1c61d-c610-49a2-ae7e-a4e60bd07712" providerId="ADAL" clId="{00873937-8841-4394-9081-668AB0E0F950}" dt="2026-08-25T01:50:37.028" v="0" actId="47"/>
        <pc:sldMkLst>
          <pc:docMk/>
          <pc:sldMk cId="0" sldId="304"/>
        </pc:sldMkLst>
      </pc:sldChg>
      <pc:sldChg chg="del">
        <pc:chgData name="Amanda Countryman" userId="0be1c61d-c610-49a2-ae7e-a4e60bd07712" providerId="ADAL" clId="{00873937-8841-4394-9081-668AB0E0F950}" dt="2026-08-25T01:50:37.028" v="0" actId="47"/>
        <pc:sldMkLst>
          <pc:docMk/>
          <pc:sldMk cId="0" sldId="305"/>
        </pc:sldMkLst>
      </pc:sldChg>
      <pc:sldChg chg="del">
        <pc:chgData name="Amanda Countryman" userId="0be1c61d-c610-49a2-ae7e-a4e60bd07712" providerId="ADAL" clId="{00873937-8841-4394-9081-668AB0E0F950}" dt="2026-08-25T01:50:37.028" v="0" actId="47"/>
        <pc:sldMkLst>
          <pc:docMk/>
          <pc:sldMk cId="0" sldId="309"/>
        </pc:sldMkLst>
      </pc:sldChg>
      <pc:sldChg chg="del">
        <pc:chgData name="Amanda Countryman" userId="0be1c61d-c610-49a2-ae7e-a4e60bd07712" providerId="ADAL" clId="{00873937-8841-4394-9081-668AB0E0F950}" dt="2026-08-25T01:50:37.028" v="0" actId="47"/>
        <pc:sldMkLst>
          <pc:docMk/>
          <pc:sldMk cId="0" sldId="310"/>
        </pc:sldMkLst>
      </pc:sldChg>
      <pc:sldChg chg="del">
        <pc:chgData name="Amanda Countryman" userId="0be1c61d-c610-49a2-ae7e-a4e60bd07712" providerId="ADAL" clId="{00873937-8841-4394-9081-668AB0E0F950}" dt="2026-08-25T01:50:37.028" v="0" actId="47"/>
        <pc:sldMkLst>
          <pc:docMk/>
          <pc:sldMk cId="0" sldId="313"/>
        </pc:sldMkLst>
      </pc:sldChg>
      <pc:sldChg chg="del">
        <pc:chgData name="Amanda Countryman" userId="0be1c61d-c610-49a2-ae7e-a4e60bd07712" providerId="ADAL" clId="{00873937-8841-4394-9081-668AB0E0F950}" dt="2026-08-25T01:50:37.028" v="0" actId="47"/>
        <pc:sldMkLst>
          <pc:docMk/>
          <pc:sldMk cId="0" sldId="314"/>
        </pc:sldMkLst>
      </pc:sldChg>
      <pc:sldChg chg="del">
        <pc:chgData name="Amanda Countryman" userId="0be1c61d-c610-49a2-ae7e-a4e60bd07712" providerId="ADAL" clId="{00873937-8841-4394-9081-668AB0E0F950}" dt="2026-08-25T01:50:37.028" v="0" actId="47"/>
        <pc:sldMkLst>
          <pc:docMk/>
          <pc:sldMk cId="0" sldId="315"/>
        </pc:sldMkLst>
      </pc:sldChg>
      <pc:sldChg chg="del">
        <pc:chgData name="Amanda Countryman" userId="0be1c61d-c610-49a2-ae7e-a4e60bd07712" providerId="ADAL" clId="{00873937-8841-4394-9081-668AB0E0F950}" dt="2026-08-25T01:50:37.028" v="0" actId="47"/>
        <pc:sldMkLst>
          <pc:docMk/>
          <pc:sldMk cId="0" sldId="316"/>
        </pc:sldMkLst>
      </pc:sldChg>
      <pc:sldChg chg="del">
        <pc:chgData name="Amanda Countryman" userId="0be1c61d-c610-49a2-ae7e-a4e60bd07712" providerId="ADAL" clId="{00873937-8841-4394-9081-668AB0E0F950}" dt="2026-08-25T01:50:37.028" v="0" actId="47"/>
        <pc:sldMkLst>
          <pc:docMk/>
          <pc:sldMk cId="0" sldId="317"/>
        </pc:sldMkLst>
      </pc:sldChg>
      <pc:sldChg chg="del">
        <pc:chgData name="Amanda Countryman" userId="0be1c61d-c610-49a2-ae7e-a4e60bd07712" providerId="ADAL" clId="{00873937-8841-4394-9081-668AB0E0F950}" dt="2026-08-25T01:50:37.028" v="0" actId="47"/>
        <pc:sldMkLst>
          <pc:docMk/>
          <pc:sldMk cId="0" sldId="331"/>
        </pc:sldMkLst>
      </pc:sldChg>
      <pc:sldChg chg="del">
        <pc:chgData name="Amanda Countryman" userId="0be1c61d-c610-49a2-ae7e-a4e60bd07712" providerId="ADAL" clId="{00873937-8841-4394-9081-668AB0E0F950}" dt="2026-08-25T01:50:37.028" v="0" actId="47"/>
        <pc:sldMkLst>
          <pc:docMk/>
          <pc:sldMk cId="0" sldId="332"/>
        </pc:sldMkLst>
      </pc:sldChg>
      <pc:sldChg chg="del">
        <pc:chgData name="Amanda Countryman" userId="0be1c61d-c610-49a2-ae7e-a4e60bd07712" providerId="ADAL" clId="{00873937-8841-4394-9081-668AB0E0F950}" dt="2026-08-25T01:50:37.028" v="0" actId="47"/>
        <pc:sldMkLst>
          <pc:docMk/>
          <pc:sldMk cId="0" sldId="333"/>
        </pc:sldMkLst>
      </pc:sldChg>
      <pc:sldChg chg="del">
        <pc:chgData name="Amanda Countryman" userId="0be1c61d-c610-49a2-ae7e-a4e60bd07712" providerId="ADAL" clId="{00873937-8841-4394-9081-668AB0E0F950}" dt="2026-08-25T01:50:37.028" v="0" actId="47"/>
        <pc:sldMkLst>
          <pc:docMk/>
          <pc:sldMk cId="0" sldId="334"/>
        </pc:sldMkLst>
      </pc:sldChg>
      <pc:sldChg chg="del">
        <pc:chgData name="Amanda Countryman" userId="0be1c61d-c610-49a2-ae7e-a4e60bd07712" providerId="ADAL" clId="{00873937-8841-4394-9081-668AB0E0F950}" dt="2026-08-25T01:50:37.028" v="0" actId="47"/>
        <pc:sldMkLst>
          <pc:docMk/>
          <pc:sldMk cId="0" sldId="335"/>
        </pc:sldMkLst>
      </pc:sldChg>
      <pc:sldChg chg="del">
        <pc:chgData name="Amanda Countryman" userId="0be1c61d-c610-49a2-ae7e-a4e60bd07712" providerId="ADAL" clId="{00873937-8841-4394-9081-668AB0E0F950}" dt="2026-08-25T01:50:37.028" v="0" actId="47"/>
        <pc:sldMkLst>
          <pc:docMk/>
          <pc:sldMk cId="0" sldId="336"/>
        </pc:sldMkLst>
      </pc:sldChg>
      <pc:sldChg chg="del">
        <pc:chgData name="Amanda Countryman" userId="0be1c61d-c610-49a2-ae7e-a4e60bd07712" providerId="ADAL" clId="{00873937-8841-4394-9081-668AB0E0F950}" dt="2026-08-25T01:50:37.028" v="0" actId="47"/>
        <pc:sldMkLst>
          <pc:docMk/>
          <pc:sldMk cId="0" sldId="337"/>
        </pc:sldMkLst>
      </pc:sldChg>
      <pc:sldChg chg="del">
        <pc:chgData name="Amanda Countryman" userId="0be1c61d-c610-49a2-ae7e-a4e60bd07712" providerId="ADAL" clId="{00873937-8841-4394-9081-668AB0E0F950}" dt="2026-08-25T01:50:37.028" v="0" actId="47"/>
        <pc:sldMkLst>
          <pc:docMk/>
          <pc:sldMk cId="0" sldId="338"/>
        </pc:sldMkLst>
      </pc:sldChg>
      <pc:sldChg chg="del">
        <pc:chgData name="Amanda Countryman" userId="0be1c61d-c610-49a2-ae7e-a4e60bd07712" providerId="ADAL" clId="{00873937-8841-4394-9081-668AB0E0F950}" dt="2026-08-25T01:50:37.028" v="0" actId="47"/>
        <pc:sldMkLst>
          <pc:docMk/>
          <pc:sldMk cId="0" sldId="339"/>
        </pc:sldMkLst>
      </pc:sldChg>
      <pc:sldChg chg="del">
        <pc:chgData name="Amanda Countryman" userId="0be1c61d-c610-49a2-ae7e-a4e60bd07712" providerId="ADAL" clId="{00873937-8841-4394-9081-668AB0E0F950}" dt="2026-08-25T01:50:37.028" v="0" actId="47"/>
        <pc:sldMkLst>
          <pc:docMk/>
          <pc:sldMk cId="0" sldId="340"/>
        </pc:sldMkLst>
      </pc:sldChg>
      <pc:sldChg chg="del">
        <pc:chgData name="Amanda Countryman" userId="0be1c61d-c610-49a2-ae7e-a4e60bd07712" providerId="ADAL" clId="{00873937-8841-4394-9081-668AB0E0F950}" dt="2026-08-25T01:50:37.028" v="0" actId="47"/>
        <pc:sldMkLst>
          <pc:docMk/>
          <pc:sldMk cId="0" sldId="341"/>
        </pc:sldMkLst>
      </pc:sldChg>
      <pc:sldChg chg="del">
        <pc:chgData name="Amanda Countryman" userId="0be1c61d-c610-49a2-ae7e-a4e60bd07712" providerId="ADAL" clId="{00873937-8841-4394-9081-668AB0E0F950}" dt="2026-08-25T01:50:37.028" v="0" actId="47"/>
        <pc:sldMkLst>
          <pc:docMk/>
          <pc:sldMk cId="0" sldId="342"/>
        </pc:sldMkLst>
      </pc:sldChg>
      <pc:sldChg chg="del">
        <pc:chgData name="Amanda Countryman" userId="0be1c61d-c610-49a2-ae7e-a4e60bd07712" providerId="ADAL" clId="{00873937-8841-4394-9081-668AB0E0F950}" dt="2026-08-25T01:50:37.028" v="0" actId="47"/>
        <pc:sldMkLst>
          <pc:docMk/>
          <pc:sldMk cId="0" sldId="343"/>
        </pc:sldMkLst>
      </pc:sldChg>
      <pc:sldChg chg="del">
        <pc:chgData name="Amanda Countryman" userId="0be1c61d-c610-49a2-ae7e-a4e60bd07712" providerId="ADAL" clId="{00873937-8841-4394-9081-668AB0E0F950}" dt="2026-08-25T01:50:37.028" v="0" actId="47"/>
        <pc:sldMkLst>
          <pc:docMk/>
          <pc:sldMk cId="0" sldId="344"/>
        </pc:sldMkLst>
      </pc:sldChg>
      <pc:sldChg chg="del">
        <pc:chgData name="Amanda Countryman" userId="0be1c61d-c610-49a2-ae7e-a4e60bd07712" providerId="ADAL" clId="{00873937-8841-4394-9081-668AB0E0F950}" dt="2026-08-25T01:50:37.028" v="0" actId="47"/>
        <pc:sldMkLst>
          <pc:docMk/>
          <pc:sldMk cId="0" sldId="345"/>
        </pc:sldMkLst>
      </pc:sldChg>
      <pc:sldChg chg="del">
        <pc:chgData name="Amanda Countryman" userId="0be1c61d-c610-49a2-ae7e-a4e60bd07712" providerId="ADAL" clId="{00873937-8841-4394-9081-668AB0E0F950}" dt="2026-08-25T01:50:37.028" v="0" actId="47"/>
        <pc:sldMkLst>
          <pc:docMk/>
          <pc:sldMk cId="0" sldId="346"/>
        </pc:sldMkLst>
      </pc:sldChg>
      <pc:sldChg chg="del">
        <pc:chgData name="Amanda Countryman" userId="0be1c61d-c610-49a2-ae7e-a4e60bd07712" providerId="ADAL" clId="{00873937-8841-4394-9081-668AB0E0F950}" dt="2026-08-25T01:50:37.028" v="0" actId="47"/>
        <pc:sldMkLst>
          <pc:docMk/>
          <pc:sldMk cId="0" sldId="347"/>
        </pc:sldMkLst>
      </pc:sldChg>
      <pc:sldChg chg="del">
        <pc:chgData name="Amanda Countryman" userId="0be1c61d-c610-49a2-ae7e-a4e60bd07712" providerId="ADAL" clId="{00873937-8841-4394-9081-668AB0E0F950}" dt="2026-08-25T01:50:52.027" v="1" actId="47"/>
        <pc:sldMkLst>
          <pc:docMk/>
          <pc:sldMk cId="0" sldId="403"/>
        </pc:sldMkLst>
      </pc:sldChg>
      <pc:sldChg chg="del">
        <pc:chgData name="Amanda Countryman" userId="0be1c61d-c610-49a2-ae7e-a4e60bd07712" providerId="ADAL" clId="{00873937-8841-4394-9081-668AB0E0F950}" dt="2026-08-25T01:50:52.027" v="1" actId="47"/>
        <pc:sldMkLst>
          <pc:docMk/>
          <pc:sldMk cId="0" sldId="404"/>
        </pc:sldMkLst>
      </pc:sldChg>
      <pc:sldChg chg="del">
        <pc:chgData name="Amanda Countryman" userId="0be1c61d-c610-49a2-ae7e-a4e60bd07712" providerId="ADAL" clId="{00873937-8841-4394-9081-668AB0E0F950}" dt="2026-08-25T01:50:52.027" v="1" actId="47"/>
        <pc:sldMkLst>
          <pc:docMk/>
          <pc:sldMk cId="0" sldId="405"/>
        </pc:sldMkLst>
      </pc:sldChg>
      <pc:sldChg chg="del">
        <pc:chgData name="Amanda Countryman" userId="0be1c61d-c610-49a2-ae7e-a4e60bd07712" providerId="ADAL" clId="{00873937-8841-4394-9081-668AB0E0F950}" dt="2026-08-25T01:50:52.027" v="1" actId="47"/>
        <pc:sldMkLst>
          <pc:docMk/>
          <pc:sldMk cId="0" sldId="406"/>
        </pc:sldMkLst>
      </pc:sldChg>
      <pc:sldChg chg="del">
        <pc:chgData name="Amanda Countryman" userId="0be1c61d-c610-49a2-ae7e-a4e60bd07712" providerId="ADAL" clId="{00873937-8841-4394-9081-668AB0E0F950}" dt="2026-08-25T01:50:52.027" v="1" actId="47"/>
        <pc:sldMkLst>
          <pc:docMk/>
          <pc:sldMk cId="0" sldId="407"/>
        </pc:sldMkLst>
      </pc:sldChg>
      <pc:sldChg chg="del">
        <pc:chgData name="Amanda Countryman" userId="0be1c61d-c610-49a2-ae7e-a4e60bd07712" providerId="ADAL" clId="{00873937-8841-4394-9081-668AB0E0F950}" dt="2026-08-25T01:50:52.027" v="1" actId="47"/>
        <pc:sldMkLst>
          <pc:docMk/>
          <pc:sldMk cId="0" sldId="408"/>
        </pc:sldMkLst>
      </pc:sldChg>
      <pc:sldChg chg="del">
        <pc:chgData name="Amanda Countryman" userId="0be1c61d-c610-49a2-ae7e-a4e60bd07712" providerId="ADAL" clId="{00873937-8841-4394-9081-668AB0E0F950}" dt="2026-08-25T01:50:52.027" v="1" actId="47"/>
        <pc:sldMkLst>
          <pc:docMk/>
          <pc:sldMk cId="0" sldId="409"/>
        </pc:sldMkLst>
      </pc:sldChg>
      <pc:sldChg chg="del">
        <pc:chgData name="Amanda Countryman" userId="0be1c61d-c610-49a2-ae7e-a4e60bd07712" providerId="ADAL" clId="{00873937-8841-4394-9081-668AB0E0F950}" dt="2026-08-25T01:50:52.027" v="1" actId="47"/>
        <pc:sldMkLst>
          <pc:docMk/>
          <pc:sldMk cId="0" sldId="410"/>
        </pc:sldMkLst>
      </pc:sldChg>
      <pc:sldChg chg="del">
        <pc:chgData name="Amanda Countryman" userId="0be1c61d-c610-49a2-ae7e-a4e60bd07712" providerId="ADAL" clId="{00873937-8841-4394-9081-668AB0E0F950}" dt="2026-08-25T01:50:52.027" v="1" actId="47"/>
        <pc:sldMkLst>
          <pc:docMk/>
          <pc:sldMk cId="0" sldId="411"/>
        </pc:sldMkLst>
      </pc:sldChg>
      <pc:sldChg chg="del">
        <pc:chgData name="Amanda Countryman" userId="0be1c61d-c610-49a2-ae7e-a4e60bd07712" providerId="ADAL" clId="{00873937-8841-4394-9081-668AB0E0F950}" dt="2026-08-25T01:50:52.027" v="1" actId="47"/>
        <pc:sldMkLst>
          <pc:docMk/>
          <pc:sldMk cId="0" sldId="412"/>
        </pc:sldMkLst>
      </pc:sldChg>
      <pc:sldChg chg="del">
        <pc:chgData name="Amanda Countryman" userId="0be1c61d-c610-49a2-ae7e-a4e60bd07712" providerId="ADAL" clId="{00873937-8841-4394-9081-668AB0E0F950}" dt="2026-08-25T01:50:52.027" v="1" actId="47"/>
        <pc:sldMkLst>
          <pc:docMk/>
          <pc:sldMk cId="0" sldId="413"/>
        </pc:sldMkLst>
      </pc:sldChg>
      <pc:sldChg chg="del">
        <pc:chgData name="Amanda Countryman" userId="0be1c61d-c610-49a2-ae7e-a4e60bd07712" providerId="ADAL" clId="{00873937-8841-4394-9081-668AB0E0F950}" dt="2026-08-25T01:50:52.027" v="1" actId="47"/>
        <pc:sldMkLst>
          <pc:docMk/>
          <pc:sldMk cId="0" sldId="414"/>
        </pc:sldMkLst>
      </pc:sldChg>
      <pc:sldChg chg="del">
        <pc:chgData name="Amanda Countryman" userId="0be1c61d-c610-49a2-ae7e-a4e60bd07712" providerId="ADAL" clId="{00873937-8841-4394-9081-668AB0E0F950}" dt="2026-08-25T01:50:52.027" v="1" actId="47"/>
        <pc:sldMkLst>
          <pc:docMk/>
          <pc:sldMk cId="0" sldId="415"/>
        </pc:sldMkLst>
      </pc:sldChg>
      <pc:sldChg chg="del">
        <pc:chgData name="Amanda Countryman" userId="0be1c61d-c610-49a2-ae7e-a4e60bd07712" providerId="ADAL" clId="{00873937-8841-4394-9081-668AB0E0F950}" dt="2026-08-25T01:50:52.027" v="1" actId="47"/>
        <pc:sldMkLst>
          <pc:docMk/>
          <pc:sldMk cId="0" sldId="416"/>
        </pc:sldMkLst>
      </pc:sldChg>
      <pc:sldChg chg="del">
        <pc:chgData name="Amanda Countryman" userId="0be1c61d-c610-49a2-ae7e-a4e60bd07712" providerId="ADAL" clId="{00873937-8841-4394-9081-668AB0E0F950}" dt="2026-08-25T01:50:52.027" v="1" actId="47"/>
        <pc:sldMkLst>
          <pc:docMk/>
          <pc:sldMk cId="0" sldId="417"/>
        </pc:sldMkLst>
      </pc:sldChg>
      <pc:sldChg chg="del">
        <pc:chgData name="Amanda Countryman" userId="0be1c61d-c610-49a2-ae7e-a4e60bd07712" providerId="ADAL" clId="{00873937-8841-4394-9081-668AB0E0F950}" dt="2026-08-25T01:50:52.027" v="1" actId="47"/>
        <pc:sldMkLst>
          <pc:docMk/>
          <pc:sldMk cId="0" sldId="418"/>
        </pc:sldMkLst>
      </pc:sldChg>
      <pc:sldChg chg="del">
        <pc:chgData name="Amanda Countryman" userId="0be1c61d-c610-49a2-ae7e-a4e60bd07712" providerId="ADAL" clId="{00873937-8841-4394-9081-668AB0E0F950}" dt="2026-08-25T01:50:52.027" v="1" actId="47"/>
        <pc:sldMkLst>
          <pc:docMk/>
          <pc:sldMk cId="0" sldId="419"/>
        </pc:sldMkLst>
      </pc:sldChg>
      <pc:sldChg chg="del">
        <pc:chgData name="Amanda Countryman" userId="0be1c61d-c610-49a2-ae7e-a4e60bd07712" providerId="ADAL" clId="{00873937-8841-4394-9081-668AB0E0F950}" dt="2026-08-25T01:50:52.027" v="1" actId="47"/>
        <pc:sldMkLst>
          <pc:docMk/>
          <pc:sldMk cId="0" sldId="420"/>
        </pc:sldMkLst>
      </pc:sldChg>
      <pc:sldChg chg="del">
        <pc:chgData name="Amanda Countryman" userId="0be1c61d-c610-49a2-ae7e-a4e60bd07712" providerId="ADAL" clId="{00873937-8841-4394-9081-668AB0E0F950}" dt="2026-08-25T01:50:52.027" v="1" actId="47"/>
        <pc:sldMkLst>
          <pc:docMk/>
          <pc:sldMk cId="0" sldId="421"/>
        </pc:sldMkLst>
      </pc:sldChg>
      <pc:sldChg chg="del">
        <pc:chgData name="Amanda Countryman" userId="0be1c61d-c610-49a2-ae7e-a4e60bd07712" providerId="ADAL" clId="{00873937-8841-4394-9081-668AB0E0F950}" dt="2026-08-25T01:50:52.027" v="1" actId="47"/>
        <pc:sldMkLst>
          <pc:docMk/>
          <pc:sldMk cId="0" sldId="422"/>
        </pc:sldMkLst>
      </pc:sldChg>
      <pc:sldChg chg="del">
        <pc:chgData name="Amanda Countryman" userId="0be1c61d-c610-49a2-ae7e-a4e60bd07712" providerId="ADAL" clId="{00873937-8841-4394-9081-668AB0E0F950}" dt="2026-08-25T01:50:52.027" v="1" actId="47"/>
        <pc:sldMkLst>
          <pc:docMk/>
          <pc:sldMk cId="0" sldId="423"/>
        </pc:sldMkLst>
      </pc:sldChg>
      <pc:sldChg chg="del">
        <pc:chgData name="Amanda Countryman" userId="0be1c61d-c610-49a2-ae7e-a4e60bd07712" providerId="ADAL" clId="{00873937-8841-4394-9081-668AB0E0F950}" dt="2026-08-25T01:50:52.027" v="1" actId="47"/>
        <pc:sldMkLst>
          <pc:docMk/>
          <pc:sldMk cId="0" sldId="424"/>
        </pc:sldMkLst>
      </pc:sldChg>
      <pc:sldChg chg="del">
        <pc:chgData name="Amanda Countryman" userId="0be1c61d-c610-49a2-ae7e-a4e60bd07712" providerId="ADAL" clId="{00873937-8841-4394-9081-668AB0E0F950}" dt="2026-08-25T01:50:52.027" v="1" actId="47"/>
        <pc:sldMkLst>
          <pc:docMk/>
          <pc:sldMk cId="0" sldId="425"/>
        </pc:sldMkLst>
      </pc:sldChg>
      <pc:sldChg chg="del">
        <pc:chgData name="Amanda Countryman" userId="0be1c61d-c610-49a2-ae7e-a4e60bd07712" providerId="ADAL" clId="{00873937-8841-4394-9081-668AB0E0F950}" dt="2026-08-25T01:50:52.027" v="1" actId="47"/>
        <pc:sldMkLst>
          <pc:docMk/>
          <pc:sldMk cId="0" sldId="426"/>
        </pc:sldMkLst>
      </pc:sldChg>
      <pc:sldChg chg="del">
        <pc:chgData name="Amanda Countryman" userId="0be1c61d-c610-49a2-ae7e-a4e60bd07712" providerId="ADAL" clId="{00873937-8841-4394-9081-668AB0E0F950}" dt="2026-08-25T01:50:52.027" v="1" actId="47"/>
        <pc:sldMkLst>
          <pc:docMk/>
          <pc:sldMk cId="0" sldId="427"/>
        </pc:sldMkLst>
      </pc:sldChg>
      <pc:sldChg chg="del">
        <pc:chgData name="Amanda Countryman" userId="0be1c61d-c610-49a2-ae7e-a4e60bd07712" providerId="ADAL" clId="{00873937-8841-4394-9081-668AB0E0F950}" dt="2026-08-25T01:50:52.027" v="1" actId="47"/>
        <pc:sldMkLst>
          <pc:docMk/>
          <pc:sldMk cId="0" sldId="428"/>
        </pc:sldMkLst>
      </pc:sldChg>
      <pc:sldChg chg="del">
        <pc:chgData name="Amanda Countryman" userId="0be1c61d-c610-49a2-ae7e-a4e60bd07712" providerId="ADAL" clId="{00873937-8841-4394-9081-668AB0E0F950}" dt="2026-08-25T01:50:52.027" v="1" actId="47"/>
        <pc:sldMkLst>
          <pc:docMk/>
          <pc:sldMk cId="0" sldId="429"/>
        </pc:sldMkLst>
      </pc:sldChg>
      <pc:sldChg chg="del">
        <pc:chgData name="Amanda Countryman" userId="0be1c61d-c610-49a2-ae7e-a4e60bd07712" providerId="ADAL" clId="{00873937-8841-4394-9081-668AB0E0F950}" dt="2026-08-25T01:50:52.027" v="1" actId="47"/>
        <pc:sldMkLst>
          <pc:docMk/>
          <pc:sldMk cId="0" sldId="430"/>
        </pc:sldMkLst>
      </pc:sldChg>
      <pc:sldChg chg="del">
        <pc:chgData name="Amanda Countryman" userId="0be1c61d-c610-49a2-ae7e-a4e60bd07712" providerId="ADAL" clId="{00873937-8841-4394-9081-668AB0E0F950}" dt="2026-08-25T01:50:52.027" v="1" actId="47"/>
        <pc:sldMkLst>
          <pc:docMk/>
          <pc:sldMk cId="0" sldId="431"/>
        </pc:sldMkLst>
      </pc:sldChg>
      <pc:sldChg chg="del">
        <pc:chgData name="Amanda Countryman" userId="0be1c61d-c610-49a2-ae7e-a4e60bd07712" providerId="ADAL" clId="{00873937-8841-4394-9081-668AB0E0F950}" dt="2026-08-25T01:50:52.027" v="1" actId="47"/>
        <pc:sldMkLst>
          <pc:docMk/>
          <pc:sldMk cId="0" sldId="432"/>
        </pc:sldMkLst>
      </pc:sldChg>
      <pc:sldChg chg="del">
        <pc:chgData name="Amanda Countryman" userId="0be1c61d-c610-49a2-ae7e-a4e60bd07712" providerId="ADAL" clId="{00873937-8841-4394-9081-668AB0E0F950}" dt="2026-08-25T01:50:52.027" v="1" actId="47"/>
        <pc:sldMkLst>
          <pc:docMk/>
          <pc:sldMk cId="0" sldId="433"/>
        </pc:sldMkLst>
      </pc:sldChg>
      <pc:sldChg chg="del">
        <pc:chgData name="Amanda Countryman" userId="0be1c61d-c610-49a2-ae7e-a4e60bd07712" providerId="ADAL" clId="{00873937-8841-4394-9081-668AB0E0F950}" dt="2026-08-25T01:50:52.027" v="1" actId="47"/>
        <pc:sldMkLst>
          <pc:docMk/>
          <pc:sldMk cId="0" sldId="434"/>
        </pc:sldMkLst>
      </pc:sldChg>
      <pc:sldChg chg="del">
        <pc:chgData name="Amanda Countryman" userId="0be1c61d-c610-49a2-ae7e-a4e60bd07712" providerId="ADAL" clId="{00873937-8841-4394-9081-668AB0E0F950}" dt="2026-08-25T01:50:52.027" v="1" actId="47"/>
        <pc:sldMkLst>
          <pc:docMk/>
          <pc:sldMk cId="0" sldId="435"/>
        </pc:sldMkLst>
      </pc:sldChg>
      <pc:sldChg chg="del">
        <pc:chgData name="Amanda Countryman" userId="0be1c61d-c610-49a2-ae7e-a4e60bd07712" providerId="ADAL" clId="{00873937-8841-4394-9081-668AB0E0F950}" dt="2026-08-25T01:50:52.027" v="1" actId="47"/>
        <pc:sldMkLst>
          <pc:docMk/>
          <pc:sldMk cId="0" sldId="436"/>
        </pc:sldMkLst>
      </pc:sldChg>
      <pc:sldChg chg="del">
        <pc:chgData name="Amanda Countryman" userId="0be1c61d-c610-49a2-ae7e-a4e60bd07712" providerId="ADAL" clId="{00873937-8841-4394-9081-668AB0E0F950}" dt="2026-08-25T01:50:52.027" v="1" actId="47"/>
        <pc:sldMkLst>
          <pc:docMk/>
          <pc:sldMk cId="0" sldId="437"/>
        </pc:sldMkLst>
      </pc:sldChg>
      <pc:sldChg chg="del">
        <pc:chgData name="Amanda Countryman" userId="0be1c61d-c610-49a2-ae7e-a4e60bd07712" providerId="ADAL" clId="{00873937-8841-4394-9081-668AB0E0F950}" dt="2026-08-25T01:50:52.027" v="1" actId="47"/>
        <pc:sldMkLst>
          <pc:docMk/>
          <pc:sldMk cId="0" sldId="438"/>
        </pc:sldMkLst>
      </pc:sldChg>
      <pc:sldChg chg="del">
        <pc:chgData name="Amanda Countryman" userId="0be1c61d-c610-49a2-ae7e-a4e60bd07712" providerId="ADAL" clId="{00873937-8841-4394-9081-668AB0E0F950}" dt="2026-08-25T01:50:52.027" v="1" actId="47"/>
        <pc:sldMkLst>
          <pc:docMk/>
          <pc:sldMk cId="0" sldId="439"/>
        </pc:sldMkLst>
      </pc:sldChg>
      <pc:sldChg chg="del">
        <pc:chgData name="Amanda Countryman" userId="0be1c61d-c610-49a2-ae7e-a4e60bd07712" providerId="ADAL" clId="{00873937-8841-4394-9081-668AB0E0F950}" dt="2026-08-25T01:50:52.027" v="1" actId="47"/>
        <pc:sldMkLst>
          <pc:docMk/>
          <pc:sldMk cId="0" sldId="440"/>
        </pc:sldMkLst>
      </pc:sldChg>
      <pc:sldChg chg="del">
        <pc:chgData name="Amanda Countryman" userId="0be1c61d-c610-49a2-ae7e-a4e60bd07712" providerId="ADAL" clId="{00873937-8841-4394-9081-668AB0E0F950}" dt="2026-08-25T01:50:52.027" v="1" actId="47"/>
        <pc:sldMkLst>
          <pc:docMk/>
          <pc:sldMk cId="0" sldId="441"/>
        </pc:sldMkLst>
      </pc:sldChg>
      <pc:sldChg chg="del">
        <pc:chgData name="Amanda Countryman" userId="0be1c61d-c610-49a2-ae7e-a4e60bd07712" providerId="ADAL" clId="{00873937-8841-4394-9081-668AB0E0F950}" dt="2026-08-25T01:50:52.027" v="1" actId="47"/>
        <pc:sldMkLst>
          <pc:docMk/>
          <pc:sldMk cId="0" sldId="442"/>
        </pc:sldMkLst>
      </pc:sldChg>
      <pc:sldChg chg="del">
        <pc:chgData name="Amanda Countryman" userId="0be1c61d-c610-49a2-ae7e-a4e60bd07712" providerId="ADAL" clId="{00873937-8841-4394-9081-668AB0E0F950}" dt="2026-08-25T01:50:52.027" v="1" actId="47"/>
        <pc:sldMkLst>
          <pc:docMk/>
          <pc:sldMk cId="0" sldId="443"/>
        </pc:sldMkLst>
      </pc:sldChg>
      <pc:sldChg chg="del">
        <pc:chgData name="Amanda Countryman" userId="0be1c61d-c610-49a2-ae7e-a4e60bd07712" providerId="ADAL" clId="{00873937-8841-4394-9081-668AB0E0F950}" dt="2026-08-25T01:50:52.027" v="1" actId="47"/>
        <pc:sldMkLst>
          <pc:docMk/>
          <pc:sldMk cId="0" sldId="444"/>
        </pc:sldMkLst>
      </pc:sldChg>
      <pc:sldChg chg="del">
        <pc:chgData name="Amanda Countryman" userId="0be1c61d-c610-49a2-ae7e-a4e60bd07712" providerId="ADAL" clId="{00873937-8841-4394-9081-668AB0E0F950}" dt="2026-08-25T01:50:52.027" v="1" actId="47"/>
        <pc:sldMkLst>
          <pc:docMk/>
          <pc:sldMk cId="0" sldId="445"/>
        </pc:sldMkLst>
      </pc:sldChg>
      <pc:sldChg chg="del">
        <pc:chgData name="Amanda Countryman" userId="0be1c61d-c610-49a2-ae7e-a4e60bd07712" providerId="ADAL" clId="{00873937-8841-4394-9081-668AB0E0F950}" dt="2026-08-25T01:50:52.027" v="1" actId="47"/>
        <pc:sldMkLst>
          <pc:docMk/>
          <pc:sldMk cId="0" sldId="446"/>
        </pc:sldMkLst>
      </pc:sldChg>
      <pc:sldChg chg="del">
        <pc:chgData name="Amanda Countryman" userId="0be1c61d-c610-49a2-ae7e-a4e60bd07712" providerId="ADAL" clId="{00873937-8841-4394-9081-668AB0E0F950}" dt="2026-08-25T01:50:52.027" v="1" actId="47"/>
        <pc:sldMkLst>
          <pc:docMk/>
          <pc:sldMk cId="0" sldId="447"/>
        </pc:sldMkLst>
      </pc:sldChg>
      <pc:sldChg chg="del">
        <pc:chgData name="Amanda Countryman" userId="0be1c61d-c610-49a2-ae7e-a4e60bd07712" providerId="ADAL" clId="{00873937-8841-4394-9081-668AB0E0F950}" dt="2026-08-25T01:50:52.027" v="1" actId="47"/>
        <pc:sldMkLst>
          <pc:docMk/>
          <pc:sldMk cId="0" sldId="448"/>
        </pc:sldMkLst>
      </pc:sldChg>
      <pc:sldChg chg="del">
        <pc:chgData name="Amanda Countryman" userId="0be1c61d-c610-49a2-ae7e-a4e60bd07712" providerId="ADAL" clId="{00873937-8841-4394-9081-668AB0E0F950}" dt="2026-08-25T01:50:52.027" v="1" actId="47"/>
        <pc:sldMkLst>
          <pc:docMk/>
          <pc:sldMk cId="0" sldId="449"/>
        </pc:sldMkLst>
      </pc:sldChg>
      <pc:sldChg chg="del">
        <pc:chgData name="Amanda Countryman" userId="0be1c61d-c610-49a2-ae7e-a4e60bd07712" providerId="ADAL" clId="{00873937-8841-4394-9081-668AB0E0F950}" dt="2026-08-25T01:50:52.027" v="1" actId="47"/>
        <pc:sldMkLst>
          <pc:docMk/>
          <pc:sldMk cId="0" sldId="450"/>
        </pc:sldMkLst>
      </pc:sldChg>
      <pc:sldChg chg="del">
        <pc:chgData name="Amanda Countryman" userId="0be1c61d-c610-49a2-ae7e-a4e60bd07712" providerId="ADAL" clId="{00873937-8841-4394-9081-668AB0E0F950}" dt="2026-08-25T01:50:52.027" v="1" actId="47"/>
        <pc:sldMkLst>
          <pc:docMk/>
          <pc:sldMk cId="0" sldId="451"/>
        </pc:sldMkLst>
      </pc:sldChg>
      <pc:sldChg chg="del">
        <pc:chgData name="Amanda Countryman" userId="0be1c61d-c610-49a2-ae7e-a4e60bd07712" providerId="ADAL" clId="{00873937-8841-4394-9081-668AB0E0F950}" dt="2026-08-25T01:50:52.027" v="1" actId="47"/>
        <pc:sldMkLst>
          <pc:docMk/>
          <pc:sldMk cId="0" sldId="452"/>
        </pc:sldMkLst>
      </pc:sldChg>
      <pc:sldChg chg="del">
        <pc:chgData name="Amanda Countryman" userId="0be1c61d-c610-49a2-ae7e-a4e60bd07712" providerId="ADAL" clId="{00873937-8841-4394-9081-668AB0E0F950}" dt="2026-08-25T01:50:52.027" v="1" actId="47"/>
        <pc:sldMkLst>
          <pc:docMk/>
          <pc:sldMk cId="0" sldId="454"/>
        </pc:sldMkLst>
      </pc:sldChg>
      <pc:sldChg chg="del">
        <pc:chgData name="Amanda Countryman" userId="0be1c61d-c610-49a2-ae7e-a4e60bd07712" providerId="ADAL" clId="{00873937-8841-4394-9081-668AB0E0F950}" dt="2026-08-25T01:50:52.027" v="1" actId="47"/>
        <pc:sldMkLst>
          <pc:docMk/>
          <pc:sldMk cId="0" sldId="455"/>
        </pc:sldMkLst>
      </pc:sldChg>
      <pc:sldChg chg="del">
        <pc:chgData name="Amanda Countryman" userId="0be1c61d-c610-49a2-ae7e-a4e60bd07712" providerId="ADAL" clId="{00873937-8841-4394-9081-668AB0E0F950}" dt="2026-08-25T01:50:52.027" v="1" actId="47"/>
        <pc:sldMkLst>
          <pc:docMk/>
          <pc:sldMk cId="0" sldId="456"/>
        </pc:sldMkLst>
      </pc:sldChg>
      <pc:sldChg chg="del">
        <pc:chgData name="Amanda Countryman" userId="0be1c61d-c610-49a2-ae7e-a4e60bd07712" providerId="ADAL" clId="{00873937-8841-4394-9081-668AB0E0F950}" dt="2026-08-25T01:50:52.027" v="1" actId="47"/>
        <pc:sldMkLst>
          <pc:docMk/>
          <pc:sldMk cId="0" sldId="457"/>
        </pc:sldMkLst>
      </pc:sldChg>
      <pc:sldChg chg="del">
        <pc:chgData name="Amanda Countryman" userId="0be1c61d-c610-49a2-ae7e-a4e60bd07712" providerId="ADAL" clId="{00873937-8841-4394-9081-668AB0E0F950}" dt="2026-08-25T01:50:52.027" v="1" actId="47"/>
        <pc:sldMkLst>
          <pc:docMk/>
          <pc:sldMk cId="0" sldId="458"/>
        </pc:sldMkLst>
      </pc:sldChg>
      <pc:sldChg chg="del">
        <pc:chgData name="Amanda Countryman" userId="0be1c61d-c610-49a2-ae7e-a4e60bd07712" providerId="ADAL" clId="{00873937-8841-4394-9081-668AB0E0F950}" dt="2026-08-25T01:50:52.027" v="1" actId="47"/>
        <pc:sldMkLst>
          <pc:docMk/>
          <pc:sldMk cId="0" sldId="459"/>
        </pc:sldMkLst>
      </pc:sldChg>
      <pc:sldChg chg="del">
        <pc:chgData name="Amanda Countryman" userId="0be1c61d-c610-49a2-ae7e-a4e60bd07712" providerId="ADAL" clId="{00873937-8841-4394-9081-668AB0E0F950}" dt="2026-08-25T01:50:52.027" v="1" actId="47"/>
        <pc:sldMkLst>
          <pc:docMk/>
          <pc:sldMk cId="0" sldId="460"/>
        </pc:sldMkLst>
      </pc:sldChg>
      <pc:sldChg chg="del">
        <pc:chgData name="Amanda Countryman" userId="0be1c61d-c610-49a2-ae7e-a4e60bd07712" providerId="ADAL" clId="{00873937-8841-4394-9081-668AB0E0F950}" dt="2026-08-25T01:50:52.027" v="1" actId="47"/>
        <pc:sldMkLst>
          <pc:docMk/>
          <pc:sldMk cId="0" sldId="461"/>
        </pc:sldMkLst>
      </pc:sldChg>
      <pc:sldChg chg="del">
        <pc:chgData name="Amanda Countryman" userId="0be1c61d-c610-49a2-ae7e-a4e60bd07712" providerId="ADAL" clId="{00873937-8841-4394-9081-668AB0E0F950}" dt="2026-08-25T01:50:52.027" v="1" actId="47"/>
        <pc:sldMkLst>
          <pc:docMk/>
          <pc:sldMk cId="0" sldId="462"/>
        </pc:sldMkLst>
      </pc:sldChg>
      <pc:sldChg chg="del">
        <pc:chgData name="Amanda Countryman" userId="0be1c61d-c610-49a2-ae7e-a4e60bd07712" providerId="ADAL" clId="{00873937-8841-4394-9081-668AB0E0F950}" dt="2026-08-25T01:50:52.027" v="1" actId="47"/>
        <pc:sldMkLst>
          <pc:docMk/>
          <pc:sldMk cId="0" sldId="463"/>
        </pc:sldMkLst>
      </pc:sldChg>
      <pc:sldChg chg="del">
        <pc:chgData name="Amanda Countryman" userId="0be1c61d-c610-49a2-ae7e-a4e60bd07712" providerId="ADAL" clId="{00873937-8841-4394-9081-668AB0E0F950}" dt="2026-08-25T01:50:52.027" v="1" actId="47"/>
        <pc:sldMkLst>
          <pc:docMk/>
          <pc:sldMk cId="0" sldId="464"/>
        </pc:sldMkLst>
      </pc:sldChg>
      <pc:sldChg chg="del">
        <pc:chgData name="Amanda Countryman" userId="0be1c61d-c610-49a2-ae7e-a4e60bd07712" providerId="ADAL" clId="{00873937-8841-4394-9081-668AB0E0F950}" dt="2026-08-25T01:50:52.027" v="1" actId="47"/>
        <pc:sldMkLst>
          <pc:docMk/>
          <pc:sldMk cId="0" sldId="465"/>
        </pc:sldMkLst>
      </pc:sldChg>
      <pc:sldChg chg="del">
        <pc:chgData name="Amanda Countryman" userId="0be1c61d-c610-49a2-ae7e-a4e60bd07712" providerId="ADAL" clId="{00873937-8841-4394-9081-668AB0E0F950}" dt="2026-08-25T01:50:52.027" v="1" actId="47"/>
        <pc:sldMkLst>
          <pc:docMk/>
          <pc:sldMk cId="0" sldId="466"/>
        </pc:sldMkLst>
      </pc:sldChg>
      <pc:sldChg chg="del">
        <pc:chgData name="Amanda Countryman" userId="0be1c61d-c610-49a2-ae7e-a4e60bd07712" providerId="ADAL" clId="{00873937-8841-4394-9081-668AB0E0F950}" dt="2026-08-25T01:50:52.027" v="1" actId="47"/>
        <pc:sldMkLst>
          <pc:docMk/>
          <pc:sldMk cId="0" sldId="467"/>
        </pc:sldMkLst>
      </pc:sldChg>
      <pc:sldChg chg="del">
        <pc:chgData name="Amanda Countryman" userId="0be1c61d-c610-49a2-ae7e-a4e60bd07712" providerId="ADAL" clId="{00873937-8841-4394-9081-668AB0E0F950}" dt="2026-08-25T01:50:52.027" v="1" actId="47"/>
        <pc:sldMkLst>
          <pc:docMk/>
          <pc:sldMk cId="0" sldId="468"/>
        </pc:sldMkLst>
      </pc:sldChg>
      <pc:sldChg chg="del">
        <pc:chgData name="Amanda Countryman" userId="0be1c61d-c610-49a2-ae7e-a4e60bd07712" providerId="ADAL" clId="{00873937-8841-4394-9081-668AB0E0F950}" dt="2026-08-25T01:50:52.027" v="1" actId="47"/>
        <pc:sldMkLst>
          <pc:docMk/>
          <pc:sldMk cId="0" sldId="469"/>
        </pc:sldMkLst>
      </pc:sldChg>
      <pc:sldChg chg="del">
        <pc:chgData name="Amanda Countryman" userId="0be1c61d-c610-49a2-ae7e-a4e60bd07712" providerId="ADAL" clId="{00873937-8841-4394-9081-668AB0E0F950}" dt="2026-08-25T01:50:52.027" v="1" actId="47"/>
        <pc:sldMkLst>
          <pc:docMk/>
          <pc:sldMk cId="0" sldId="470"/>
        </pc:sldMkLst>
      </pc:sldChg>
      <pc:sldChg chg="del">
        <pc:chgData name="Amanda Countryman" userId="0be1c61d-c610-49a2-ae7e-a4e60bd07712" providerId="ADAL" clId="{00873937-8841-4394-9081-668AB0E0F950}" dt="2026-08-25T01:50:52.027" v="1" actId="47"/>
        <pc:sldMkLst>
          <pc:docMk/>
          <pc:sldMk cId="0" sldId="471"/>
        </pc:sldMkLst>
      </pc:sldChg>
      <pc:sldChg chg="del">
        <pc:chgData name="Amanda Countryman" userId="0be1c61d-c610-49a2-ae7e-a4e60bd07712" providerId="ADAL" clId="{00873937-8841-4394-9081-668AB0E0F950}" dt="2026-08-25T01:50:52.027" v="1" actId="47"/>
        <pc:sldMkLst>
          <pc:docMk/>
          <pc:sldMk cId="0" sldId="472"/>
        </pc:sldMkLst>
      </pc:sldChg>
      <pc:sldChg chg="del">
        <pc:chgData name="Amanda Countryman" userId="0be1c61d-c610-49a2-ae7e-a4e60bd07712" providerId="ADAL" clId="{00873937-8841-4394-9081-668AB0E0F950}" dt="2026-08-25T01:50:52.027" v="1" actId="47"/>
        <pc:sldMkLst>
          <pc:docMk/>
          <pc:sldMk cId="0" sldId="473"/>
        </pc:sldMkLst>
      </pc:sldChg>
      <pc:sldChg chg="del">
        <pc:chgData name="Amanda Countryman" userId="0be1c61d-c610-49a2-ae7e-a4e60bd07712" providerId="ADAL" clId="{00873937-8841-4394-9081-668AB0E0F950}" dt="2026-08-25T01:50:52.027" v="1" actId="47"/>
        <pc:sldMkLst>
          <pc:docMk/>
          <pc:sldMk cId="0" sldId="474"/>
        </pc:sldMkLst>
      </pc:sldChg>
      <pc:sldChg chg="del">
        <pc:chgData name="Amanda Countryman" userId="0be1c61d-c610-49a2-ae7e-a4e60bd07712" providerId="ADAL" clId="{00873937-8841-4394-9081-668AB0E0F950}" dt="2026-08-25T01:50:52.027" v="1" actId="47"/>
        <pc:sldMkLst>
          <pc:docMk/>
          <pc:sldMk cId="0" sldId="475"/>
        </pc:sldMkLst>
      </pc:sldChg>
      <pc:sldChg chg="del">
        <pc:chgData name="Amanda Countryman" userId="0be1c61d-c610-49a2-ae7e-a4e60bd07712" providerId="ADAL" clId="{00873937-8841-4394-9081-668AB0E0F950}" dt="2026-08-25T01:50:52.027" v="1" actId="47"/>
        <pc:sldMkLst>
          <pc:docMk/>
          <pc:sldMk cId="0" sldId="476"/>
        </pc:sldMkLst>
      </pc:sldChg>
      <pc:sldChg chg="del">
        <pc:chgData name="Amanda Countryman" userId="0be1c61d-c610-49a2-ae7e-a4e60bd07712" providerId="ADAL" clId="{00873937-8841-4394-9081-668AB0E0F950}" dt="2026-08-25T01:50:52.027" v="1" actId="47"/>
        <pc:sldMkLst>
          <pc:docMk/>
          <pc:sldMk cId="0" sldId="477"/>
        </pc:sldMkLst>
      </pc:sldChg>
      <pc:sldChg chg="del">
        <pc:chgData name="Amanda Countryman" userId="0be1c61d-c610-49a2-ae7e-a4e60bd07712" providerId="ADAL" clId="{00873937-8841-4394-9081-668AB0E0F950}" dt="2026-08-25T01:50:52.027" v="1" actId="47"/>
        <pc:sldMkLst>
          <pc:docMk/>
          <pc:sldMk cId="0" sldId="478"/>
        </pc:sldMkLst>
      </pc:sldChg>
      <pc:sldChg chg="del">
        <pc:chgData name="Amanda Countryman" userId="0be1c61d-c610-49a2-ae7e-a4e60bd07712" providerId="ADAL" clId="{00873937-8841-4394-9081-668AB0E0F950}" dt="2026-08-25T01:50:52.027" v="1" actId="47"/>
        <pc:sldMkLst>
          <pc:docMk/>
          <pc:sldMk cId="0" sldId="479"/>
        </pc:sldMkLst>
      </pc:sldChg>
      <pc:sldChg chg="del">
        <pc:chgData name="Amanda Countryman" userId="0be1c61d-c610-49a2-ae7e-a4e60bd07712" providerId="ADAL" clId="{00873937-8841-4394-9081-668AB0E0F950}" dt="2026-08-25T01:50:52.027" v="1" actId="47"/>
        <pc:sldMkLst>
          <pc:docMk/>
          <pc:sldMk cId="0" sldId="480"/>
        </pc:sldMkLst>
      </pc:sldChg>
      <pc:sldChg chg="del">
        <pc:chgData name="Amanda Countryman" userId="0be1c61d-c610-49a2-ae7e-a4e60bd07712" providerId="ADAL" clId="{00873937-8841-4394-9081-668AB0E0F950}" dt="2026-08-25T01:50:52.027" v="1" actId="47"/>
        <pc:sldMkLst>
          <pc:docMk/>
          <pc:sldMk cId="0" sldId="481"/>
        </pc:sldMkLst>
      </pc:sldChg>
      <pc:sldChg chg="del">
        <pc:chgData name="Amanda Countryman" userId="0be1c61d-c610-49a2-ae7e-a4e60bd07712" providerId="ADAL" clId="{00873937-8841-4394-9081-668AB0E0F950}" dt="2026-08-25T01:50:52.027" v="1" actId="47"/>
        <pc:sldMkLst>
          <pc:docMk/>
          <pc:sldMk cId="0" sldId="482"/>
        </pc:sldMkLst>
      </pc:sldChg>
      <pc:sldChg chg="del">
        <pc:chgData name="Amanda Countryman" userId="0be1c61d-c610-49a2-ae7e-a4e60bd07712" providerId="ADAL" clId="{00873937-8841-4394-9081-668AB0E0F950}" dt="2026-08-25T01:50:52.027" v="1" actId="47"/>
        <pc:sldMkLst>
          <pc:docMk/>
          <pc:sldMk cId="0" sldId="483"/>
        </pc:sldMkLst>
      </pc:sldChg>
      <pc:sldChg chg="del">
        <pc:chgData name="Amanda Countryman" userId="0be1c61d-c610-49a2-ae7e-a4e60bd07712" providerId="ADAL" clId="{00873937-8841-4394-9081-668AB0E0F950}" dt="2026-08-25T01:50:52.027" v="1" actId="47"/>
        <pc:sldMkLst>
          <pc:docMk/>
          <pc:sldMk cId="0" sldId="484"/>
        </pc:sldMkLst>
      </pc:sldChg>
      <pc:sldChg chg="del">
        <pc:chgData name="Amanda Countryman" userId="0be1c61d-c610-49a2-ae7e-a4e60bd07712" providerId="ADAL" clId="{00873937-8841-4394-9081-668AB0E0F950}" dt="2026-08-25T01:50:52.027" v="1" actId="47"/>
        <pc:sldMkLst>
          <pc:docMk/>
          <pc:sldMk cId="0" sldId="485"/>
        </pc:sldMkLst>
      </pc:sldChg>
      <pc:sldChg chg="del">
        <pc:chgData name="Amanda Countryman" userId="0be1c61d-c610-49a2-ae7e-a4e60bd07712" providerId="ADAL" clId="{00873937-8841-4394-9081-668AB0E0F950}" dt="2026-08-25T01:50:52.027" v="1" actId="47"/>
        <pc:sldMkLst>
          <pc:docMk/>
          <pc:sldMk cId="0" sldId="486"/>
        </pc:sldMkLst>
      </pc:sldChg>
      <pc:sldChg chg="del">
        <pc:chgData name="Amanda Countryman" userId="0be1c61d-c610-49a2-ae7e-a4e60bd07712" providerId="ADAL" clId="{00873937-8841-4394-9081-668AB0E0F950}" dt="2026-08-25T01:50:52.027" v="1" actId="47"/>
        <pc:sldMkLst>
          <pc:docMk/>
          <pc:sldMk cId="0" sldId="487"/>
        </pc:sldMkLst>
      </pc:sldChg>
      <pc:sldChg chg="del">
        <pc:chgData name="Amanda Countryman" userId="0be1c61d-c610-49a2-ae7e-a4e60bd07712" providerId="ADAL" clId="{00873937-8841-4394-9081-668AB0E0F950}" dt="2026-08-25T01:50:52.027" v="1" actId="47"/>
        <pc:sldMkLst>
          <pc:docMk/>
          <pc:sldMk cId="0" sldId="488"/>
        </pc:sldMkLst>
      </pc:sldChg>
      <pc:sldChg chg="del">
        <pc:chgData name="Amanda Countryman" userId="0be1c61d-c610-49a2-ae7e-a4e60bd07712" providerId="ADAL" clId="{00873937-8841-4394-9081-668AB0E0F950}" dt="2026-08-25T01:50:52.027" v="1" actId="47"/>
        <pc:sldMkLst>
          <pc:docMk/>
          <pc:sldMk cId="0" sldId="489"/>
        </pc:sldMkLst>
      </pc:sldChg>
      <pc:sldChg chg="del">
        <pc:chgData name="Amanda Countryman" userId="0be1c61d-c610-49a2-ae7e-a4e60bd07712" providerId="ADAL" clId="{00873937-8841-4394-9081-668AB0E0F950}" dt="2026-08-25T01:50:52.027" v="1" actId="47"/>
        <pc:sldMkLst>
          <pc:docMk/>
          <pc:sldMk cId="0" sldId="490"/>
        </pc:sldMkLst>
      </pc:sldChg>
      <pc:sldChg chg="del">
        <pc:chgData name="Amanda Countryman" userId="0be1c61d-c610-49a2-ae7e-a4e60bd07712" providerId="ADAL" clId="{00873937-8841-4394-9081-668AB0E0F950}" dt="2026-08-25T01:50:52.027" v="1" actId="47"/>
        <pc:sldMkLst>
          <pc:docMk/>
          <pc:sldMk cId="0" sldId="491"/>
        </pc:sldMkLst>
      </pc:sldChg>
      <pc:sldChg chg="del">
        <pc:chgData name="Amanda Countryman" userId="0be1c61d-c610-49a2-ae7e-a4e60bd07712" providerId="ADAL" clId="{00873937-8841-4394-9081-668AB0E0F950}" dt="2026-08-25T01:50:52.027" v="1" actId="47"/>
        <pc:sldMkLst>
          <pc:docMk/>
          <pc:sldMk cId="0" sldId="492"/>
        </pc:sldMkLst>
      </pc:sldChg>
      <pc:sldChg chg="del">
        <pc:chgData name="Amanda Countryman" userId="0be1c61d-c610-49a2-ae7e-a4e60bd07712" providerId="ADAL" clId="{00873937-8841-4394-9081-668AB0E0F950}" dt="2026-08-25T01:50:52.027" v="1" actId="47"/>
        <pc:sldMkLst>
          <pc:docMk/>
          <pc:sldMk cId="0" sldId="493"/>
        </pc:sldMkLst>
      </pc:sldChg>
      <pc:sldChg chg="del">
        <pc:chgData name="Amanda Countryman" userId="0be1c61d-c610-49a2-ae7e-a4e60bd07712" providerId="ADAL" clId="{00873937-8841-4394-9081-668AB0E0F950}" dt="2026-08-25T01:50:52.027" v="1" actId="47"/>
        <pc:sldMkLst>
          <pc:docMk/>
          <pc:sldMk cId="0" sldId="494"/>
        </pc:sldMkLst>
      </pc:sldChg>
      <pc:sldChg chg="del">
        <pc:chgData name="Amanda Countryman" userId="0be1c61d-c610-49a2-ae7e-a4e60bd07712" providerId="ADAL" clId="{00873937-8841-4394-9081-668AB0E0F950}" dt="2026-08-25T01:50:52.027" v="1" actId="47"/>
        <pc:sldMkLst>
          <pc:docMk/>
          <pc:sldMk cId="0" sldId="495"/>
        </pc:sldMkLst>
      </pc:sldChg>
      <pc:sldChg chg="del">
        <pc:chgData name="Amanda Countryman" userId="0be1c61d-c610-49a2-ae7e-a4e60bd07712" providerId="ADAL" clId="{00873937-8841-4394-9081-668AB0E0F950}" dt="2026-08-25T01:50:52.027" v="1" actId="47"/>
        <pc:sldMkLst>
          <pc:docMk/>
          <pc:sldMk cId="0" sldId="496"/>
        </pc:sldMkLst>
      </pc:sldChg>
      <pc:sldChg chg="del">
        <pc:chgData name="Amanda Countryman" userId="0be1c61d-c610-49a2-ae7e-a4e60bd07712" providerId="ADAL" clId="{00873937-8841-4394-9081-668AB0E0F950}" dt="2026-08-25T01:50:52.027" v="1" actId="47"/>
        <pc:sldMkLst>
          <pc:docMk/>
          <pc:sldMk cId="0" sldId="497"/>
        </pc:sldMkLst>
      </pc:sldChg>
      <pc:sldChg chg="del">
        <pc:chgData name="Amanda Countryman" userId="0be1c61d-c610-49a2-ae7e-a4e60bd07712" providerId="ADAL" clId="{00873937-8841-4394-9081-668AB0E0F950}" dt="2026-08-25T01:50:52.027" v="1" actId="47"/>
        <pc:sldMkLst>
          <pc:docMk/>
          <pc:sldMk cId="0" sldId="498"/>
        </pc:sldMkLst>
      </pc:sldChg>
      <pc:sldChg chg="del">
        <pc:chgData name="Amanda Countryman" userId="0be1c61d-c610-49a2-ae7e-a4e60bd07712" providerId="ADAL" clId="{00873937-8841-4394-9081-668AB0E0F950}" dt="2026-08-25T01:50:52.027" v="1" actId="47"/>
        <pc:sldMkLst>
          <pc:docMk/>
          <pc:sldMk cId="0" sldId="499"/>
        </pc:sldMkLst>
      </pc:sldChg>
      <pc:sldChg chg="del">
        <pc:chgData name="Amanda Countryman" userId="0be1c61d-c610-49a2-ae7e-a4e60bd07712" providerId="ADAL" clId="{00873937-8841-4394-9081-668AB0E0F950}" dt="2026-08-25T01:50:52.027" v="1" actId="47"/>
        <pc:sldMkLst>
          <pc:docMk/>
          <pc:sldMk cId="0" sldId="500"/>
        </pc:sldMkLst>
      </pc:sldChg>
      <pc:sldChg chg="del">
        <pc:chgData name="Amanda Countryman" userId="0be1c61d-c610-49a2-ae7e-a4e60bd07712" providerId="ADAL" clId="{00873937-8841-4394-9081-668AB0E0F950}" dt="2026-08-25T01:50:52.027" v="1" actId="47"/>
        <pc:sldMkLst>
          <pc:docMk/>
          <pc:sldMk cId="0" sldId="501"/>
        </pc:sldMkLst>
      </pc:sldChg>
      <pc:sldChg chg="del">
        <pc:chgData name="Amanda Countryman" userId="0be1c61d-c610-49a2-ae7e-a4e60bd07712" providerId="ADAL" clId="{00873937-8841-4394-9081-668AB0E0F950}" dt="2026-08-25T01:50:52.027" v="1" actId="47"/>
        <pc:sldMkLst>
          <pc:docMk/>
          <pc:sldMk cId="0" sldId="502"/>
        </pc:sldMkLst>
      </pc:sldChg>
      <pc:sldChg chg="del">
        <pc:chgData name="Amanda Countryman" userId="0be1c61d-c610-49a2-ae7e-a4e60bd07712" providerId="ADAL" clId="{00873937-8841-4394-9081-668AB0E0F950}" dt="2026-08-25T01:50:52.027" v="1" actId="47"/>
        <pc:sldMkLst>
          <pc:docMk/>
          <pc:sldMk cId="0" sldId="503"/>
        </pc:sldMkLst>
      </pc:sldChg>
      <pc:sldChg chg="del">
        <pc:chgData name="Amanda Countryman" userId="0be1c61d-c610-49a2-ae7e-a4e60bd07712" providerId="ADAL" clId="{00873937-8841-4394-9081-668AB0E0F950}" dt="2026-08-25T01:50:52.027" v="1" actId="47"/>
        <pc:sldMkLst>
          <pc:docMk/>
          <pc:sldMk cId="0" sldId="504"/>
        </pc:sldMkLst>
      </pc:sldChg>
      <pc:sldChg chg="del">
        <pc:chgData name="Amanda Countryman" userId="0be1c61d-c610-49a2-ae7e-a4e60bd07712" providerId="ADAL" clId="{00873937-8841-4394-9081-668AB0E0F950}" dt="2026-08-25T01:50:52.027" v="1" actId="47"/>
        <pc:sldMkLst>
          <pc:docMk/>
          <pc:sldMk cId="0" sldId="505"/>
        </pc:sldMkLst>
      </pc:sldChg>
      <pc:sldChg chg="del">
        <pc:chgData name="Amanda Countryman" userId="0be1c61d-c610-49a2-ae7e-a4e60bd07712" providerId="ADAL" clId="{00873937-8841-4394-9081-668AB0E0F950}" dt="2026-08-25T01:50:52.027" v="1" actId="47"/>
        <pc:sldMkLst>
          <pc:docMk/>
          <pc:sldMk cId="0" sldId="506"/>
        </pc:sldMkLst>
      </pc:sldChg>
      <pc:sldChg chg="del">
        <pc:chgData name="Amanda Countryman" userId="0be1c61d-c610-49a2-ae7e-a4e60bd07712" providerId="ADAL" clId="{00873937-8841-4394-9081-668AB0E0F950}" dt="2026-08-25T01:50:52.027" v="1" actId="47"/>
        <pc:sldMkLst>
          <pc:docMk/>
          <pc:sldMk cId="0" sldId="507"/>
        </pc:sldMkLst>
      </pc:sldChg>
      <pc:sldChg chg="del">
        <pc:chgData name="Amanda Countryman" userId="0be1c61d-c610-49a2-ae7e-a4e60bd07712" providerId="ADAL" clId="{00873937-8841-4394-9081-668AB0E0F950}" dt="2026-08-25T01:50:52.027" v="1" actId="47"/>
        <pc:sldMkLst>
          <pc:docMk/>
          <pc:sldMk cId="0" sldId="508"/>
        </pc:sldMkLst>
      </pc:sldChg>
      <pc:sldChg chg="del">
        <pc:chgData name="Amanda Countryman" userId="0be1c61d-c610-49a2-ae7e-a4e60bd07712" providerId="ADAL" clId="{00873937-8841-4394-9081-668AB0E0F950}" dt="2026-08-25T01:50:52.027" v="1" actId="47"/>
        <pc:sldMkLst>
          <pc:docMk/>
          <pc:sldMk cId="0" sldId="509"/>
        </pc:sldMkLst>
      </pc:sldChg>
      <pc:sldChg chg="del">
        <pc:chgData name="Amanda Countryman" userId="0be1c61d-c610-49a2-ae7e-a4e60bd07712" providerId="ADAL" clId="{00873937-8841-4394-9081-668AB0E0F950}" dt="2026-08-25T01:50:52.027" v="1" actId="47"/>
        <pc:sldMkLst>
          <pc:docMk/>
          <pc:sldMk cId="0" sldId="510"/>
        </pc:sldMkLst>
      </pc:sldChg>
      <pc:sldChg chg="del">
        <pc:chgData name="Amanda Countryman" userId="0be1c61d-c610-49a2-ae7e-a4e60bd07712" providerId="ADAL" clId="{00873937-8841-4394-9081-668AB0E0F950}" dt="2026-08-25T01:50:52.027" v="1" actId="47"/>
        <pc:sldMkLst>
          <pc:docMk/>
          <pc:sldMk cId="0" sldId="511"/>
        </pc:sldMkLst>
      </pc:sldChg>
      <pc:sldChg chg="del">
        <pc:chgData name="Amanda Countryman" userId="0be1c61d-c610-49a2-ae7e-a4e60bd07712" providerId="ADAL" clId="{00873937-8841-4394-9081-668AB0E0F950}" dt="2026-08-25T01:50:52.027" v="1" actId="47"/>
        <pc:sldMkLst>
          <pc:docMk/>
          <pc:sldMk cId="0" sldId="512"/>
        </pc:sldMkLst>
      </pc:sldChg>
      <pc:sldChg chg="del">
        <pc:chgData name="Amanda Countryman" userId="0be1c61d-c610-49a2-ae7e-a4e60bd07712" providerId="ADAL" clId="{00873937-8841-4394-9081-668AB0E0F950}" dt="2026-08-25T01:50:52.027" v="1" actId="47"/>
        <pc:sldMkLst>
          <pc:docMk/>
          <pc:sldMk cId="0" sldId="513"/>
        </pc:sldMkLst>
      </pc:sldChg>
      <pc:sldChg chg="del">
        <pc:chgData name="Amanda Countryman" userId="0be1c61d-c610-49a2-ae7e-a4e60bd07712" providerId="ADAL" clId="{00873937-8841-4394-9081-668AB0E0F950}" dt="2026-08-25T01:50:52.027" v="1" actId="47"/>
        <pc:sldMkLst>
          <pc:docMk/>
          <pc:sldMk cId="0" sldId="514"/>
        </pc:sldMkLst>
      </pc:sldChg>
      <pc:sldChg chg="del">
        <pc:chgData name="Amanda Countryman" userId="0be1c61d-c610-49a2-ae7e-a4e60bd07712" providerId="ADAL" clId="{00873937-8841-4394-9081-668AB0E0F950}" dt="2026-08-25T01:50:52.027" v="1" actId="47"/>
        <pc:sldMkLst>
          <pc:docMk/>
          <pc:sldMk cId="0" sldId="515"/>
        </pc:sldMkLst>
      </pc:sldChg>
      <pc:sldChg chg="del">
        <pc:chgData name="Amanda Countryman" userId="0be1c61d-c610-49a2-ae7e-a4e60bd07712" providerId="ADAL" clId="{00873937-8841-4394-9081-668AB0E0F950}" dt="2026-08-25T01:50:52.027" v="1" actId="47"/>
        <pc:sldMkLst>
          <pc:docMk/>
          <pc:sldMk cId="0" sldId="516"/>
        </pc:sldMkLst>
      </pc:sldChg>
      <pc:sldChg chg="del">
        <pc:chgData name="Amanda Countryman" userId="0be1c61d-c610-49a2-ae7e-a4e60bd07712" providerId="ADAL" clId="{00873937-8841-4394-9081-668AB0E0F950}" dt="2026-08-25T01:50:52.027" v="1" actId="47"/>
        <pc:sldMkLst>
          <pc:docMk/>
          <pc:sldMk cId="0" sldId="518"/>
        </pc:sldMkLst>
      </pc:sldChg>
      <pc:sldChg chg="del">
        <pc:chgData name="Amanda Countryman" userId="0be1c61d-c610-49a2-ae7e-a4e60bd07712" providerId="ADAL" clId="{00873937-8841-4394-9081-668AB0E0F950}" dt="2026-08-25T01:50:52.027" v="1" actId="47"/>
        <pc:sldMkLst>
          <pc:docMk/>
          <pc:sldMk cId="0" sldId="519"/>
        </pc:sldMkLst>
      </pc:sldChg>
      <pc:sldChg chg="del">
        <pc:chgData name="Amanda Countryman" userId="0be1c61d-c610-49a2-ae7e-a4e60bd07712" providerId="ADAL" clId="{00873937-8841-4394-9081-668AB0E0F950}" dt="2026-08-25T01:50:52.027" v="1" actId="47"/>
        <pc:sldMkLst>
          <pc:docMk/>
          <pc:sldMk cId="0" sldId="520"/>
        </pc:sldMkLst>
      </pc:sldChg>
      <pc:sldChg chg="del">
        <pc:chgData name="Amanda Countryman" userId="0be1c61d-c610-49a2-ae7e-a4e60bd07712" providerId="ADAL" clId="{00873937-8841-4394-9081-668AB0E0F950}" dt="2026-08-25T01:50:52.027" v="1" actId="47"/>
        <pc:sldMkLst>
          <pc:docMk/>
          <pc:sldMk cId="0" sldId="521"/>
        </pc:sldMkLst>
      </pc:sldChg>
      <pc:sldChg chg="del">
        <pc:chgData name="Amanda Countryman" userId="0be1c61d-c610-49a2-ae7e-a4e60bd07712" providerId="ADAL" clId="{00873937-8841-4394-9081-668AB0E0F950}" dt="2026-08-25T01:50:52.027" v="1" actId="47"/>
        <pc:sldMkLst>
          <pc:docMk/>
          <pc:sldMk cId="0" sldId="522"/>
        </pc:sldMkLst>
      </pc:sldChg>
      <pc:sldChg chg="del">
        <pc:chgData name="Amanda Countryman" userId="0be1c61d-c610-49a2-ae7e-a4e60bd07712" providerId="ADAL" clId="{00873937-8841-4394-9081-668AB0E0F950}" dt="2026-08-25T01:50:52.027" v="1" actId="47"/>
        <pc:sldMkLst>
          <pc:docMk/>
          <pc:sldMk cId="0" sldId="523"/>
        </pc:sldMkLst>
      </pc:sldChg>
      <pc:sldChg chg="del">
        <pc:chgData name="Amanda Countryman" userId="0be1c61d-c610-49a2-ae7e-a4e60bd07712" providerId="ADAL" clId="{00873937-8841-4394-9081-668AB0E0F950}" dt="2026-08-25T01:50:52.027" v="1" actId="47"/>
        <pc:sldMkLst>
          <pc:docMk/>
          <pc:sldMk cId="0" sldId="524"/>
        </pc:sldMkLst>
      </pc:sldChg>
      <pc:sldChg chg="del">
        <pc:chgData name="Amanda Countryman" userId="0be1c61d-c610-49a2-ae7e-a4e60bd07712" providerId="ADAL" clId="{00873937-8841-4394-9081-668AB0E0F950}" dt="2026-08-25T01:50:52.027" v="1" actId="47"/>
        <pc:sldMkLst>
          <pc:docMk/>
          <pc:sldMk cId="0" sldId="525"/>
        </pc:sldMkLst>
      </pc:sldChg>
      <pc:sldChg chg="del">
        <pc:chgData name="Amanda Countryman" userId="0be1c61d-c610-49a2-ae7e-a4e60bd07712" providerId="ADAL" clId="{00873937-8841-4394-9081-668AB0E0F950}" dt="2026-08-25T01:50:52.027" v="1" actId="47"/>
        <pc:sldMkLst>
          <pc:docMk/>
          <pc:sldMk cId="0" sldId="526"/>
        </pc:sldMkLst>
      </pc:sldChg>
      <pc:sldChg chg="del">
        <pc:chgData name="Amanda Countryman" userId="0be1c61d-c610-49a2-ae7e-a4e60bd07712" providerId="ADAL" clId="{00873937-8841-4394-9081-668AB0E0F950}" dt="2026-08-25T01:50:52.027" v="1" actId="47"/>
        <pc:sldMkLst>
          <pc:docMk/>
          <pc:sldMk cId="0" sldId="527"/>
        </pc:sldMkLst>
      </pc:sldChg>
      <pc:sldChg chg="del">
        <pc:chgData name="Amanda Countryman" userId="0be1c61d-c610-49a2-ae7e-a4e60bd07712" providerId="ADAL" clId="{00873937-8841-4394-9081-668AB0E0F950}" dt="2026-08-25T01:50:52.027" v="1" actId="47"/>
        <pc:sldMkLst>
          <pc:docMk/>
          <pc:sldMk cId="0" sldId="528"/>
        </pc:sldMkLst>
      </pc:sldChg>
      <pc:sldChg chg="del">
        <pc:chgData name="Amanda Countryman" userId="0be1c61d-c610-49a2-ae7e-a4e60bd07712" providerId="ADAL" clId="{00873937-8841-4394-9081-668AB0E0F950}" dt="2026-08-25T01:50:52.027" v="1" actId="47"/>
        <pc:sldMkLst>
          <pc:docMk/>
          <pc:sldMk cId="0" sldId="529"/>
        </pc:sldMkLst>
      </pc:sldChg>
      <pc:sldChg chg="del">
        <pc:chgData name="Amanda Countryman" userId="0be1c61d-c610-49a2-ae7e-a4e60bd07712" providerId="ADAL" clId="{00873937-8841-4394-9081-668AB0E0F950}" dt="2026-08-25T01:50:52.027" v="1" actId="47"/>
        <pc:sldMkLst>
          <pc:docMk/>
          <pc:sldMk cId="0" sldId="530"/>
        </pc:sldMkLst>
      </pc:sldChg>
      <pc:sldChg chg="del">
        <pc:chgData name="Amanda Countryman" userId="0be1c61d-c610-49a2-ae7e-a4e60bd07712" providerId="ADAL" clId="{00873937-8841-4394-9081-668AB0E0F950}" dt="2026-08-25T01:50:52.027" v="1" actId="47"/>
        <pc:sldMkLst>
          <pc:docMk/>
          <pc:sldMk cId="0" sldId="531"/>
        </pc:sldMkLst>
      </pc:sldChg>
      <pc:sldChg chg="del">
        <pc:chgData name="Amanda Countryman" userId="0be1c61d-c610-49a2-ae7e-a4e60bd07712" providerId="ADAL" clId="{00873937-8841-4394-9081-668AB0E0F950}" dt="2026-08-25T01:50:52.027" v="1" actId="47"/>
        <pc:sldMkLst>
          <pc:docMk/>
          <pc:sldMk cId="0" sldId="532"/>
        </pc:sldMkLst>
      </pc:sldChg>
      <pc:sldChg chg="del">
        <pc:chgData name="Amanda Countryman" userId="0be1c61d-c610-49a2-ae7e-a4e60bd07712" providerId="ADAL" clId="{00873937-8841-4394-9081-668AB0E0F950}" dt="2026-08-25T01:50:52.027" v="1" actId="47"/>
        <pc:sldMkLst>
          <pc:docMk/>
          <pc:sldMk cId="0" sldId="533"/>
        </pc:sldMkLst>
      </pc:sldChg>
      <pc:sldChg chg="del">
        <pc:chgData name="Amanda Countryman" userId="0be1c61d-c610-49a2-ae7e-a4e60bd07712" providerId="ADAL" clId="{00873937-8841-4394-9081-668AB0E0F950}" dt="2026-08-25T01:50:52.027" v="1" actId="47"/>
        <pc:sldMkLst>
          <pc:docMk/>
          <pc:sldMk cId="0" sldId="534"/>
        </pc:sldMkLst>
      </pc:sldChg>
      <pc:sldChg chg="del">
        <pc:chgData name="Amanda Countryman" userId="0be1c61d-c610-49a2-ae7e-a4e60bd07712" providerId="ADAL" clId="{00873937-8841-4394-9081-668AB0E0F950}" dt="2026-08-25T01:50:52.027" v="1" actId="47"/>
        <pc:sldMkLst>
          <pc:docMk/>
          <pc:sldMk cId="0" sldId="535"/>
        </pc:sldMkLst>
      </pc:sldChg>
      <pc:sldChg chg="del">
        <pc:chgData name="Amanda Countryman" userId="0be1c61d-c610-49a2-ae7e-a4e60bd07712" providerId="ADAL" clId="{00873937-8841-4394-9081-668AB0E0F950}" dt="2026-08-25T01:50:52.027" v="1" actId="47"/>
        <pc:sldMkLst>
          <pc:docMk/>
          <pc:sldMk cId="0" sldId="536"/>
        </pc:sldMkLst>
      </pc:sldChg>
      <pc:sldChg chg="del">
        <pc:chgData name="Amanda Countryman" userId="0be1c61d-c610-49a2-ae7e-a4e60bd07712" providerId="ADAL" clId="{00873937-8841-4394-9081-668AB0E0F950}" dt="2026-08-25T01:50:52.027" v="1" actId="47"/>
        <pc:sldMkLst>
          <pc:docMk/>
          <pc:sldMk cId="0" sldId="537"/>
        </pc:sldMkLst>
      </pc:sldChg>
      <pc:sldChg chg="del">
        <pc:chgData name="Amanda Countryman" userId="0be1c61d-c610-49a2-ae7e-a4e60bd07712" providerId="ADAL" clId="{00873937-8841-4394-9081-668AB0E0F950}" dt="2026-08-25T01:50:52.027" v="1" actId="47"/>
        <pc:sldMkLst>
          <pc:docMk/>
          <pc:sldMk cId="0" sldId="538"/>
        </pc:sldMkLst>
      </pc:sldChg>
      <pc:sldChg chg="del">
        <pc:chgData name="Amanda Countryman" userId="0be1c61d-c610-49a2-ae7e-a4e60bd07712" providerId="ADAL" clId="{00873937-8841-4394-9081-668AB0E0F950}" dt="2026-08-25T01:50:52.027" v="1" actId="47"/>
        <pc:sldMkLst>
          <pc:docMk/>
          <pc:sldMk cId="0" sldId="539"/>
        </pc:sldMkLst>
      </pc:sldChg>
      <pc:sldChg chg="del">
        <pc:chgData name="Amanda Countryman" userId="0be1c61d-c610-49a2-ae7e-a4e60bd07712" providerId="ADAL" clId="{00873937-8841-4394-9081-668AB0E0F950}" dt="2026-08-25T01:50:52.027" v="1" actId="47"/>
        <pc:sldMkLst>
          <pc:docMk/>
          <pc:sldMk cId="0" sldId="540"/>
        </pc:sldMkLst>
      </pc:sldChg>
      <pc:sldChg chg="del">
        <pc:chgData name="Amanda Countryman" userId="0be1c61d-c610-49a2-ae7e-a4e60bd07712" providerId="ADAL" clId="{00873937-8841-4394-9081-668AB0E0F950}" dt="2026-08-25T01:50:52.027" v="1" actId="47"/>
        <pc:sldMkLst>
          <pc:docMk/>
          <pc:sldMk cId="0" sldId="541"/>
        </pc:sldMkLst>
      </pc:sldChg>
      <pc:sldChg chg="del">
        <pc:chgData name="Amanda Countryman" userId="0be1c61d-c610-49a2-ae7e-a4e60bd07712" providerId="ADAL" clId="{00873937-8841-4394-9081-668AB0E0F950}" dt="2026-08-25T01:50:52.027" v="1" actId="47"/>
        <pc:sldMkLst>
          <pc:docMk/>
          <pc:sldMk cId="0" sldId="542"/>
        </pc:sldMkLst>
      </pc:sldChg>
      <pc:sldChg chg="del">
        <pc:chgData name="Amanda Countryman" userId="0be1c61d-c610-49a2-ae7e-a4e60bd07712" providerId="ADAL" clId="{00873937-8841-4394-9081-668AB0E0F950}" dt="2026-08-25T01:50:52.027" v="1" actId="47"/>
        <pc:sldMkLst>
          <pc:docMk/>
          <pc:sldMk cId="0" sldId="543"/>
        </pc:sldMkLst>
      </pc:sldChg>
      <pc:sldChg chg="del">
        <pc:chgData name="Amanda Countryman" userId="0be1c61d-c610-49a2-ae7e-a4e60bd07712" providerId="ADAL" clId="{00873937-8841-4394-9081-668AB0E0F950}" dt="2026-08-25T01:50:52.027" v="1" actId="47"/>
        <pc:sldMkLst>
          <pc:docMk/>
          <pc:sldMk cId="0" sldId="544"/>
        </pc:sldMkLst>
      </pc:sldChg>
      <pc:sldChg chg="del">
        <pc:chgData name="Amanda Countryman" userId="0be1c61d-c610-49a2-ae7e-a4e60bd07712" providerId="ADAL" clId="{00873937-8841-4394-9081-668AB0E0F950}" dt="2026-08-25T01:50:52.027" v="1" actId="47"/>
        <pc:sldMkLst>
          <pc:docMk/>
          <pc:sldMk cId="0" sldId="545"/>
        </pc:sldMkLst>
      </pc:sldChg>
      <pc:sldChg chg="del">
        <pc:chgData name="Amanda Countryman" userId="0be1c61d-c610-49a2-ae7e-a4e60bd07712" providerId="ADAL" clId="{00873937-8841-4394-9081-668AB0E0F950}" dt="2026-08-25T01:50:52.027" v="1" actId="47"/>
        <pc:sldMkLst>
          <pc:docMk/>
          <pc:sldMk cId="0" sldId="546"/>
        </pc:sldMkLst>
      </pc:sldChg>
      <pc:sldChg chg="del">
        <pc:chgData name="Amanda Countryman" userId="0be1c61d-c610-49a2-ae7e-a4e60bd07712" providerId="ADAL" clId="{00873937-8841-4394-9081-668AB0E0F950}" dt="2026-08-25T01:50:52.027" v="1" actId="47"/>
        <pc:sldMkLst>
          <pc:docMk/>
          <pc:sldMk cId="0" sldId="547"/>
        </pc:sldMkLst>
      </pc:sldChg>
      <pc:sldChg chg="del">
        <pc:chgData name="Amanda Countryman" userId="0be1c61d-c610-49a2-ae7e-a4e60bd07712" providerId="ADAL" clId="{00873937-8841-4394-9081-668AB0E0F950}" dt="2026-08-25T01:50:52.027" v="1" actId="47"/>
        <pc:sldMkLst>
          <pc:docMk/>
          <pc:sldMk cId="0" sldId="548"/>
        </pc:sldMkLst>
      </pc:sldChg>
      <pc:sldChg chg="del">
        <pc:chgData name="Amanda Countryman" userId="0be1c61d-c610-49a2-ae7e-a4e60bd07712" providerId="ADAL" clId="{00873937-8841-4394-9081-668AB0E0F950}" dt="2026-08-25T01:50:52.027" v="1" actId="47"/>
        <pc:sldMkLst>
          <pc:docMk/>
          <pc:sldMk cId="0" sldId="549"/>
        </pc:sldMkLst>
      </pc:sldChg>
      <pc:sldChg chg="del">
        <pc:chgData name="Amanda Countryman" userId="0be1c61d-c610-49a2-ae7e-a4e60bd07712" providerId="ADAL" clId="{00873937-8841-4394-9081-668AB0E0F950}" dt="2026-08-25T01:50:52.027" v="1" actId="47"/>
        <pc:sldMkLst>
          <pc:docMk/>
          <pc:sldMk cId="0" sldId="550"/>
        </pc:sldMkLst>
      </pc:sldChg>
      <pc:sldChg chg="del">
        <pc:chgData name="Amanda Countryman" userId="0be1c61d-c610-49a2-ae7e-a4e60bd07712" providerId="ADAL" clId="{00873937-8841-4394-9081-668AB0E0F950}" dt="2026-08-25T01:50:52.027" v="1" actId="47"/>
        <pc:sldMkLst>
          <pc:docMk/>
          <pc:sldMk cId="0" sldId="551"/>
        </pc:sldMkLst>
      </pc:sldChg>
      <pc:sldChg chg="del">
        <pc:chgData name="Amanda Countryman" userId="0be1c61d-c610-49a2-ae7e-a4e60bd07712" providerId="ADAL" clId="{00873937-8841-4394-9081-668AB0E0F950}" dt="2026-08-25T01:50:52.027" v="1" actId="47"/>
        <pc:sldMkLst>
          <pc:docMk/>
          <pc:sldMk cId="0" sldId="552"/>
        </pc:sldMkLst>
      </pc:sldChg>
      <pc:sldChg chg="del">
        <pc:chgData name="Amanda Countryman" userId="0be1c61d-c610-49a2-ae7e-a4e60bd07712" providerId="ADAL" clId="{00873937-8841-4394-9081-668AB0E0F950}" dt="2026-08-25T01:50:52.027" v="1" actId="47"/>
        <pc:sldMkLst>
          <pc:docMk/>
          <pc:sldMk cId="0" sldId="553"/>
        </pc:sldMkLst>
      </pc:sldChg>
      <pc:sldChg chg="del">
        <pc:chgData name="Amanda Countryman" userId="0be1c61d-c610-49a2-ae7e-a4e60bd07712" providerId="ADAL" clId="{00873937-8841-4394-9081-668AB0E0F950}" dt="2026-08-25T01:50:52.027" v="1" actId="47"/>
        <pc:sldMkLst>
          <pc:docMk/>
          <pc:sldMk cId="0" sldId="554"/>
        </pc:sldMkLst>
      </pc:sldChg>
      <pc:sldChg chg="del">
        <pc:chgData name="Amanda Countryman" userId="0be1c61d-c610-49a2-ae7e-a4e60bd07712" providerId="ADAL" clId="{00873937-8841-4394-9081-668AB0E0F950}" dt="2026-08-25T01:50:52.027" v="1" actId="47"/>
        <pc:sldMkLst>
          <pc:docMk/>
          <pc:sldMk cId="0" sldId="555"/>
        </pc:sldMkLst>
      </pc:sldChg>
      <pc:sldChg chg="del">
        <pc:chgData name="Amanda Countryman" userId="0be1c61d-c610-49a2-ae7e-a4e60bd07712" providerId="ADAL" clId="{00873937-8841-4394-9081-668AB0E0F950}" dt="2026-08-25T01:50:52.027" v="1" actId="47"/>
        <pc:sldMkLst>
          <pc:docMk/>
          <pc:sldMk cId="0" sldId="556"/>
        </pc:sldMkLst>
      </pc:sldChg>
      <pc:sldChg chg="del">
        <pc:chgData name="Amanda Countryman" userId="0be1c61d-c610-49a2-ae7e-a4e60bd07712" providerId="ADAL" clId="{00873937-8841-4394-9081-668AB0E0F950}" dt="2026-08-25T01:50:52.027" v="1" actId="47"/>
        <pc:sldMkLst>
          <pc:docMk/>
          <pc:sldMk cId="0" sldId="557"/>
        </pc:sldMkLst>
      </pc:sldChg>
      <pc:sldChg chg="del">
        <pc:chgData name="Amanda Countryman" userId="0be1c61d-c610-49a2-ae7e-a4e60bd07712" providerId="ADAL" clId="{00873937-8841-4394-9081-668AB0E0F950}" dt="2026-08-25T01:50:52.027" v="1" actId="47"/>
        <pc:sldMkLst>
          <pc:docMk/>
          <pc:sldMk cId="0" sldId="558"/>
        </pc:sldMkLst>
      </pc:sldChg>
      <pc:sldChg chg="del">
        <pc:chgData name="Amanda Countryman" userId="0be1c61d-c610-49a2-ae7e-a4e60bd07712" providerId="ADAL" clId="{00873937-8841-4394-9081-668AB0E0F950}" dt="2026-08-25T01:50:52.027" v="1" actId="47"/>
        <pc:sldMkLst>
          <pc:docMk/>
          <pc:sldMk cId="0" sldId="559"/>
        </pc:sldMkLst>
      </pc:sldChg>
      <pc:sldChg chg="del">
        <pc:chgData name="Amanda Countryman" userId="0be1c61d-c610-49a2-ae7e-a4e60bd07712" providerId="ADAL" clId="{00873937-8841-4394-9081-668AB0E0F950}" dt="2026-08-25T01:50:52.027" v="1" actId="47"/>
        <pc:sldMkLst>
          <pc:docMk/>
          <pc:sldMk cId="0" sldId="560"/>
        </pc:sldMkLst>
      </pc:sldChg>
      <pc:sldChg chg="del">
        <pc:chgData name="Amanda Countryman" userId="0be1c61d-c610-49a2-ae7e-a4e60bd07712" providerId="ADAL" clId="{00873937-8841-4394-9081-668AB0E0F950}" dt="2026-08-25T01:50:52.027" v="1" actId="47"/>
        <pc:sldMkLst>
          <pc:docMk/>
          <pc:sldMk cId="0" sldId="561"/>
        </pc:sldMkLst>
      </pc:sldChg>
      <pc:sldChg chg="del">
        <pc:chgData name="Amanda Countryman" userId="0be1c61d-c610-49a2-ae7e-a4e60bd07712" providerId="ADAL" clId="{00873937-8841-4394-9081-668AB0E0F950}" dt="2026-08-25T01:50:52.027" v="1" actId="47"/>
        <pc:sldMkLst>
          <pc:docMk/>
          <pc:sldMk cId="0" sldId="562"/>
        </pc:sldMkLst>
      </pc:sldChg>
      <pc:sldChg chg="del">
        <pc:chgData name="Amanda Countryman" userId="0be1c61d-c610-49a2-ae7e-a4e60bd07712" providerId="ADAL" clId="{00873937-8841-4394-9081-668AB0E0F950}" dt="2026-08-25T01:50:52.027" v="1" actId="47"/>
        <pc:sldMkLst>
          <pc:docMk/>
          <pc:sldMk cId="0" sldId="563"/>
        </pc:sldMkLst>
      </pc:sldChg>
      <pc:sldChg chg="del">
        <pc:chgData name="Amanda Countryman" userId="0be1c61d-c610-49a2-ae7e-a4e60bd07712" providerId="ADAL" clId="{00873937-8841-4394-9081-668AB0E0F950}" dt="2026-08-25T01:50:52.027" v="1" actId="47"/>
        <pc:sldMkLst>
          <pc:docMk/>
          <pc:sldMk cId="0" sldId="564"/>
        </pc:sldMkLst>
      </pc:sldChg>
      <pc:sldChg chg="del">
        <pc:chgData name="Amanda Countryman" userId="0be1c61d-c610-49a2-ae7e-a4e60bd07712" providerId="ADAL" clId="{00873937-8841-4394-9081-668AB0E0F950}" dt="2026-08-25T01:50:52.027" v="1" actId="47"/>
        <pc:sldMkLst>
          <pc:docMk/>
          <pc:sldMk cId="0" sldId="565"/>
        </pc:sldMkLst>
      </pc:sldChg>
      <pc:sldChg chg="del">
        <pc:chgData name="Amanda Countryman" userId="0be1c61d-c610-49a2-ae7e-a4e60bd07712" providerId="ADAL" clId="{00873937-8841-4394-9081-668AB0E0F950}" dt="2026-08-25T01:50:52.027" v="1" actId="47"/>
        <pc:sldMkLst>
          <pc:docMk/>
          <pc:sldMk cId="0" sldId="566"/>
        </pc:sldMkLst>
      </pc:sldChg>
      <pc:sldChg chg="del">
        <pc:chgData name="Amanda Countryman" userId="0be1c61d-c610-49a2-ae7e-a4e60bd07712" providerId="ADAL" clId="{00873937-8841-4394-9081-668AB0E0F950}" dt="2026-08-25T01:50:52.027" v="1" actId="47"/>
        <pc:sldMkLst>
          <pc:docMk/>
          <pc:sldMk cId="0" sldId="567"/>
        </pc:sldMkLst>
      </pc:sldChg>
      <pc:sldChg chg="del">
        <pc:chgData name="Amanda Countryman" userId="0be1c61d-c610-49a2-ae7e-a4e60bd07712" providerId="ADAL" clId="{00873937-8841-4394-9081-668AB0E0F950}" dt="2026-08-25T01:50:52.027" v="1" actId="47"/>
        <pc:sldMkLst>
          <pc:docMk/>
          <pc:sldMk cId="0" sldId="568"/>
        </pc:sldMkLst>
      </pc:sldChg>
      <pc:sldChg chg="del">
        <pc:chgData name="Amanda Countryman" userId="0be1c61d-c610-49a2-ae7e-a4e60bd07712" providerId="ADAL" clId="{00873937-8841-4394-9081-668AB0E0F950}" dt="2026-08-25T01:50:52.027" v="1" actId="47"/>
        <pc:sldMkLst>
          <pc:docMk/>
          <pc:sldMk cId="0" sldId="569"/>
        </pc:sldMkLst>
      </pc:sldChg>
      <pc:sldChg chg="del">
        <pc:chgData name="Amanda Countryman" userId="0be1c61d-c610-49a2-ae7e-a4e60bd07712" providerId="ADAL" clId="{00873937-8841-4394-9081-668AB0E0F950}" dt="2026-08-25T01:50:52.027" v="1" actId="47"/>
        <pc:sldMkLst>
          <pc:docMk/>
          <pc:sldMk cId="0" sldId="570"/>
        </pc:sldMkLst>
      </pc:sldChg>
      <pc:sldChg chg="del">
        <pc:chgData name="Amanda Countryman" userId="0be1c61d-c610-49a2-ae7e-a4e60bd07712" providerId="ADAL" clId="{00873937-8841-4394-9081-668AB0E0F950}" dt="2026-08-25T01:50:52.027" v="1" actId="47"/>
        <pc:sldMkLst>
          <pc:docMk/>
          <pc:sldMk cId="0" sldId="571"/>
        </pc:sldMkLst>
      </pc:sldChg>
      <pc:sldChg chg="del">
        <pc:chgData name="Amanda Countryman" userId="0be1c61d-c610-49a2-ae7e-a4e60bd07712" providerId="ADAL" clId="{00873937-8841-4394-9081-668AB0E0F950}" dt="2026-08-25T01:50:52.027" v="1" actId="47"/>
        <pc:sldMkLst>
          <pc:docMk/>
          <pc:sldMk cId="0" sldId="572"/>
        </pc:sldMkLst>
      </pc:sldChg>
      <pc:sldChg chg="del">
        <pc:chgData name="Amanda Countryman" userId="0be1c61d-c610-49a2-ae7e-a4e60bd07712" providerId="ADAL" clId="{00873937-8841-4394-9081-668AB0E0F950}" dt="2026-08-25T01:50:52.027" v="1" actId="47"/>
        <pc:sldMkLst>
          <pc:docMk/>
          <pc:sldMk cId="0" sldId="573"/>
        </pc:sldMkLst>
      </pc:sldChg>
      <pc:sldChg chg="del">
        <pc:chgData name="Amanda Countryman" userId="0be1c61d-c610-49a2-ae7e-a4e60bd07712" providerId="ADAL" clId="{00873937-8841-4394-9081-668AB0E0F950}" dt="2026-08-25T01:50:52.027" v="1" actId="47"/>
        <pc:sldMkLst>
          <pc:docMk/>
          <pc:sldMk cId="0" sldId="574"/>
        </pc:sldMkLst>
      </pc:sldChg>
      <pc:sldChg chg="del">
        <pc:chgData name="Amanda Countryman" userId="0be1c61d-c610-49a2-ae7e-a4e60bd07712" providerId="ADAL" clId="{00873937-8841-4394-9081-668AB0E0F950}" dt="2026-08-25T01:50:52.027" v="1" actId="47"/>
        <pc:sldMkLst>
          <pc:docMk/>
          <pc:sldMk cId="0" sldId="575"/>
        </pc:sldMkLst>
      </pc:sldChg>
      <pc:sldChg chg="del">
        <pc:chgData name="Amanda Countryman" userId="0be1c61d-c610-49a2-ae7e-a4e60bd07712" providerId="ADAL" clId="{00873937-8841-4394-9081-668AB0E0F950}" dt="2026-08-25T01:50:52.027" v="1" actId="47"/>
        <pc:sldMkLst>
          <pc:docMk/>
          <pc:sldMk cId="0" sldId="576"/>
        </pc:sldMkLst>
      </pc:sldChg>
      <pc:sldChg chg="del">
        <pc:chgData name="Amanda Countryman" userId="0be1c61d-c610-49a2-ae7e-a4e60bd07712" providerId="ADAL" clId="{00873937-8841-4394-9081-668AB0E0F950}" dt="2026-08-25T01:50:52.027" v="1" actId="47"/>
        <pc:sldMkLst>
          <pc:docMk/>
          <pc:sldMk cId="0" sldId="577"/>
        </pc:sldMkLst>
      </pc:sldChg>
      <pc:sldChg chg="del">
        <pc:chgData name="Amanda Countryman" userId="0be1c61d-c610-49a2-ae7e-a4e60bd07712" providerId="ADAL" clId="{00873937-8841-4394-9081-668AB0E0F950}" dt="2026-08-25T01:50:52.027" v="1" actId="47"/>
        <pc:sldMkLst>
          <pc:docMk/>
          <pc:sldMk cId="0" sldId="578"/>
        </pc:sldMkLst>
      </pc:sldChg>
      <pc:sldChg chg="del">
        <pc:chgData name="Amanda Countryman" userId="0be1c61d-c610-49a2-ae7e-a4e60bd07712" providerId="ADAL" clId="{00873937-8841-4394-9081-668AB0E0F950}" dt="2026-08-25T01:50:52.027" v="1" actId="47"/>
        <pc:sldMkLst>
          <pc:docMk/>
          <pc:sldMk cId="0" sldId="579"/>
        </pc:sldMkLst>
      </pc:sldChg>
      <pc:sldChg chg="del">
        <pc:chgData name="Amanda Countryman" userId="0be1c61d-c610-49a2-ae7e-a4e60bd07712" providerId="ADAL" clId="{00873937-8841-4394-9081-668AB0E0F950}" dt="2026-08-25T01:50:52.027" v="1" actId="47"/>
        <pc:sldMkLst>
          <pc:docMk/>
          <pc:sldMk cId="0" sldId="580"/>
        </pc:sldMkLst>
      </pc:sldChg>
      <pc:sldChg chg="del">
        <pc:chgData name="Amanda Countryman" userId="0be1c61d-c610-49a2-ae7e-a4e60bd07712" providerId="ADAL" clId="{00873937-8841-4394-9081-668AB0E0F950}" dt="2026-08-25T01:50:52.027" v="1" actId="47"/>
        <pc:sldMkLst>
          <pc:docMk/>
          <pc:sldMk cId="0" sldId="581"/>
        </pc:sldMkLst>
      </pc:sldChg>
      <pc:sldChg chg="del">
        <pc:chgData name="Amanda Countryman" userId="0be1c61d-c610-49a2-ae7e-a4e60bd07712" providerId="ADAL" clId="{00873937-8841-4394-9081-668AB0E0F950}" dt="2026-08-25T01:50:52.027" v="1" actId="47"/>
        <pc:sldMkLst>
          <pc:docMk/>
          <pc:sldMk cId="0" sldId="582"/>
        </pc:sldMkLst>
      </pc:sldChg>
      <pc:sldChg chg="del">
        <pc:chgData name="Amanda Countryman" userId="0be1c61d-c610-49a2-ae7e-a4e60bd07712" providerId="ADAL" clId="{00873937-8841-4394-9081-668AB0E0F950}" dt="2026-08-25T01:50:52.027" v="1" actId="47"/>
        <pc:sldMkLst>
          <pc:docMk/>
          <pc:sldMk cId="0" sldId="583"/>
        </pc:sldMkLst>
      </pc:sldChg>
      <pc:sldChg chg="del">
        <pc:chgData name="Amanda Countryman" userId="0be1c61d-c610-49a2-ae7e-a4e60bd07712" providerId="ADAL" clId="{00873937-8841-4394-9081-668AB0E0F950}" dt="2026-08-25T01:50:52.027" v="1" actId="47"/>
        <pc:sldMkLst>
          <pc:docMk/>
          <pc:sldMk cId="0" sldId="584"/>
        </pc:sldMkLst>
      </pc:sldChg>
      <pc:sldChg chg="del">
        <pc:chgData name="Amanda Countryman" userId="0be1c61d-c610-49a2-ae7e-a4e60bd07712" providerId="ADAL" clId="{00873937-8841-4394-9081-668AB0E0F950}" dt="2026-08-25T01:50:52.027" v="1" actId="47"/>
        <pc:sldMkLst>
          <pc:docMk/>
          <pc:sldMk cId="0" sldId="585"/>
        </pc:sldMkLst>
      </pc:sldChg>
      <pc:sldChg chg="del">
        <pc:chgData name="Amanda Countryman" userId="0be1c61d-c610-49a2-ae7e-a4e60bd07712" providerId="ADAL" clId="{00873937-8841-4394-9081-668AB0E0F950}" dt="2026-08-25T01:50:52.027" v="1" actId="47"/>
        <pc:sldMkLst>
          <pc:docMk/>
          <pc:sldMk cId="0" sldId="586"/>
        </pc:sldMkLst>
      </pc:sldChg>
      <pc:sldChg chg="del">
        <pc:chgData name="Amanda Countryman" userId="0be1c61d-c610-49a2-ae7e-a4e60bd07712" providerId="ADAL" clId="{00873937-8841-4394-9081-668AB0E0F950}" dt="2026-08-25T01:50:52.027" v="1" actId="47"/>
        <pc:sldMkLst>
          <pc:docMk/>
          <pc:sldMk cId="0" sldId="587"/>
        </pc:sldMkLst>
      </pc:sldChg>
      <pc:sldChg chg="del">
        <pc:chgData name="Amanda Countryman" userId="0be1c61d-c610-49a2-ae7e-a4e60bd07712" providerId="ADAL" clId="{00873937-8841-4394-9081-668AB0E0F950}" dt="2026-08-25T01:50:52.027" v="1" actId="47"/>
        <pc:sldMkLst>
          <pc:docMk/>
          <pc:sldMk cId="0" sldId="588"/>
        </pc:sldMkLst>
      </pc:sldChg>
      <pc:sldChg chg="del">
        <pc:chgData name="Amanda Countryman" userId="0be1c61d-c610-49a2-ae7e-a4e60bd07712" providerId="ADAL" clId="{00873937-8841-4394-9081-668AB0E0F950}" dt="2026-08-25T01:50:52.027" v="1" actId="47"/>
        <pc:sldMkLst>
          <pc:docMk/>
          <pc:sldMk cId="0" sldId="589"/>
        </pc:sldMkLst>
      </pc:sldChg>
      <pc:sldChg chg="del">
        <pc:chgData name="Amanda Countryman" userId="0be1c61d-c610-49a2-ae7e-a4e60bd07712" providerId="ADAL" clId="{00873937-8841-4394-9081-668AB0E0F950}" dt="2026-08-25T01:50:52.027" v="1" actId="47"/>
        <pc:sldMkLst>
          <pc:docMk/>
          <pc:sldMk cId="0" sldId="590"/>
        </pc:sldMkLst>
      </pc:sldChg>
      <pc:sldChg chg="del">
        <pc:chgData name="Amanda Countryman" userId="0be1c61d-c610-49a2-ae7e-a4e60bd07712" providerId="ADAL" clId="{00873937-8841-4394-9081-668AB0E0F950}" dt="2026-08-25T01:50:52.027" v="1" actId="47"/>
        <pc:sldMkLst>
          <pc:docMk/>
          <pc:sldMk cId="0" sldId="591"/>
        </pc:sldMkLst>
      </pc:sldChg>
      <pc:sldChg chg="del">
        <pc:chgData name="Amanda Countryman" userId="0be1c61d-c610-49a2-ae7e-a4e60bd07712" providerId="ADAL" clId="{00873937-8841-4394-9081-668AB0E0F950}" dt="2026-08-25T01:50:52.027" v="1" actId="47"/>
        <pc:sldMkLst>
          <pc:docMk/>
          <pc:sldMk cId="0" sldId="592"/>
        </pc:sldMkLst>
      </pc:sldChg>
      <pc:sldChg chg="del">
        <pc:chgData name="Amanda Countryman" userId="0be1c61d-c610-49a2-ae7e-a4e60bd07712" providerId="ADAL" clId="{00873937-8841-4394-9081-668AB0E0F950}" dt="2026-08-25T01:50:52.027" v="1" actId="47"/>
        <pc:sldMkLst>
          <pc:docMk/>
          <pc:sldMk cId="0" sldId="593"/>
        </pc:sldMkLst>
      </pc:sldChg>
      <pc:sldChg chg="del">
        <pc:chgData name="Amanda Countryman" userId="0be1c61d-c610-49a2-ae7e-a4e60bd07712" providerId="ADAL" clId="{00873937-8841-4394-9081-668AB0E0F950}" dt="2026-08-25T01:50:52.027" v="1" actId="47"/>
        <pc:sldMkLst>
          <pc:docMk/>
          <pc:sldMk cId="0" sldId="594"/>
        </pc:sldMkLst>
      </pc:sldChg>
      <pc:sldChg chg="del">
        <pc:chgData name="Amanda Countryman" userId="0be1c61d-c610-49a2-ae7e-a4e60bd07712" providerId="ADAL" clId="{00873937-8841-4394-9081-668AB0E0F950}" dt="2026-08-25T01:50:52.027" v="1" actId="47"/>
        <pc:sldMkLst>
          <pc:docMk/>
          <pc:sldMk cId="0" sldId="595"/>
        </pc:sldMkLst>
      </pc:sldChg>
      <pc:sldChg chg="del">
        <pc:chgData name="Amanda Countryman" userId="0be1c61d-c610-49a2-ae7e-a4e60bd07712" providerId="ADAL" clId="{00873937-8841-4394-9081-668AB0E0F950}" dt="2026-08-25T01:50:52.027" v="1" actId="47"/>
        <pc:sldMkLst>
          <pc:docMk/>
          <pc:sldMk cId="0" sldId="596"/>
        </pc:sldMkLst>
      </pc:sldChg>
      <pc:sldChg chg="del">
        <pc:chgData name="Amanda Countryman" userId="0be1c61d-c610-49a2-ae7e-a4e60bd07712" providerId="ADAL" clId="{00873937-8841-4394-9081-668AB0E0F950}" dt="2026-08-25T01:50:52.027" v="1" actId="47"/>
        <pc:sldMkLst>
          <pc:docMk/>
          <pc:sldMk cId="0" sldId="597"/>
        </pc:sldMkLst>
      </pc:sldChg>
      <pc:sldChg chg="del">
        <pc:chgData name="Amanda Countryman" userId="0be1c61d-c610-49a2-ae7e-a4e60bd07712" providerId="ADAL" clId="{00873937-8841-4394-9081-668AB0E0F950}" dt="2026-08-25T01:50:52.027" v="1" actId="47"/>
        <pc:sldMkLst>
          <pc:docMk/>
          <pc:sldMk cId="0" sldId="598"/>
        </pc:sldMkLst>
      </pc:sldChg>
      <pc:sldChg chg="del">
        <pc:chgData name="Amanda Countryman" userId="0be1c61d-c610-49a2-ae7e-a4e60bd07712" providerId="ADAL" clId="{00873937-8841-4394-9081-668AB0E0F950}" dt="2026-08-25T01:50:52.027" v="1" actId="47"/>
        <pc:sldMkLst>
          <pc:docMk/>
          <pc:sldMk cId="0" sldId="599"/>
        </pc:sldMkLst>
      </pc:sldChg>
      <pc:sldChg chg="del">
        <pc:chgData name="Amanda Countryman" userId="0be1c61d-c610-49a2-ae7e-a4e60bd07712" providerId="ADAL" clId="{00873937-8841-4394-9081-668AB0E0F950}" dt="2026-08-25T01:50:52.027" v="1" actId="47"/>
        <pc:sldMkLst>
          <pc:docMk/>
          <pc:sldMk cId="0" sldId="600"/>
        </pc:sldMkLst>
      </pc:sldChg>
      <pc:sldChg chg="del">
        <pc:chgData name="Amanda Countryman" userId="0be1c61d-c610-49a2-ae7e-a4e60bd07712" providerId="ADAL" clId="{00873937-8841-4394-9081-668AB0E0F950}" dt="2026-08-25T01:50:52.027" v="1" actId="47"/>
        <pc:sldMkLst>
          <pc:docMk/>
          <pc:sldMk cId="0" sldId="601"/>
        </pc:sldMkLst>
      </pc:sldChg>
      <pc:sldChg chg="del">
        <pc:chgData name="Amanda Countryman" userId="0be1c61d-c610-49a2-ae7e-a4e60bd07712" providerId="ADAL" clId="{00873937-8841-4394-9081-668AB0E0F950}" dt="2026-08-25T01:50:52.027" v="1" actId="47"/>
        <pc:sldMkLst>
          <pc:docMk/>
          <pc:sldMk cId="0" sldId="602"/>
        </pc:sldMkLst>
      </pc:sldChg>
      <pc:sldChg chg="del">
        <pc:chgData name="Amanda Countryman" userId="0be1c61d-c610-49a2-ae7e-a4e60bd07712" providerId="ADAL" clId="{00873937-8841-4394-9081-668AB0E0F950}" dt="2026-08-25T01:50:52.027" v="1" actId="47"/>
        <pc:sldMkLst>
          <pc:docMk/>
          <pc:sldMk cId="0" sldId="603"/>
        </pc:sldMkLst>
      </pc:sldChg>
      <pc:sldChg chg="del">
        <pc:chgData name="Amanda Countryman" userId="0be1c61d-c610-49a2-ae7e-a4e60bd07712" providerId="ADAL" clId="{00873937-8841-4394-9081-668AB0E0F950}" dt="2026-08-25T01:50:52.027" v="1" actId="47"/>
        <pc:sldMkLst>
          <pc:docMk/>
          <pc:sldMk cId="0" sldId="604"/>
        </pc:sldMkLst>
      </pc:sldChg>
      <pc:sldChg chg="del">
        <pc:chgData name="Amanda Countryman" userId="0be1c61d-c610-49a2-ae7e-a4e60bd07712" providerId="ADAL" clId="{00873937-8841-4394-9081-668AB0E0F950}" dt="2026-08-25T01:50:52.027" v="1" actId="47"/>
        <pc:sldMkLst>
          <pc:docMk/>
          <pc:sldMk cId="0" sldId="605"/>
        </pc:sldMkLst>
      </pc:sldChg>
      <pc:sldChg chg="del">
        <pc:chgData name="Amanda Countryman" userId="0be1c61d-c610-49a2-ae7e-a4e60bd07712" providerId="ADAL" clId="{00873937-8841-4394-9081-668AB0E0F950}" dt="2026-08-25T01:50:52.027" v="1" actId="47"/>
        <pc:sldMkLst>
          <pc:docMk/>
          <pc:sldMk cId="0" sldId="606"/>
        </pc:sldMkLst>
      </pc:sldChg>
      <pc:sldChg chg="del">
        <pc:chgData name="Amanda Countryman" userId="0be1c61d-c610-49a2-ae7e-a4e60bd07712" providerId="ADAL" clId="{00873937-8841-4394-9081-668AB0E0F950}" dt="2026-08-25T01:50:52.027" v="1" actId="47"/>
        <pc:sldMkLst>
          <pc:docMk/>
          <pc:sldMk cId="0" sldId="607"/>
        </pc:sldMkLst>
      </pc:sldChg>
      <pc:sldChg chg="del">
        <pc:chgData name="Amanda Countryman" userId="0be1c61d-c610-49a2-ae7e-a4e60bd07712" providerId="ADAL" clId="{00873937-8841-4394-9081-668AB0E0F950}" dt="2026-08-25T01:50:52.027" v="1" actId="47"/>
        <pc:sldMkLst>
          <pc:docMk/>
          <pc:sldMk cId="0" sldId="608"/>
        </pc:sldMkLst>
      </pc:sldChg>
      <pc:sldChg chg="del">
        <pc:chgData name="Amanda Countryman" userId="0be1c61d-c610-49a2-ae7e-a4e60bd07712" providerId="ADAL" clId="{00873937-8841-4394-9081-668AB0E0F950}" dt="2026-08-25T01:50:52.027" v="1" actId="47"/>
        <pc:sldMkLst>
          <pc:docMk/>
          <pc:sldMk cId="0" sldId="609"/>
        </pc:sldMkLst>
      </pc:sldChg>
      <pc:sldChg chg="del">
        <pc:chgData name="Amanda Countryman" userId="0be1c61d-c610-49a2-ae7e-a4e60bd07712" providerId="ADAL" clId="{00873937-8841-4394-9081-668AB0E0F950}" dt="2026-08-25T01:50:52.027" v="1" actId="47"/>
        <pc:sldMkLst>
          <pc:docMk/>
          <pc:sldMk cId="0" sldId="610"/>
        </pc:sldMkLst>
      </pc:sldChg>
      <pc:sldChg chg="del">
        <pc:chgData name="Amanda Countryman" userId="0be1c61d-c610-49a2-ae7e-a4e60bd07712" providerId="ADAL" clId="{00873937-8841-4394-9081-668AB0E0F950}" dt="2026-08-25T01:50:52.027" v="1" actId="47"/>
        <pc:sldMkLst>
          <pc:docMk/>
          <pc:sldMk cId="0" sldId="611"/>
        </pc:sldMkLst>
      </pc:sldChg>
      <pc:sldChg chg="del">
        <pc:chgData name="Amanda Countryman" userId="0be1c61d-c610-49a2-ae7e-a4e60bd07712" providerId="ADAL" clId="{00873937-8841-4394-9081-668AB0E0F950}" dt="2026-08-25T01:50:52.027" v="1" actId="47"/>
        <pc:sldMkLst>
          <pc:docMk/>
          <pc:sldMk cId="0" sldId="612"/>
        </pc:sldMkLst>
      </pc:sldChg>
      <pc:sldChg chg="del">
        <pc:chgData name="Amanda Countryman" userId="0be1c61d-c610-49a2-ae7e-a4e60bd07712" providerId="ADAL" clId="{00873937-8841-4394-9081-668AB0E0F950}" dt="2026-08-25T01:50:52.027" v="1" actId="47"/>
        <pc:sldMkLst>
          <pc:docMk/>
          <pc:sldMk cId="0" sldId="613"/>
        </pc:sldMkLst>
      </pc:sldChg>
      <pc:sldChg chg="del">
        <pc:chgData name="Amanda Countryman" userId="0be1c61d-c610-49a2-ae7e-a4e60bd07712" providerId="ADAL" clId="{00873937-8841-4394-9081-668AB0E0F950}" dt="2026-08-25T01:50:52.027" v="1" actId="47"/>
        <pc:sldMkLst>
          <pc:docMk/>
          <pc:sldMk cId="0" sldId="614"/>
        </pc:sldMkLst>
      </pc:sldChg>
      <pc:sldChg chg="del">
        <pc:chgData name="Amanda Countryman" userId="0be1c61d-c610-49a2-ae7e-a4e60bd07712" providerId="ADAL" clId="{00873937-8841-4394-9081-668AB0E0F950}" dt="2026-08-25T01:50:52.027" v="1" actId="47"/>
        <pc:sldMkLst>
          <pc:docMk/>
          <pc:sldMk cId="0" sldId="615"/>
        </pc:sldMkLst>
      </pc:sldChg>
      <pc:sldChg chg="del">
        <pc:chgData name="Amanda Countryman" userId="0be1c61d-c610-49a2-ae7e-a4e60bd07712" providerId="ADAL" clId="{00873937-8841-4394-9081-668AB0E0F950}" dt="2026-08-25T01:50:52.027" v="1" actId="47"/>
        <pc:sldMkLst>
          <pc:docMk/>
          <pc:sldMk cId="0" sldId="616"/>
        </pc:sldMkLst>
      </pc:sldChg>
      <pc:sldChg chg="del">
        <pc:chgData name="Amanda Countryman" userId="0be1c61d-c610-49a2-ae7e-a4e60bd07712" providerId="ADAL" clId="{00873937-8841-4394-9081-668AB0E0F950}" dt="2026-08-25T01:50:52.027" v="1" actId="47"/>
        <pc:sldMkLst>
          <pc:docMk/>
          <pc:sldMk cId="0" sldId="617"/>
        </pc:sldMkLst>
      </pc:sldChg>
      <pc:sldChg chg="del">
        <pc:chgData name="Amanda Countryman" userId="0be1c61d-c610-49a2-ae7e-a4e60bd07712" providerId="ADAL" clId="{00873937-8841-4394-9081-668AB0E0F950}" dt="2026-08-25T01:50:52.027" v="1" actId="47"/>
        <pc:sldMkLst>
          <pc:docMk/>
          <pc:sldMk cId="0" sldId="618"/>
        </pc:sldMkLst>
      </pc:sldChg>
      <pc:sldChg chg="del">
        <pc:chgData name="Amanda Countryman" userId="0be1c61d-c610-49a2-ae7e-a4e60bd07712" providerId="ADAL" clId="{00873937-8841-4394-9081-668AB0E0F950}" dt="2026-08-25T01:50:52.027" v="1" actId="47"/>
        <pc:sldMkLst>
          <pc:docMk/>
          <pc:sldMk cId="0" sldId="619"/>
        </pc:sldMkLst>
      </pc:sldChg>
      <pc:sldChg chg="del">
        <pc:chgData name="Amanda Countryman" userId="0be1c61d-c610-49a2-ae7e-a4e60bd07712" providerId="ADAL" clId="{00873937-8841-4394-9081-668AB0E0F950}" dt="2026-08-25T01:50:52.027" v="1" actId="47"/>
        <pc:sldMkLst>
          <pc:docMk/>
          <pc:sldMk cId="0" sldId="620"/>
        </pc:sldMkLst>
      </pc:sldChg>
      <pc:sldChg chg="del">
        <pc:chgData name="Amanda Countryman" userId="0be1c61d-c610-49a2-ae7e-a4e60bd07712" providerId="ADAL" clId="{00873937-8841-4394-9081-668AB0E0F950}" dt="2026-08-25T01:50:52.027" v="1" actId="47"/>
        <pc:sldMkLst>
          <pc:docMk/>
          <pc:sldMk cId="0" sldId="621"/>
        </pc:sldMkLst>
      </pc:sldChg>
      <pc:sldChg chg="del">
        <pc:chgData name="Amanda Countryman" userId="0be1c61d-c610-49a2-ae7e-a4e60bd07712" providerId="ADAL" clId="{00873937-8841-4394-9081-668AB0E0F950}" dt="2026-08-25T01:50:52.027" v="1" actId="47"/>
        <pc:sldMkLst>
          <pc:docMk/>
          <pc:sldMk cId="0" sldId="622"/>
        </pc:sldMkLst>
      </pc:sldChg>
      <pc:sldChg chg="del">
        <pc:chgData name="Amanda Countryman" userId="0be1c61d-c610-49a2-ae7e-a4e60bd07712" providerId="ADAL" clId="{00873937-8841-4394-9081-668AB0E0F950}" dt="2026-08-25T01:50:52.027" v="1" actId="47"/>
        <pc:sldMkLst>
          <pc:docMk/>
          <pc:sldMk cId="2406920554" sldId="623"/>
        </pc:sldMkLst>
      </pc:sldChg>
      <pc:sldChg chg="del">
        <pc:chgData name="Amanda Countryman" userId="0be1c61d-c610-49a2-ae7e-a4e60bd07712" providerId="ADAL" clId="{00873937-8841-4394-9081-668AB0E0F950}" dt="2026-08-25T01:50:52.027" v="1" actId="47"/>
        <pc:sldMkLst>
          <pc:docMk/>
          <pc:sldMk cId="1461415041" sldId="624"/>
        </pc:sldMkLst>
      </pc:sldChg>
      <pc:sldChg chg="del">
        <pc:chgData name="Amanda Countryman" userId="0be1c61d-c610-49a2-ae7e-a4e60bd07712" providerId="ADAL" clId="{00873937-8841-4394-9081-668AB0E0F950}" dt="2026-08-25T01:50:52.027" v="1" actId="47"/>
        <pc:sldMkLst>
          <pc:docMk/>
          <pc:sldMk cId="3456568805" sldId="625"/>
        </pc:sldMkLst>
      </pc:sldChg>
      <pc:sldChg chg="del">
        <pc:chgData name="Amanda Countryman" userId="0be1c61d-c610-49a2-ae7e-a4e60bd07712" providerId="ADAL" clId="{00873937-8841-4394-9081-668AB0E0F950}" dt="2026-08-25T01:50:52.027" v="1" actId="47"/>
        <pc:sldMkLst>
          <pc:docMk/>
          <pc:sldMk cId="2974497477" sldId="626"/>
        </pc:sldMkLst>
      </pc:sldChg>
      <pc:sldChg chg="del">
        <pc:chgData name="Amanda Countryman" userId="0be1c61d-c610-49a2-ae7e-a4e60bd07712" providerId="ADAL" clId="{00873937-8841-4394-9081-668AB0E0F950}" dt="2026-08-25T01:50:52.027" v="1" actId="47"/>
        <pc:sldMkLst>
          <pc:docMk/>
          <pc:sldMk cId="3220196752" sldId="627"/>
        </pc:sldMkLst>
      </pc:sldChg>
      <pc:sldChg chg="del">
        <pc:chgData name="Amanda Countryman" userId="0be1c61d-c610-49a2-ae7e-a4e60bd07712" providerId="ADAL" clId="{00873937-8841-4394-9081-668AB0E0F950}" dt="2026-08-25T01:50:52.027" v="1" actId="47"/>
        <pc:sldMkLst>
          <pc:docMk/>
          <pc:sldMk cId="4290813059" sldId="628"/>
        </pc:sldMkLst>
      </pc:sldChg>
      <pc:sldChg chg="del">
        <pc:chgData name="Amanda Countryman" userId="0be1c61d-c610-49a2-ae7e-a4e60bd07712" providerId="ADAL" clId="{00873937-8841-4394-9081-668AB0E0F950}" dt="2026-08-25T01:50:52.027" v="1" actId="47"/>
        <pc:sldMkLst>
          <pc:docMk/>
          <pc:sldMk cId="3979346413" sldId="629"/>
        </pc:sldMkLst>
      </pc:sldChg>
      <pc:sldChg chg="del">
        <pc:chgData name="Amanda Countryman" userId="0be1c61d-c610-49a2-ae7e-a4e60bd07712" providerId="ADAL" clId="{00873937-8841-4394-9081-668AB0E0F950}" dt="2026-08-25T01:50:52.027" v="1" actId="47"/>
        <pc:sldMkLst>
          <pc:docMk/>
          <pc:sldMk cId="3005082278" sldId="630"/>
        </pc:sldMkLst>
      </pc:sldChg>
      <pc:sldChg chg="del">
        <pc:chgData name="Amanda Countryman" userId="0be1c61d-c610-49a2-ae7e-a4e60bd07712" providerId="ADAL" clId="{00873937-8841-4394-9081-668AB0E0F950}" dt="2026-08-25T01:50:52.027" v="1" actId="47"/>
        <pc:sldMkLst>
          <pc:docMk/>
          <pc:sldMk cId="1331653884" sldId="631"/>
        </pc:sldMkLst>
      </pc:sldChg>
      <pc:sldChg chg="del">
        <pc:chgData name="Amanda Countryman" userId="0be1c61d-c610-49a2-ae7e-a4e60bd07712" providerId="ADAL" clId="{00873937-8841-4394-9081-668AB0E0F950}" dt="2026-08-25T01:50:52.027" v="1" actId="47"/>
        <pc:sldMkLst>
          <pc:docMk/>
          <pc:sldMk cId="3018907001" sldId="632"/>
        </pc:sldMkLst>
      </pc:sldChg>
      <pc:sldChg chg="del">
        <pc:chgData name="Amanda Countryman" userId="0be1c61d-c610-49a2-ae7e-a4e60bd07712" providerId="ADAL" clId="{00873937-8841-4394-9081-668AB0E0F950}" dt="2026-08-25T01:50:37.028" v="0" actId="47"/>
        <pc:sldMkLst>
          <pc:docMk/>
          <pc:sldMk cId="3294043409" sldId="634"/>
        </pc:sldMkLst>
      </pc:sldChg>
      <pc:sldChg chg="del">
        <pc:chgData name="Amanda Countryman" userId="0be1c61d-c610-49a2-ae7e-a4e60bd07712" providerId="ADAL" clId="{00873937-8841-4394-9081-668AB0E0F950}" dt="2026-08-25T01:50:37.028" v="0" actId="47"/>
        <pc:sldMkLst>
          <pc:docMk/>
          <pc:sldMk cId="3591963411" sldId="636"/>
        </pc:sldMkLst>
      </pc:sldChg>
      <pc:sldChg chg="del">
        <pc:chgData name="Amanda Countryman" userId="0be1c61d-c610-49a2-ae7e-a4e60bd07712" providerId="ADAL" clId="{00873937-8841-4394-9081-668AB0E0F950}" dt="2026-08-25T01:50:52.027" v="1" actId="47"/>
        <pc:sldMkLst>
          <pc:docMk/>
          <pc:sldMk cId="4147910204" sldId="637"/>
        </pc:sldMkLst>
      </pc:sldChg>
      <pc:sldChg chg="del">
        <pc:chgData name="Amanda Countryman" userId="0be1c61d-c610-49a2-ae7e-a4e60bd07712" providerId="ADAL" clId="{00873937-8841-4394-9081-668AB0E0F950}" dt="2026-08-25T01:50:52.027" v="1" actId="47"/>
        <pc:sldMkLst>
          <pc:docMk/>
          <pc:sldMk cId="4086080035" sldId="638"/>
        </pc:sldMkLst>
      </pc:sldChg>
      <pc:sldChg chg="del">
        <pc:chgData name="Amanda Countryman" userId="0be1c61d-c610-49a2-ae7e-a4e60bd07712" providerId="ADAL" clId="{00873937-8841-4394-9081-668AB0E0F950}" dt="2026-08-25T01:50:52.027" v="1" actId="47"/>
        <pc:sldMkLst>
          <pc:docMk/>
          <pc:sldMk cId="541951211" sldId="640"/>
        </pc:sldMkLst>
      </pc:sldChg>
      <pc:sldChg chg="del">
        <pc:chgData name="Amanda Countryman" userId="0be1c61d-c610-49a2-ae7e-a4e60bd07712" providerId="ADAL" clId="{00873937-8841-4394-9081-668AB0E0F950}" dt="2026-08-25T01:50:52.027" v="1" actId="47"/>
        <pc:sldMkLst>
          <pc:docMk/>
          <pc:sldMk cId="3554610212" sldId="641"/>
        </pc:sldMkLst>
      </pc:sldChg>
      <pc:sldChg chg="del">
        <pc:chgData name="Amanda Countryman" userId="0be1c61d-c610-49a2-ae7e-a4e60bd07712" providerId="ADAL" clId="{00873937-8841-4394-9081-668AB0E0F950}" dt="2026-08-25T01:50:52.027" v="1" actId="47"/>
        <pc:sldMkLst>
          <pc:docMk/>
          <pc:sldMk cId="84309754" sldId="642"/>
        </pc:sldMkLst>
      </pc:sldChg>
      <pc:sldChg chg="del">
        <pc:chgData name="Amanda Countryman" userId="0be1c61d-c610-49a2-ae7e-a4e60bd07712" providerId="ADAL" clId="{00873937-8841-4394-9081-668AB0E0F950}" dt="2026-08-25T01:50:52.027" v="1" actId="47"/>
        <pc:sldMkLst>
          <pc:docMk/>
          <pc:sldMk cId="4132345226" sldId="643"/>
        </pc:sldMkLst>
      </pc:sldChg>
      <pc:sldChg chg="del">
        <pc:chgData name="Amanda Countryman" userId="0be1c61d-c610-49a2-ae7e-a4e60bd07712" providerId="ADAL" clId="{00873937-8841-4394-9081-668AB0E0F950}" dt="2026-08-25T01:50:52.027" v="1" actId="47"/>
        <pc:sldMkLst>
          <pc:docMk/>
          <pc:sldMk cId="4231278966" sldId="644"/>
        </pc:sldMkLst>
      </pc:sldChg>
      <pc:sldChg chg="del">
        <pc:chgData name="Amanda Countryman" userId="0be1c61d-c610-49a2-ae7e-a4e60bd07712" providerId="ADAL" clId="{00873937-8841-4394-9081-668AB0E0F950}" dt="2026-08-25T01:50:52.027" v="1" actId="47"/>
        <pc:sldMkLst>
          <pc:docMk/>
          <pc:sldMk cId="1725424007" sldId="645"/>
        </pc:sldMkLst>
      </pc:sldChg>
      <pc:sldChg chg="del">
        <pc:chgData name="Amanda Countryman" userId="0be1c61d-c610-49a2-ae7e-a4e60bd07712" providerId="ADAL" clId="{00873937-8841-4394-9081-668AB0E0F950}" dt="2026-08-25T01:50:52.027" v="1" actId="47"/>
        <pc:sldMkLst>
          <pc:docMk/>
          <pc:sldMk cId="2345553980" sldId="646"/>
        </pc:sldMkLst>
      </pc:sldChg>
      <pc:sldChg chg="del">
        <pc:chgData name="Amanda Countryman" userId="0be1c61d-c610-49a2-ae7e-a4e60bd07712" providerId="ADAL" clId="{00873937-8841-4394-9081-668AB0E0F950}" dt="2026-08-25T01:50:52.027" v="1" actId="47"/>
        <pc:sldMkLst>
          <pc:docMk/>
          <pc:sldMk cId="2803429261" sldId="647"/>
        </pc:sldMkLst>
      </pc:sldChg>
      <pc:sldChg chg="del">
        <pc:chgData name="Amanda Countryman" userId="0be1c61d-c610-49a2-ae7e-a4e60bd07712" providerId="ADAL" clId="{00873937-8841-4394-9081-668AB0E0F950}" dt="2026-08-25T01:50:52.027" v="1" actId="47"/>
        <pc:sldMkLst>
          <pc:docMk/>
          <pc:sldMk cId="3017040870" sldId="648"/>
        </pc:sldMkLst>
      </pc:sldChg>
      <pc:sldChg chg="del">
        <pc:chgData name="Amanda Countryman" userId="0be1c61d-c610-49a2-ae7e-a4e60bd07712" providerId="ADAL" clId="{00873937-8841-4394-9081-668AB0E0F950}" dt="2026-08-25T01:50:52.027" v="1" actId="47"/>
        <pc:sldMkLst>
          <pc:docMk/>
          <pc:sldMk cId="831580178" sldId="649"/>
        </pc:sldMkLst>
      </pc:sldChg>
      <pc:sldChg chg="del">
        <pc:chgData name="Amanda Countryman" userId="0be1c61d-c610-49a2-ae7e-a4e60bd07712" providerId="ADAL" clId="{00873937-8841-4394-9081-668AB0E0F950}" dt="2026-08-25T01:50:52.027" v="1" actId="47"/>
        <pc:sldMkLst>
          <pc:docMk/>
          <pc:sldMk cId="822023103" sldId="650"/>
        </pc:sldMkLst>
      </pc:sldChg>
      <pc:sldChg chg="del">
        <pc:chgData name="Amanda Countryman" userId="0be1c61d-c610-49a2-ae7e-a4e60bd07712" providerId="ADAL" clId="{00873937-8841-4394-9081-668AB0E0F950}" dt="2026-08-25T01:50:52.027" v="1" actId="47"/>
        <pc:sldMkLst>
          <pc:docMk/>
          <pc:sldMk cId="2325916051" sldId="651"/>
        </pc:sldMkLst>
      </pc:sldChg>
      <pc:sldChg chg="del">
        <pc:chgData name="Amanda Countryman" userId="0be1c61d-c610-49a2-ae7e-a4e60bd07712" providerId="ADAL" clId="{00873937-8841-4394-9081-668AB0E0F950}" dt="2026-08-25T01:50:52.027" v="1" actId="47"/>
        <pc:sldMkLst>
          <pc:docMk/>
          <pc:sldMk cId="1099178025" sldId="652"/>
        </pc:sldMkLst>
      </pc:sldChg>
      <pc:sldChg chg="del">
        <pc:chgData name="Amanda Countryman" userId="0be1c61d-c610-49a2-ae7e-a4e60bd07712" providerId="ADAL" clId="{00873937-8841-4394-9081-668AB0E0F950}" dt="2026-08-25T01:50:52.027" v="1" actId="47"/>
        <pc:sldMkLst>
          <pc:docMk/>
          <pc:sldMk cId="547711769" sldId="653"/>
        </pc:sldMkLst>
      </pc:sldChg>
      <pc:sldChg chg="del">
        <pc:chgData name="Amanda Countryman" userId="0be1c61d-c610-49a2-ae7e-a4e60bd07712" providerId="ADAL" clId="{00873937-8841-4394-9081-668AB0E0F950}" dt="2026-08-25T01:50:52.027" v="1" actId="47"/>
        <pc:sldMkLst>
          <pc:docMk/>
          <pc:sldMk cId="1879296121" sldId="654"/>
        </pc:sldMkLst>
      </pc:sldChg>
      <pc:sldChg chg="del">
        <pc:chgData name="Amanda Countryman" userId="0be1c61d-c610-49a2-ae7e-a4e60bd07712" providerId="ADAL" clId="{00873937-8841-4394-9081-668AB0E0F950}" dt="2026-08-25T01:50:52.027" v="1" actId="47"/>
        <pc:sldMkLst>
          <pc:docMk/>
          <pc:sldMk cId="846787941" sldId="655"/>
        </pc:sldMkLst>
      </pc:sldChg>
      <pc:sldChg chg="del">
        <pc:chgData name="Amanda Countryman" userId="0be1c61d-c610-49a2-ae7e-a4e60bd07712" providerId="ADAL" clId="{00873937-8841-4394-9081-668AB0E0F950}" dt="2026-08-25T01:50:52.027" v="1" actId="47"/>
        <pc:sldMkLst>
          <pc:docMk/>
          <pc:sldMk cId="2007472656" sldId="656"/>
        </pc:sldMkLst>
      </pc:sldChg>
      <pc:sldChg chg="del">
        <pc:chgData name="Amanda Countryman" userId="0be1c61d-c610-49a2-ae7e-a4e60bd07712" providerId="ADAL" clId="{00873937-8841-4394-9081-668AB0E0F950}" dt="2026-08-25T01:50:52.027" v="1" actId="47"/>
        <pc:sldMkLst>
          <pc:docMk/>
          <pc:sldMk cId="3791664624" sldId="657"/>
        </pc:sldMkLst>
      </pc:sldChg>
      <pc:sldChg chg="del">
        <pc:chgData name="Amanda Countryman" userId="0be1c61d-c610-49a2-ae7e-a4e60bd07712" providerId="ADAL" clId="{00873937-8841-4394-9081-668AB0E0F950}" dt="2026-08-25T01:50:52.027" v="1" actId="47"/>
        <pc:sldMkLst>
          <pc:docMk/>
          <pc:sldMk cId="910570828" sldId="658"/>
        </pc:sldMkLst>
      </pc:sldChg>
      <pc:sldChg chg="del">
        <pc:chgData name="Amanda Countryman" userId="0be1c61d-c610-49a2-ae7e-a4e60bd07712" providerId="ADAL" clId="{00873937-8841-4394-9081-668AB0E0F950}" dt="2026-08-25T01:50:52.027" v="1" actId="47"/>
        <pc:sldMkLst>
          <pc:docMk/>
          <pc:sldMk cId="1203829888" sldId="659"/>
        </pc:sldMkLst>
      </pc:sldChg>
      <pc:sldChg chg="del">
        <pc:chgData name="Amanda Countryman" userId="0be1c61d-c610-49a2-ae7e-a4e60bd07712" providerId="ADAL" clId="{00873937-8841-4394-9081-668AB0E0F950}" dt="2026-08-25T01:50:52.027" v="1" actId="47"/>
        <pc:sldMkLst>
          <pc:docMk/>
          <pc:sldMk cId="3016396798" sldId="660"/>
        </pc:sldMkLst>
      </pc:sldChg>
      <pc:sldChg chg="del">
        <pc:chgData name="Amanda Countryman" userId="0be1c61d-c610-49a2-ae7e-a4e60bd07712" providerId="ADAL" clId="{00873937-8841-4394-9081-668AB0E0F950}" dt="2026-08-25T01:50:52.027" v="1" actId="47"/>
        <pc:sldMkLst>
          <pc:docMk/>
          <pc:sldMk cId="529741311" sldId="661"/>
        </pc:sldMkLst>
      </pc:sldChg>
      <pc:sldChg chg="del">
        <pc:chgData name="Amanda Countryman" userId="0be1c61d-c610-49a2-ae7e-a4e60bd07712" providerId="ADAL" clId="{00873937-8841-4394-9081-668AB0E0F950}" dt="2026-08-25T01:50:52.027" v="1" actId="47"/>
        <pc:sldMkLst>
          <pc:docMk/>
          <pc:sldMk cId="1496512939" sldId="662"/>
        </pc:sldMkLst>
      </pc:sldChg>
      <pc:sldChg chg="del">
        <pc:chgData name="Amanda Countryman" userId="0be1c61d-c610-49a2-ae7e-a4e60bd07712" providerId="ADAL" clId="{00873937-8841-4394-9081-668AB0E0F950}" dt="2026-08-25T01:50:52.027" v="1" actId="47"/>
        <pc:sldMkLst>
          <pc:docMk/>
          <pc:sldMk cId="3311294054" sldId="663"/>
        </pc:sldMkLst>
      </pc:sldChg>
      <pc:sldChg chg="del">
        <pc:chgData name="Amanda Countryman" userId="0be1c61d-c610-49a2-ae7e-a4e60bd07712" providerId="ADAL" clId="{00873937-8841-4394-9081-668AB0E0F950}" dt="2026-08-25T01:50:52.027" v="1" actId="47"/>
        <pc:sldMkLst>
          <pc:docMk/>
          <pc:sldMk cId="1370277252" sldId="664"/>
        </pc:sldMkLst>
      </pc:sldChg>
      <pc:sldChg chg="del">
        <pc:chgData name="Amanda Countryman" userId="0be1c61d-c610-49a2-ae7e-a4e60bd07712" providerId="ADAL" clId="{00873937-8841-4394-9081-668AB0E0F950}" dt="2026-08-25T01:50:52.027" v="1" actId="47"/>
        <pc:sldMkLst>
          <pc:docMk/>
          <pc:sldMk cId="1472161643" sldId="665"/>
        </pc:sldMkLst>
      </pc:sldChg>
      <pc:sldChg chg="del">
        <pc:chgData name="Amanda Countryman" userId="0be1c61d-c610-49a2-ae7e-a4e60bd07712" providerId="ADAL" clId="{00873937-8841-4394-9081-668AB0E0F950}" dt="2026-08-25T01:50:52.027" v="1" actId="47"/>
        <pc:sldMkLst>
          <pc:docMk/>
          <pc:sldMk cId="981778250" sldId="666"/>
        </pc:sldMkLst>
      </pc:sldChg>
      <pc:sldChg chg="del">
        <pc:chgData name="Amanda Countryman" userId="0be1c61d-c610-49a2-ae7e-a4e60bd07712" providerId="ADAL" clId="{00873937-8841-4394-9081-668AB0E0F950}" dt="2026-08-25T01:50:52.027" v="1" actId="47"/>
        <pc:sldMkLst>
          <pc:docMk/>
          <pc:sldMk cId="3393674583" sldId="667"/>
        </pc:sldMkLst>
      </pc:sldChg>
      <pc:sldChg chg="del">
        <pc:chgData name="Amanda Countryman" userId="0be1c61d-c610-49a2-ae7e-a4e60bd07712" providerId="ADAL" clId="{00873937-8841-4394-9081-668AB0E0F950}" dt="2026-08-25T01:50:52.027" v="1" actId="47"/>
        <pc:sldMkLst>
          <pc:docMk/>
          <pc:sldMk cId="3445159686" sldId="668"/>
        </pc:sldMkLst>
      </pc:sldChg>
      <pc:sldChg chg="del">
        <pc:chgData name="Amanda Countryman" userId="0be1c61d-c610-49a2-ae7e-a4e60bd07712" providerId="ADAL" clId="{00873937-8841-4394-9081-668AB0E0F950}" dt="2026-08-25T01:50:52.027" v="1" actId="47"/>
        <pc:sldMkLst>
          <pc:docMk/>
          <pc:sldMk cId="1178867473" sldId="669"/>
        </pc:sldMkLst>
      </pc:sldChg>
      <pc:sldChg chg="del">
        <pc:chgData name="Amanda Countryman" userId="0be1c61d-c610-49a2-ae7e-a4e60bd07712" providerId="ADAL" clId="{00873937-8841-4394-9081-668AB0E0F950}" dt="2026-08-25T01:50:52.027" v="1" actId="47"/>
        <pc:sldMkLst>
          <pc:docMk/>
          <pc:sldMk cId="3637227542" sldId="671"/>
        </pc:sldMkLst>
      </pc:sldChg>
      <pc:sldChg chg="del">
        <pc:chgData name="Amanda Countryman" userId="0be1c61d-c610-49a2-ae7e-a4e60bd07712" providerId="ADAL" clId="{00873937-8841-4394-9081-668AB0E0F950}" dt="2026-08-25T01:50:52.027" v="1" actId="47"/>
        <pc:sldMkLst>
          <pc:docMk/>
          <pc:sldMk cId="2901803682" sldId="672"/>
        </pc:sldMkLst>
      </pc:sldChg>
      <pc:sldChg chg="del">
        <pc:chgData name="Amanda Countryman" userId="0be1c61d-c610-49a2-ae7e-a4e60bd07712" providerId="ADAL" clId="{00873937-8841-4394-9081-668AB0E0F950}" dt="2026-08-25T01:50:52.027" v="1" actId="47"/>
        <pc:sldMkLst>
          <pc:docMk/>
          <pc:sldMk cId="2892761762" sldId="673"/>
        </pc:sldMkLst>
      </pc:sldChg>
      <pc:sldChg chg="del">
        <pc:chgData name="Amanda Countryman" userId="0be1c61d-c610-49a2-ae7e-a4e60bd07712" providerId="ADAL" clId="{00873937-8841-4394-9081-668AB0E0F950}" dt="2026-08-25T01:50:37.028" v="0" actId="47"/>
        <pc:sldMkLst>
          <pc:docMk/>
          <pc:sldMk cId="2905375063" sldId="674"/>
        </pc:sldMkLst>
      </pc:sldChg>
      <pc:sldChg chg="del">
        <pc:chgData name="Amanda Countryman" userId="0be1c61d-c610-49a2-ae7e-a4e60bd07712" providerId="ADAL" clId="{00873937-8841-4394-9081-668AB0E0F950}" dt="2026-08-25T01:50:37.028" v="0" actId="47"/>
        <pc:sldMkLst>
          <pc:docMk/>
          <pc:sldMk cId="1867379302" sldId="675"/>
        </pc:sldMkLst>
      </pc:sldChg>
      <pc:sldChg chg="del">
        <pc:chgData name="Amanda Countryman" userId="0be1c61d-c610-49a2-ae7e-a4e60bd07712" providerId="ADAL" clId="{00873937-8841-4394-9081-668AB0E0F950}" dt="2026-08-25T01:50:37.028" v="0" actId="47"/>
        <pc:sldMkLst>
          <pc:docMk/>
          <pc:sldMk cId="920164417" sldId="676"/>
        </pc:sldMkLst>
      </pc:sldChg>
      <pc:sldChg chg="del">
        <pc:chgData name="Amanda Countryman" userId="0be1c61d-c610-49a2-ae7e-a4e60bd07712" providerId="ADAL" clId="{00873937-8841-4394-9081-668AB0E0F950}" dt="2026-08-25T01:50:37.028" v="0" actId="47"/>
        <pc:sldMkLst>
          <pc:docMk/>
          <pc:sldMk cId="1790891452" sldId="677"/>
        </pc:sldMkLst>
      </pc:sldChg>
      <pc:sldChg chg="del">
        <pc:chgData name="Amanda Countryman" userId="0be1c61d-c610-49a2-ae7e-a4e60bd07712" providerId="ADAL" clId="{00873937-8841-4394-9081-668AB0E0F950}" dt="2026-08-25T01:50:37.028" v="0" actId="47"/>
        <pc:sldMkLst>
          <pc:docMk/>
          <pc:sldMk cId="1964728646" sldId="678"/>
        </pc:sldMkLst>
      </pc:sldChg>
      <pc:sldChg chg="del">
        <pc:chgData name="Amanda Countryman" userId="0be1c61d-c610-49a2-ae7e-a4e60bd07712" providerId="ADAL" clId="{00873937-8841-4394-9081-668AB0E0F950}" dt="2026-08-25T01:50:37.028" v="0" actId="47"/>
        <pc:sldMkLst>
          <pc:docMk/>
          <pc:sldMk cId="3209933386" sldId="680"/>
        </pc:sldMkLst>
      </pc:sldChg>
      <pc:sldChg chg="del">
        <pc:chgData name="Amanda Countryman" userId="0be1c61d-c610-49a2-ae7e-a4e60bd07712" providerId="ADAL" clId="{00873937-8841-4394-9081-668AB0E0F950}" dt="2026-08-25T01:50:52.027" v="1" actId="47"/>
        <pc:sldMkLst>
          <pc:docMk/>
          <pc:sldMk cId="189957461" sldId="681"/>
        </pc:sldMkLst>
      </pc:sldChg>
      <pc:sldMasterChg chg="delSldLayout">
        <pc:chgData name="Amanda Countryman" userId="0be1c61d-c610-49a2-ae7e-a4e60bd07712" providerId="ADAL" clId="{00873937-8841-4394-9081-668AB0E0F950}" dt="2026-08-25T01:50:52.027" v="1" actId="47"/>
        <pc:sldMasterMkLst>
          <pc:docMk/>
          <pc:sldMasterMk cId="0" sldId="2147483659"/>
        </pc:sldMasterMkLst>
        <pc:sldLayoutChg chg="del">
          <pc:chgData name="Amanda Countryman" userId="0be1c61d-c610-49a2-ae7e-a4e60bd07712" providerId="ADAL" clId="{00873937-8841-4394-9081-668AB0E0F950}" dt="2026-08-25T01:50:52.027" v="1" actId="47"/>
          <pc:sldLayoutMkLst>
            <pc:docMk/>
            <pc:sldMasterMk cId="0" sldId="2147483659"/>
            <pc:sldLayoutMk cId="0" sldId="2147483651"/>
          </pc:sldLayoutMkLst>
        </pc:sldLayoutChg>
        <pc:sldLayoutChg chg="del">
          <pc:chgData name="Amanda Countryman" userId="0be1c61d-c610-49a2-ae7e-a4e60bd07712" providerId="ADAL" clId="{00873937-8841-4394-9081-668AB0E0F950}" dt="2026-08-25T01:50:52.027" v="1" actId="47"/>
          <pc:sldLayoutMkLst>
            <pc:docMk/>
            <pc:sldMasterMk cId="0" sldId="2147483659"/>
            <pc:sldLayoutMk cId="0" sldId="2147483652"/>
          </pc:sldLayoutMkLst>
        </pc:sldLayoutChg>
        <pc:sldLayoutChg chg="del">
          <pc:chgData name="Amanda Countryman" userId="0be1c61d-c610-49a2-ae7e-a4e60bd07712" providerId="ADAL" clId="{00873937-8841-4394-9081-668AB0E0F950}" dt="2026-08-25T01:50:52.027" v="1" actId="47"/>
          <pc:sldLayoutMkLst>
            <pc:docMk/>
            <pc:sldMasterMk cId="0" sldId="2147483659"/>
            <pc:sldLayoutMk cId="0" sldId="214748365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ebdeb8a99d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ebdeb8a99d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ebdeb8a99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ebdeb8a99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ebdeb8a99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ebdeb8a99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ebdeb8a99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ebdeb8a99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156316478f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156316478f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ebdeb8a99d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ebdeb8a99d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1527be06bf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1527be06bf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1527be06bf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1527be06bf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1527be06bf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1527be06bf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1527be06bf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1527be06bf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ebdeb8a99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ebdeb8a99d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ebdeb8a99d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ebdeb8a99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ebdeb8a99d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ebdeb8a99d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ef71b72d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ef71b72d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ebdeb8a99d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2" name="Google Shape;682;gebdeb8a99d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156316478f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156316478f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ebdeb8a99d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ebdeb8a99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ebdeb8a99d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ebdeb8a99d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ebdeb8a99d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ebdeb8a99d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ebdeb8a99d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ebdeb8a99d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153231f4d8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153231f4d8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153231f4d8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153231f4d8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153231f4d8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153231f4d8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153231f4d8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153231f4d8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153231f4d8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3" name="Google Shape;743;g153231f4d8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153231f4d8e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9" name="Google Shape;749;g153231f4d8e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153231f4d8e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153231f4d8e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153231f4d8e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1" name="Google Shape;761;g153231f4d8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f297d798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f297d798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f297d798d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f297d798d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f297d798d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8" name="Google Shape;778;gf297d798d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This doesn’t mean close yourself off to accidental discovery or new ideas once you implement your plan.  It is easy to get lost down the rabbit hole.  There is often a gray area between focusing on your research plan and adapting to new information.  You learn through experience and do the best you can.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15af6f2394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4" name="Google Shape;784;g15af6f2394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f297d798d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f297d798d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f297d798d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f297d798d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f297d798d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2" name="Google Shape;802;gf297d798d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f297d798d2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f297d798d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15682838f75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4" name="Google Shape;814;g15682838f7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15af6f2394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0" name="Google Shape;820;g15af6f2394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f297d798d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f297d798d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f297d798d2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f297d798d2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15cb907dfe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8" name="Google Shape;838;g15cb907df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15cb907dfe7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15cb907dfe7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15cb907dfe7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15cb907dfe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15cb907dfe7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15cb907dfe7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15cb907dfe7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15cb907dfe7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15cb907dfe7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15cb907dfe7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15cb907dfe7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 name="Google Shape;872;g15cb907dfe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15cb907dfe7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 name="Google Shape;878;g15cb907dfe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15cc894354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15cc894354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5cc894354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5cc894354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15cc894354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15cc894354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15cb907dfe7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2" name="Google Shape;902;g15cb907dfe7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15cb907dfe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8" name="Google Shape;908;g15cb907dfe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15cb907dfe7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15cb907dfe7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5cc894354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5cc894354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elicit.org/"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docs.google.com/document/d/0B3GR6J9SH_OGUk9wMUVWdmNHUVE/edit?resourcekey=0-zSRUbdfs4xrv2YG74IV8tA" TargetMode="External"/><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hyperlink" Target="https://econ272.academic.wlu.edu/how-to-read-a-paper/" TargetMode="External"/><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hyperlink" Target="https://www.reed.edu/economics/parker/354/guide.html"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603"/>
        <p:cNvGrpSpPr/>
        <p:nvPr/>
      </p:nvGrpSpPr>
      <p:grpSpPr>
        <a:xfrm>
          <a:off x="0" y="0"/>
          <a:ext cx="0" cy="0"/>
          <a:chOff x="0" y="0"/>
          <a:chExt cx="0" cy="0"/>
        </a:xfrm>
      </p:grpSpPr>
      <p:sp>
        <p:nvSpPr>
          <p:cNvPr id="604" name="Google Shape;604;p10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Unit 2 </a:t>
            </a:r>
            <a:endParaRPr/>
          </a:p>
          <a:p>
            <a:pPr marL="0" lvl="0" indent="0" algn="ctr" rtl="0">
              <a:spcBef>
                <a:spcPts val="0"/>
              </a:spcBef>
              <a:spcAft>
                <a:spcPts val="0"/>
              </a:spcAft>
              <a:buNone/>
            </a:pPr>
            <a:r>
              <a:rPr lang="en"/>
              <a:t>Defining a research problem/question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10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Greenlaw Chapter 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10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 1: 3 Questions</a:t>
            </a:r>
            <a:endParaRPr/>
          </a:p>
        </p:txBody>
      </p:sp>
      <p:sp>
        <p:nvSpPr>
          <p:cNvPr id="615" name="Google Shape;615;p10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what is the research topic?</a:t>
            </a:r>
            <a:endParaRPr/>
          </a:p>
          <a:p>
            <a:pPr marL="0" lvl="0" indent="0" algn="l" rtl="0">
              <a:spcBef>
                <a:spcPts val="1600"/>
              </a:spcBef>
              <a:spcAft>
                <a:spcPts val="0"/>
              </a:spcAft>
              <a:buClr>
                <a:schemeClr val="dk1"/>
              </a:buClr>
              <a:buSzPts val="1100"/>
              <a:buFont typeface="Arial"/>
              <a:buNone/>
            </a:pPr>
            <a:r>
              <a:rPr lang="en"/>
              <a:t>what is the research question?</a:t>
            </a:r>
            <a:endParaRPr/>
          </a:p>
          <a:p>
            <a:pPr marL="0" lvl="0" indent="0" algn="l" rtl="0">
              <a:spcBef>
                <a:spcPts val="1600"/>
              </a:spcBef>
              <a:spcAft>
                <a:spcPts val="1600"/>
              </a:spcAft>
              <a:buNone/>
            </a:pPr>
            <a:r>
              <a:rPr lang="en"/>
              <a:t>what is/are the hypotheses?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108"/>
          <p:cNvSpPr txBox="1">
            <a:spLocks noGrp="1"/>
          </p:cNvSpPr>
          <p:nvPr>
            <p:ph type="body" idx="1"/>
          </p:nvPr>
        </p:nvSpPr>
        <p:spPr>
          <a:xfrm>
            <a:off x="311700" y="198825"/>
            <a:ext cx="8520600" cy="437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Topic is the general area of the research - what you might tell someone that asks what you work on in passing</a:t>
            </a:r>
            <a:endParaRPr dirty="0"/>
          </a:p>
          <a:p>
            <a:pPr marL="0" lvl="0" indent="0" algn="l" rtl="0">
              <a:spcBef>
                <a:spcPts val="1600"/>
              </a:spcBef>
              <a:spcAft>
                <a:spcPts val="0"/>
              </a:spcAft>
              <a:buClr>
                <a:schemeClr val="dk1"/>
              </a:buClr>
              <a:buSzPts val="1100"/>
              <a:buFont typeface="Arial"/>
              <a:buNone/>
            </a:pPr>
            <a:r>
              <a:rPr lang="en" dirty="0"/>
              <a:t>Research question: </a:t>
            </a:r>
            <a:endParaRPr dirty="0"/>
          </a:p>
          <a:p>
            <a:pPr marL="457200" lvl="0" indent="-342900" algn="l" rtl="0">
              <a:spcBef>
                <a:spcPts val="1600"/>
              </a:spcBef>
              <a:spcAft>
                <a:spcPts val="0"/>
              </a:spcAft>
              <a:buSzPts val="1800"/>
              <a:buChar char="●"/>
            </a:pPr>
            <a:r>
              <a:rPr lang="en" dirty="0"/>
              <a:t>most important part during planning phase - a good research question will focus your efforts throughout the project</a:t>
            </a:r>
            <a:endParaRPr dirty="0"/>
          </a:p>
          <a:p>
            <a:pPr marL="457200" lvl="0" indent="-342900" algn="l" rtl="0">
              <a:spcBef>
                <a:spcPts val="0"/>
              </a:spcBef>
              <a:spcAft>
                <a:spcPts val="0"/>
              </a:spcAft>
              <a:buSzPts val="1800"/>
              <a:buChar char="●"/>
            </a:pPr>
            <a:r>
              <a:rPr lang="en" dirty="0"/>
              <a:t>interest=significance to the field… how does it help us better understand the topic. to what degree are you asking your audience to change their beliefs</a:t>
            </a:r>
            <a:endParaRPr dirty="0"/>
          </a:p>
          <a:p>
            <a:pPr marL="0" lvl="0" indent="0" algn="l" rtl="0">
              <a:spcBef>
                <a:spcPts val="1600"/>
              </a:spcBef>
              <a:spcAft>
                <a:spcPts val="0"/>
              </a:spcAft>
              <a:buClr>
                <a:schemeClr val="dk1"/>
              </a:buClr>
              <a:buSzPts val="1100"/>
              <a:buFont typeface="Arial"/>
              <a:buNone/>
            </a:pPr>
            <a:r>
              <a:rPr lang="en" dirty="0"/>
              <a:t>Hypothesis: the researcher's proposed answer to the research question</a:t>
            </a:r>
            <a:endParaRPr dirty="0"/>
          </a:p>
          <a:p>
            <a:pPr marL="457200" lvl="0" indent="-342900" algn="l" rtl="0">
              <a:spcBef>
                <a:spcPts val="1600"/>
              </a:spcBef>
              <a:spcAft>
                <a:spcPts val="0"/>
              </a:spcAft>
              <a:buSzPts val="1800"/>
              <a:buChar char="●"/>
            </a:pPr>
            <a:r>
              <a:rPr lang="en" dirty="0"/>
              <a:t>Example: People avoid health risks by forgoing outdoor recreation activities</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10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 1</a:t>
            </a:r>
            <a:endParaRPr/>
          </a:p>
        </p:txBody>
      </p:sp>
      <p:sp>
        <p:nvSpPr>
          <p:cNvPr id="626" name="Google Shape;626;p10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Topic: Exposure to air quality</a:t>
            </a:r>
            <a:endParaRPr/>
          </a:p>
          <a:p>
            <a:pPr marL="0" lvl="0" indent="0" algn="l" rtl="0">
              <a:spcBef>
                <a:spcPts val="1600"/>
              </a:spcBef>
              <a:spcAft>
                <a:spcPts val="0"/>
              </a:spcAft>
              <a:buNone/>
            </a:pPr>
            <a:r>
              <a:rPr lang="en"/>
              <a:t>Research Question: Do people forgo outdoor recreation activities in response to bad air quality caused by wildfire smoke?</a:t>
            </a:r>
            <a:endParaRPr/>
          </a:p>
          <a:p>
            <a:pPr marL="0" lvl="0" indent="0" algn="l" rtl="0">
              <a:spcBef>
                <a:spcPts val="1600"/>
              </a:spcBef>
              <a:spcAft>
                <a:spcPts val="0"/>
              </a:spcAft>
              <a:buNone/>
            </a:pPr>
            <a:r>
              <a:rPr lang="en"/>
              <a:t>Hypothesis: yes, but it depends on: health state, severity of smoke…</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11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Characteristics of a good economics research question</a:t>
            </a:r>
            <a:endParaRPr/>
          </a:p>
        </p:txBody>
      </p:sp>
      <p:sp>
        <p:nvSpPr>
          <p:cNvPr id="632" name="Google Shape;632;p110"/>
          <p:cNvSpPr txBox="1">
            <a:spLocks noGrp="1"/>
          </p:cNvSpPr>
          <p:nvPr>
            <p:ph type="body" idx="1"/>
          </p:nvPr>
        </p:nvSpPr>
        <p:spPr>
          <a:xfrm>
            <a:off x="311700" y="1469575"/>
            <a:ext cx="8520600" cy="33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Problem oriented - what does this mean?  examples?</a:t>
            </a:r>
            <a:endParaRPr/>
          </a:p>
          <a:p>
            <a:pPr marL="0" lvl="0" indent="0" algn="l" rtl="0">
              <a:spcBef>
                <a:spcPts val="1600"/>
              </a:spcBef>
              <a:spcAft>
                <a:spcPts val="0"/>
              </a:spcAft>
              <a:buClr>
                <a:schemeClr val="dk1"/>
              </a:buClr>
              <a:buSzPts val="1100"/>
              <a:buFont typeface="Arial"/>
              <a:buNone/>
            </a:pPr>
            <a:r>
              <a:rPr lang="en"/>
              <a:t>Analytical rather than descriptive</a:t>
            </a:r>
            <a:endParaRPr/>
          </a:p>
          <a:p>
            <a:pPr marL="0" lvl="0" indent="0" algn="l" rtl="0">
              <a:spcBef>
                <a:spcPts val="1600"/>
              </a:spcBef>
              <a:spcAft>
                <a:spcPts val="0"/>
              </a:spcAft>
              <a:buClr>
                <a:schemeClr val="dk1"/>
              </a:buClr>
              <a:buSzPts val="1100"/>
              <a:buFont typeface="Arial"/>
              <a:buNone/>
            </a:pPr>
            <a:r>
              <a:rPr lang="en"/>
              <a:t>Interesting and significant</a:t>
            </a:r>
            <a:endParaRPr/>
          </a:p>
          <a:p>
            <a:pPr marL="0" lvl="0" indent="0" algn="l" rtl="0">
              <a:spcBef>
                <a:spcPts val="1600"/>
              </a:spcBef>
              <a:spcAft>
                <a:spcPts val="0"/>
              </a:spcAft>
              <a:buClr>
                <a:schemeClr val="dk1"/>
              </a:buClr>
              <a:buSzPts val="1100"/>
              <a:buFont typeface="Arial"/>
              <a:buNone/>
            </a:pPr>
            <a:r>
              <a:rPr lang="en"/>
              <a:t>Amenable to economic analysis</a:t>
            </a:r>
            <a:endParaRPr/>
          </a:p>
          <a:p>
            <a:pPr marL="0" lvl="0" indent="0" algn="l" rtl="0">
              <a:spcBef>
                <a:spcPts val="1600"/>
              </a:spcBef>
              <a:spcAft>
                <a:spcPts val="0"/>
              </a:spcAft>
              <a:buClr>
                <a:schemeClr val="dk1"/>
              </a:buClr>
              <a:buSzPts val="1100"/>
              <a:buFont typeface="Arial"/>
              <a:buNone/>
            </a:pPr>
            <a:r>
              <a:rPr lang="en"/>
              <a:t>Feasible</a:t>
            </a:r>
            <a:endParaRPr/>
          </a:p>
          <a:p>
            <a:pPr marL="0" lvl="0" indent="0" algn="l" rtl="0">
              <a:spcBef>
                <a:spcPts val="1600"/>
              </a:spcBef>
              <a:spcAft>
                <a:spcPts val="1600"/>
              </a:spcAft>
              <a:buNone/>
            </a:pPr>
            <a:r>
              <a:rPr lang="en"/>
              <a:t>Example: Does parental employment have a negative impact on children’s cognitive development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1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Characteristics of a good economics research question cont.</a:t>
            </a:r>
            <a:endParaRPr/>
          </a:p>
        </p:txBody>
      </p:sp>
      <p:sp>
        <p:nvSpPr>
          <p:cNvPr id="638" name="Google Shape;638;p111"/>
          <p:cNvSpPr txBox="1">
            <a:spLocks noGrp="1"/>
          </p:cNvSpPr>
          <p:nvPr>
            <p:ph type="body" idx="1"/>
          </p:nvPr>
        </p:nvSpPr>
        <p:spPr>
          <a:xfrm>
            <a:off x="311700" y="1469575"/>
            <a:ext cx="8520600" cy="33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Analytical rather than descriptive</a:t>
            </a:r>
            <a:endParaRPr/>
          </a:p>
          <a:p>
            <a:pPr marL="0" lvl="0" indent="0" algn="l" rtl="0">
              <a:spcBef>
                <a:spcPts val="1600"/>
              </a:spcBef>
              <a:spcAft>
                <a:spcPts val="0"/>
              </a:spcAft>
              <a:buClr>
                <a:schemeClr val="dk1"/>
              </a:buClr>
              <a:buSzPts val="1100"/>
              <a:buFont typeface="Arial"/>
              <a:buNone/>
            </a:pPr>
            <a:r>
              <a:rPr lang="en"/>
              <a:t>“... purpose should be to explain some aspect of the problem rather than describe it.”</a:t>
            </a:r>
            <a:endParaRPr/>
          </a:p>
          <a:p>
            <a:pPr marL="0" lvl="0" indent="0" algn="l" rtl="0">
              <a:spcBef>
                <a:spcPts val="1600"/>
              </a:spcBef>
              <a:spcAft>
                <a:spcPts val="0"/>
              </a:spcAft>
              <a:buClr>
                <a:schemeClr val="dk1"/>
              </a:buClr>
              <a:buSzPts val="1100"/>
              <a:buFont typeface="Arial"/>
              <a:buNone/>
            </a:pPr>
            <a:r>
              <a:rPr lang="en"/>
              <a:t>“... observe that factual questions tend to ask who, what, when, or where, while</a:t>
            </a:r>
            <a:endParaRPr/>
          </a:p>
          <a:p>
            <a:pPr marL="0" lvl="0" indent="0" algn="l" rtl="0">
              <a:spcBef>
                <a:spcPts val="1600"/>
              </a:spcBef>
              <a:spcAft>
                <a:spcPts val="1600"/>
              </a:spcAft>
              <a:buClr>
                <a:schemeClr val="dk1"/>
              </a:buClr>
              <a:buSzPts val="1100"/>
              <a:buFont typeface="Arial"/>
              <a:buNone/>
            </a:pPr>
            <a:r>
              <a:rPr lang="en"/>
              <a:t>analytical questions tend to ask why or how?”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11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Characteristics of a good economics research question cont.</a:t>
            </a:r>
            <a:endParaRPr/>
          </a:p>
        </p:txBody>
      </p:sp>
      <p:sp>
        <p:nvSpPr>
          <p:cNvPr id="644" name="Google Shape;644;p112"/>
          <p:cNvSpPr txBox="1">
            <a:spLocks noGrp="1"/>
          </p:cNvSpPr>
          <p:nvPr>
            <p:ph type="body" idx="1"/>
          </p:nvPr>
        </p:nvSpPr>
        <p:spPr>
          <a:xfrm>
            <a:off x="311700" y="1469575"/>
            <a:ext cx="8520600" cy="33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Interesting and significant</a:t>
            </a:r>
            <a:endParaRPr/>
          </a:p>
          <a:p>
            <a:pPr marL="0" lvl="0" indent="0" algn="l" rtl="0">
              <a:spcBef>
                <a:spcPts val="1600"/>
              </a:spcBef>
              <a:spcAft>
                <a:spcPts val="0"/>
              </a:spcAft>
              <a:buClr>
                <a:schemeClr val="dk1"/>
              </a:buClr>
              <a:buSzPts val="1100"/>
              <a:buFont typeface="Arial"/>
              <a:buNone/>
            </a:pPr>
            <a:r>
              <a:rPr lang="en"/>
              <a:t>“... a good research question should be interesting to one's audience [community].”</a:t>
            </a:r>
            <a:endParaRPr/>
          </a:p>
          <a:p>
            <a:pPr marL="0" lvl="0" indent="0" algn="l" rtl="0">
              <a:spcBef>
                <a:spcPts val="1600"/>
              </a:spcBef>
              <a:spcAft>
                <a:spcPts val="0"/>
              </a:spcAft>
              <a:buClr>
                <a:schemeClr val="dk1"/>
              </a:buClr>
              <a:buSzPts val="1100"/>
              <a:buFont typeface="Arial"/>
              <a:buNone/>
            </a:pPr>
            <a:r>
              <a:rPr lang="en"/>
              <a:t>“... A research question should be of interest to this audience because if it is not, the research project is not worth doing. Remember, the point of research is to contribute to the conversation of scholars on an issue.”</a:t>
            </a:r>
            <a:endParaRPr/>
          </a:p>
          <a:p>
            <a:pPr marL="0" lvl="0" indent="0" algn="l" rtl="0">
              <a:spcBef>
                <a:spcPts val="1600"/>
              </a:spcBef>
              <a:spcAft>
                <a:spcPts val="1600"/>
              </a:spcAft>
              <a:buNone/>
            </a:pPr>
            <a:r>
              <a:rPr lang="en"/>
              <a:t>“... will be especially interested if you can convince them that they don't understand [it] as well as they thought they did.”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1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Characteristics of a good economics research question</a:t>
            </a:r>
            <a:endParaRPr/>
          </a:p>
        </p:txBody>
      </p:sp>
      <p:sp>
        <p:nvSpPr>
          <p:cNvPr id="650" name="Google Shape;650;p113"/>
          <p:cNvSpPr txBox="1">
            <a:spLocks noGrp="1"/>
          </p:cNvSpPr>
          <p:nvPr>
            <p:ph type="body" idx="1"/>
          </p:nvPr>
        </p:nvSpPr>
        <p:spPr>
          <a:xfrm>
            <a:off x="311700" y="1469575"/>
            <a:ext cx="8520600" cy="33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Amenable to economic analysis</a:t>
            </a:r>
            <a:endParaRPr/>
          </a:p>
          <a:p>
            <a:pPr marL="0" lvl="0" indent="0" algn="l" rtl="0">
              <a:spcBef>
                <a:spcPts val="1600"/>
              </a:spcBef>
              <a:spcAft>
                <a:spcPts val="0"/>
              </a:spcAft>
              <a:buNone/>
            </a:pPr>
            <a:r>
              <a:rPr lang="en"/>
              <a:t>“...  questions that originate from the general condition of scarcity.”</a:t>
            </a:r>
            <a:endParaRPr/>
          </a:p>
          <a:p>
            <a:pPr marL="0" lvl="0" indent="0" algn="l" rtl="0">
              <a:spcBef>
                <a:spcPts val="1600"/>
              </a:spcBef>
              <a:spcAft>
                <a:spcPts val="0"/>
              </a:spcAft>
              <a:buNone/>
            </a:pPr>
            <a:r>
              <a:rPr lang="en"/>
              <a:t>“... can economic analysis give us some insights into the problem?”</a:t>
            </a:r>
            <a:endParaRPr/>
          </a:p>
          <a:p>
            <a:pPr marL="0" lvl="0" indent="0" algn="l" rtl="0">
              <a:spcBef>
                <a:spcPts val="1600"/>
              </a:spcBef>
              <a:spcAft>
                <a:spcPts val="0"/>
              </a:spcAft>
              <a:buNone/>
            </a:pPr>
            <a:r>
              <a:rPr lang="en"/>
              <a:t>“Does the question deal with choice under constraints?” </a:t>
            </a:r>
            <a:endParaRPr/>
          </a:p>
          <a:p>
            <a:pPr marL="0" lvl="0" indent="0" algn="l" rtl="0">
              <a:spcBef>
                <a:spcPts val="1600"/>
              </a:spcBef>
              <a:spcAft>
                <a:spcPts val="0"/>
              </a:spcAft>
              <a:buNone/>
            </a:pPr>
            <a:r>
              <a:rPr lang="en"/>
              <a:t>“Does it involve demand or supply, needs, wants, availability?</a:t>
            </a:r>
            <a:endParaRPr/>
          </a:p>
          <a:p>
            <a:pPr marL="0" lvl="0" indent="0" algn="l" rtl="0">
              <a:spcBef>
                <a:spcPts val="1600"/>
              </a:spcBef>
              <a:spcAft>
                <a:spcPts val="1600"/>
              </a:spcAft>
              <a:buNone/>
            </a:pPr>
            <a:r>
              <a:rPr lang="en"/>
              <a:t>This is not an exhaustive list of questions that make economic research.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1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Workshop: Try it on your research question</a:t>
            </a:r>
            <a:endParaRPr/>
          </a:p>
        </p:txBody>
      </p:sp>
      <p:sp>
        <p:nvSpPr>
          <p:cNvPr id="656" name="Google Shape;656;p1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Is your question:</a:t>
            </a:r>
            <a:endParaRPr/>
          </a:p>
          <a:p>
            <a:pPr marL="0" lvl="0" indent="0" algn="l" rtl="0">
              <a:spcBef>
                <a:spcPts val="1600"/>
              </a:spcBef>
              <a:spcAft>
                <a:spcPts val="0"/>
              </a:spcAft>
              <a:buClr>
                <a:schemeClr val="dk1"/>
              </a:buClr>
              <a:buSzPts val="1100"/>
              <a:buFont typeface="Arial"/>
              <a:buNone/>
            </a:pPr>
            <a:r>
              <a:rPr lang="en"/>
              <a:t>Problem oriented</a:t>
            </a:r>
            <a:endParaRPr/>
          </a:p>
          <a:p>
            <a:pPr marL="0" lvl="0" indent="0" algn="l" rtl="0">
              <a:spcBef>
                <a:spcPts val="1600"/>
              </a:spcBef>
              <a:spcAft>
                <a:spcPts val="0"/>
              </a:spcAft>
              <a:buClr>
                <a:schemeClr val="dk1"/>
              </a:buClr>
              <a:buSzPts val="1100"/>
              <a:buFont typeface="Arial"/>
              <a:buNone/>
            </a:pPr>
            <a:r>
              <a:rPr lang="en"/>
              <a:t>Analytical rather than descriptive</a:t>
            </a:r>
            <a:endParaRPr/>
          </a:p>
          <a:p>
            <a:pPr marL="0" lvl="0" indent="0" algn="l" rtl="0">
              <a:spcBef>
                <a:spcPts val="1600"/>
              </a:spcBef>
              <a:spcAft>
                <a:spcPts val="0"/>
              </a:spcAft>
              <a:buClr>
                <a:schemeClr val="dk1"/>
              </a:buClr>
              <a:buSzPts val="1100"/>
              <a:buFont typeface="Arial"/>
              <a:buNone/>
            </a:pPr>
            <a:r>
              <a:rPr lang="en"/>
              <a:t>Interesting and significant</a:t>
            </a:r>
            <a:endParaRPr/>
          </a:p>
          <a:p>
            <a:pPr marL="0" lvl="0" indent="0" algn="l" rtl="0">
              <a:spcBef>
                <a:spcPts val="1600"/>
              </a:spcBef>
              <a:spcAft>
                <a:spcPts val="0"/>
              </a:spcAft>
              <a:buClr>
                <a:schemeClr val="dk1"/>
              </a:buClr>
              <a:buSzPts val="1100"/>
              <a:buFont typeface="Arial"/>
              <a:buNone/>
            </a:pPr>
            <a:r>
              <a:rPr lang="en"/>
              <a:t>Amenable to economic analysis</a:t>
            </a:r>
            <a:endParaRPr/>
          </a:p>
          <a:p>
            <a:pPr marL="0" lvl="0" indent="0" algn="l" rtl="0">
              <a:spcBef>
                <a:spcPts val="1600"/>
              </a:spcBef>
              <a:spcAft>
                <a:spcPts val="0"/>
              </a:spcAft>
              <a:buClr>
                <a:schemeClr val="dk1"/>
              </a:buClr>
              <a:buSzPts val="1100"/>
              <a:buFont typeface="Arial"/>
              <a:buNone/>
            </a:pPr>
            <a:r>
              <a:rPr lang="en"/>
              <a:t>Feasible</a:t>
            </a:r>
            <a:endParaRPr/>
          </a:p>
          <a:p>
            <a:pPr marL="0" lvl="0" indent="0" algn="l" rtl="0">
              <a:spcBef>
                <a:spcPts val="1600"/>
              </a:spcBef>
              <a:spcAft>
                <a:spcPts val="16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1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Ethridge Chapter 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1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667" name="Google Shape;667;p1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vs decision problem</a:t>
            </a:r>
            <a:endParaRPr/>
          </a:p>
          <a:p>
            <a:pPr marL="0" lvl="0" indent="0" algn="l" rtl="0">
              <a:spcBef>
                <a:spcPts val="1600"/>
              </a:spcBef>
              <a:spcAft>
                <a:spcPts val="0"/>
              </a:spcAft>
              <a:buNone/>
            </a:pPr>
            <a:r>
              <a:rPr lang="en"/>
              <a:t>Problematic situation vs research problem</a:t>
            </a:r>
            <a:endParaRPr/>
          </a:p>
          <a:p>
            <a:pPr marL="0" lvl="0" indent="0" algn="l" rtl="0">
              <a:spcBef>
                <a:spcPts val="1600"/>
              </a:spcBef>
              <a:spcAft>
                <a:spcPts val="0"/>
              </a:spcAft>
              <a:buNone/>
            </a:pPr>
            <a:r>
              <a:rPr lang="en"/>
              <a:t>Problem statement</a:t>
            </a:r>
            <a:endParaRPr/>
          </a:p>
          <a:p>
            <a:pPr marL="0" lvl="0" indent="0" algn="l" rtl="0">
              <a:spcBef>
                <a:spcPts val="1600"/>
              </a:spcBef>
              <a:spcAft>
                <a:spcPts val="1600"/>
              </a:spcAft>
              <a:buNone/>
            </a:pPr>
            <a:r>
              <a:rPr lang="en"/>
              <a:t>Objectives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1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problem vs decision problem</a:t>
            </a:r>
            <a:endParaRPr/>
          </a:p>
        </p:txBody>
      </p:sp>
      <p:sp>
        <p:nvSpPr>
          <p:cNvPr id="673" name="Google Shape;673;p1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What is the research problem? </a:t>
            </a:r>
            <a:endParaRPr/>
          </a:p>
          <a:p>
            <a:pPr marL="457200" lvl="0" indent="-342900" algn="l" rtl="0">
              <a:spcBef>
                <a:spcPts val="1600"/>
              </a:spcBef>
              <a:spcAft>
                <a:spcPts val="0"/>
              </a:spcAft>
              <a:buSzPts val="1800"/>
              <a:buChar char="●"/>
            </a:pPr>
            <a:r>
              <a:rPr lang="en"/>
              <a:t>The research problem is a discrepancy between what is known or understood and what is needed or desired to be known or understood</a:t>
            </a:r>
            <a:endParaRPr/>
          </a:p>
          <a:p>
            <a:pPr marL="0" lvl="0" indent="0" algn="l" rtl="0">
              <a:spcBef>
                <a:spcPts val="1600"/>
              </a:spcBef>
              <a:spcAft>
                <a:spcPts val="0"/>
              </a:spcAft>
              <a:buClr>
                <a:schemeClr val="dk1"/>
              </a:buClr>
              <a:buSzPts val="1100"/>
              <a:buFont typeface="Arial"/>
              <a:buNone/>
            </a:pPr>
            <a:r>
              <a:rPr lang="en"/>
              <a:t>Research may provide knowledge and offer prescriptions but it cannot make decisions and implement</a:t>
            </a:r>
            <a:endParaRPr/>
          </a:p>
          <a:p>
            <a:pPr marL="457200" lvl="0" indent="-342900" algn="l" rtl="0">
              <a:spcBef>
                <a:spcPts val="1600"/>
              </a:spcBef>
              <a:spcAft>
                <a:spcPts val="0"/>
              </a:spcAft>
              <a:buSzPts val="1800"/>
              <a:buChar char="●"/>
            </a:pPr>
            <a:r>
              <a:rPr lang="en"/>
              <a:t>Etheridge distinguishes between research and decision problems</a:t>
            </a:r>
            <a:endParaRPr/>
          </a:p>
          <a:p>
            <a:pPr marL="457200" lvl="0" indent="-342900" algn="l" rtl="0">
              <a:spcBef>
                <a:spcPts val="0"/>
              </a:spcBef>
              <a:spcAft>
                <a:spcPts val="0"/>
              </a:spcAft>
              <a:buSzPts val="1800"/>
              <a:buChar char="●"/>
            </a:pPr>
            <a:r>
              <a:rPr lang="en"/>
              <a:t>Research problems involve obtaining information about potential outcomes</a:t>
            </a:r>
            <a:endParaRPr/>
          </a:p>
          <a:p>
            <a:pPr marL="457200" lvl="0" indent="-342900" algn="l" rtl="0">
              <a:spcBef>
                <a:spcPts val="0"/>
              </a:spcBef>
              <a:spcAft>
                <a:spcPts val="0"/>
              </a:spcAft>
              <a:buSzPts val="1800"/>
              <a:buChar char="●"/>
            </a:pPr>
            <a:r>
              <a:rPr lang="en"/>
              <a:t>Decision problems involve choosing among the alternative approaches</a:t>
            </a:r>
            <a:endParaRPr/>
          </a:p>
          <a:p>
            <a:pPr marL="0" lvl="0" indent="0" algn="l" rtl="0">
              <a:spcBef>
                <a:spcPts val="1600"/>
              </a:spcBef>
              <a:spcAft>
                <a:spcPts val="0"/>
              </a:spcAft>
              <a:buClr>
                <a:schemeClr val="dk1"/>
              </a:buClr>
              <a:buSzPts val="1100"/>
              <a:buFont typeface="Arial"/>
              <a:buNone/>
            </a:pPr>
            <a:r>
              <a:rPr lang="en"/>
              <a:t>Keeping these two things separate helps the researcher maintain objectivity</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Working with policy makers</a:t>
            </a:r>
            <a:endParaRPr/>
          </a:p>
        </p:txBody>
      </p:sp>
      <p:sp>
        <p:nvSpPr>
          <p:cNvPr id="679" name="Google Shape;679;p1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Policy makers would like research to tell them if they should or should not implement a policy - a decision problem</a:t>
            </a:r>
            <a:endParaRPr/>
          </a:p>
          <a:p>
            <a:pPr marL="0" lvl="0" indent="0" algn="l" rtl="0">
              <a:spcBef>
                <a:spcPts val="1600"/>
              </a:spcBef>
              <a:spcAft>
                <a:spcPts val="0"/>
              </a:spcAft>
              <a:buNone/>
            </a:pPr>
            <a:r>
              <a:rPr lang="en"/>
              <a:t>Researchers push back - what is your goal?  We can help provide the information to help you make the decision</a:t>
            </a:r>
            <a:endParaRPr/>
          </a:p>
          <a:p>
            <a:pPr marL="457200" lvl="0" indent="-342900" algn="l" rtl="0">
              <a:spcBef>
                <a:spcPts val="1600"/>
              </a:spcBef>
              <a:spcAft>
                <a:spcPts val="0"/>
              </a:spcAft>
              <a:buSzPts val="1800"/>
              <a:buChar char="●"/>
            </a:pPr>
            <a:r>
              <a:rPr lang="en"/>
              <a:t>Covid hospitalizations are rising and are expected to continue rising given mobility data, testing positivity</a:t>
            </a:r>
            <a:endParaRPr/>
          </a:p>
          <a:p>
            <a:pPr marL="457200" lvl="0" indent="-342900" algn="l" rtl="0">
              <a:spcBef>
                <a:spcPts val="0"/>
              </a:spcBef>
              <a:spcAft>
                <a:spcPts val="0"/>
              </a:spcAft>
              <a:buSzPts val="1800"/>
              <a:buChar char="●"/>
            </a:pPr>
            <a:r>
              <a:rPr lang="en"/>
              <a:t>If things remain on this trajectory, healthcare capacity will become strained on xx date</a:t>
            </a:r>
            <a:endParaRPr/>
          </a:p>
          <a:p>
            <a:pPr marL="457200" lvl="0" indent="-342900" algn="l" rtl="0">
              <a:spcBef>
                <a:spcPts val="0"/>
              </a:spcBef>
              <a:spcAft>
                <a:spcPts val="0"/>
              </a:spcAft>
              <a:buSzPts val="1800"/>
              <a:buChar char="●"/>
            </a:pPr>
            <a:r>
              <a:rPr lang="en"/>
              <a:t>We project that intervention Y will have impact transmission by Z%</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1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Problematic situation vs researchable problem</a:t>
            </a:r>
            <a:endParaRPr/>
          </a:p>
        </p:txBody>
      </p:sp>
      <p:sp>
        <p:nvSpPr>
          <p:cNvPr id="685" name="Google Shape;685;p1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Problematic situation is the general or broad phenomenon generally known to the audience</a:t>
            </a:r>
            <a:endParaRPr/>
          </a:p>
          <a:p>
            <a:pPr marL="0" lvl="0" indent="0" algn="l" rtl="0">
              <a:spcBef>
                <a:spcPts val="1600"/>
              </a:spcBef>
              <a:spcAft>
                <a:spcPts val="0"/>
              </a:spcAft>
              <a:buClr>
                <a:schemeClr val="dk1"/>
              </a:buClr>
              <a:buSzPts val="1100"/>
              <a:buFont typeface="Arial"/>
              <a:buNone/>
            </a:pPr>
            <a:r>
              <a:rPr lang="en"/>
              <a:t>Researchable problem is the specific instance or aspect that the objectives of your research are designed to provide information on</a:t>
            </a:r>
            <a:endParaRPr/>
          </a:p>
          <a:p>
            <a:pPr marL="0" lvl="0" indent="0" algn="l" rtl="0">
              <a:spcBef>
                <a:spcPts val="1600"/>
              </a:spcBef>
              <a:spcAft>
                <a:spcPts val="0"/>
              </a:spcAft>
              <a:buClr>
                <a:schemeClr val="dk1"/>
              </a:buClr>
              <a:buSzPts val="1100"/>
              <a:buFont typeface="Arial"/>
              <a:buNone/>
            </a:pPr>
            <a:r>
              <a:rPr lang="en"/>
              <a:t>Example given is world hunger as a problematic situation and a particular food/development policy as the researchable problem</a:t>
            </a:r>
            <a:endParaRPr/>
          </a:p>
          <a:p>
            <a:pPr marL="0" lvl="0" indent="0" algn="l" rtl="0">
              <a:spcBef>
                <a:spcPts val="1600"/>
              </a:spcBef>
              <a:spcAft>
                <a:spcPts val="1600"/>
              </a:spcAft>
              <a:buNone/>
            </a:pPr>
            <a:r>
              <a:rPr lang="en"/>
              <a:t>The problematic situation it is beyond the scope of any single research project but insights into the problematic situation emerge as people make specific contributions to the literature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1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a:t>
            </a:r>
            <a:endParaRPr/>
          </a:p>
        </p:txBody>
      </p:sp>
      <p:sp>
        <p:nvSpPr>
          <p:cNvPr id="691" name="Google Shape;691;p1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Problematic situation: Retention in the wildland firefighting workforce</a:t>
            </a:r>
            <a:endParaRPr/>
          </a:p>
          <a:p>
            <a:pPr marL="0" lvl="0" indent="0" algn="l" rtl="0">
              <a:spcBef>
                <a:spcPts val="1600"/>
              </a:spcBef>
              <a:spcAft>
                <a:spcPts val="1600"/>
              </a:spcAft>
              <a:buNone/>
            </a:pPr>
            <a:r>
              <a:rPr lang="en"/>
              <a:t>Researchable problem: Is recruitment and retention in federal firefighting decreasing because of low wages and/or high opportunity cost?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1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statement</a:t>
            </a:r>
            <a:endParaRPr/>
          </a:p>
        </p:txBody>
      </p:sp>
      <p:sp>
        <p:nvSpPr>
          <p:cNvPr id="697" name="Google Shape;697;p1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General problem statement to provide context for the research. This can be but does not have to be the lead sentence of the article.</a:t>
            </a:r>
            <a:endParaRPr/>
          </a:p>
          <a:p>
            <a:pPr marL="0" lvl="0" indent="0" algn="l" rtl="0">
              <a:spcBef>
                <a:spcPts val="1600"/>
              </a:spcBef>
              <a:spcAft>
                <a:spcPts val="0"/>
              </a:spcAft>
              <a:buClr>
                <a:schemeClr val="dk1"/>
              </a:buClr>
              <a:buSzPts val="1100"/>
              <a:buFont typeface="Arial"/>
              <a:buNone/>
            </a:pPr>
            <a:r>
              <a:rPr lang="en"/>
              <a:t>The second part specifies the specific knowledge or information that is needed.   </a:t>
            </a:r>
            <a:endParaRPr/>
          </a:p>
          <a:p>
            <a:pPr marL="457200" lvl="0" indent="-342900" algn="l" rtl="0">
              <a:spcBef>
                <a:spcPts val="1600"/>
              </a:spcBef>
              <a:spcAft>
                <a:spcPts val="0"/>
              </a:spcAft>
              <a:buSzPts val="1800"/>
              <a:buChar char="●"/>
            </a:pPr>
            <a:r>
              <a:rPr lang="en"/>
              <a:t>The purpose is to justify the objectives of the research. </a:t>
            </a:r>
            <a:endParaRPr/>
          </a:p>
          <a:p>
            <a:pPr marL="457200" lvl="0" indent="-342900" algn="l" rtl="0">
              <a:spcBef>
                <a:spcPts val="0"/>
              </a:spcBef>
              <a:spcAft>
                <a:spcPts val="0"/>
              </a:spcAft>
              <a:buSzPts val="1800"/>
              <a:buChar char="●"/>
            </a:pPr>
            <a:r>
              <a:rPr lang="en"/>
              <a:t>The readers’ response should be “of course that is what is needed” if the problem statement has effectively achieved its purpose</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1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statement requirements</a:t>
            </a:r>
            <a:endParaRPr/>
          </a:p>
        </p:txBody>
      </p:sp>
      <p:sp>
        <p:nvSpPr>
          <p:cNvPr id="703" name="Google Shape;703;p1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Researchable problem must be sufficiently specific that it can be addressed with the available resources</a:t>
            </a:r>
            <a:endParaRPr/>
          </a:p>
          <a:p>
            <a:pPr marL="0" lvl="0" indent="0" algn="l" rtl="0">
              <a:spcBef>
                <a:spcPts val="1600"/>
              </a:spcBef>
              <a:spcAft>
                <a:spcPts val="0"/>
              </a:spcAft>
              <a:buClr>
                <a:schemeClr val="dk1"/>
              </a:buClr>
              <a:buSzPts val="1100"/>
              <a:buFont typeface="Arial"/>
              <a:buNone/>
            </a:pPr>
            <a:r>
              <a:rPr lang="en"/>
              <a:t>Dimensions of the problem should be described in objective terms.  Not: this policy is bad and should be changed</a:t>
            </a:r>
            <a:endParaRPr/>
          </a:p>
          <a:p>
            <a:pPr marL="0" lvl="0" indent="0" algn="l" rtl="0">
              <a:spcBef>
                <a:spcPts val="1600"/>
              </a:spcBef>
              <a:spcAft>
                <a:spcPts val="0"/>
              </a:spcAft>
              <a:buClr>
                <a:schemeClr val="dk1"/>
              </a:buClr>
              <a:buSzPts val="1100"/>
              <a:buFont typeface="Arial"/>
              <a:buNone/>
            </a:pPr>
            <a:r>
              <a:rPr lang="en"/>
              <a:t>The problem must be understandable by the audience (and we should strive to make it understandable to nearly everyone)</a:t>
            </a:r>
            <a:endParaRPr/>
          </a:p>
          <a:p>
            <a:pPr marL="0" lvl="0" indent="0" algn="l" rtl="0">
              <a:spcBef>
                <a:spcPts val="1600"/>
              </a:spcBef>
              <a:spcAft>
                <a:spcPts val="1600"/>
              </a:spcAft>
              <a:buNone/>
            </a:pPr>
            <a:r>
              <a:rPr lang="en"/>
              <a:t>Researchers perception of the problem maybe derived from intuition but should be developed logically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1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Objectives</a:t>
            </a:r>
            <a:endParaRPr/>
          </a:p>
        </p:txBody>
      </p:sp>
      <p:sp>
        <p:nvSpPr>
          <p:cNvPr id="709" name="Google Shape;709;p1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 general objective: states the main purpose that should flow from the specific part of the problem statement.  Should be succinct and precise. </a:t>
            </a:r>
            <a:endParaRPr/>
          </a:p>
          <a:p>
            <a:pPr marL="0" lvl="0" indent="0" algn="l" rtl="0">
              <a:spcBef>
                <a:spcPts val="1600"/>
              </a:spcBef>
              <a:spcAft>
                <a:spcPts val="0"/>
              </a:spcAft>
              <a:buClr>
                <a:schemeClr val="dk1"/>
              </a:buClr>
              <a:buSzPts val="1100"/>
              <a:buFont typeface="Arial"/>
              <a:buNone/>
            </a:pPr>
            <a:r>
              <a:rPr lang="en"/>
              <a:t>set of specific objectives: list of sub-objectives that support or contribute to the main objective.  This might be build or estimate a model; collect data</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24"/>
          <p:cNvSpPr txBox="1">
            <a:spLocks noGrp="1"/>
          </p:cNvSpPr>
          <p:nvPr>
            <p:ph type="title"/>
          </p:nvPr>
        </p:nvSpPr>
        <p:spPr>
          <a:xfrm>
            <a:off x="311700" y="69641"/>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Developing research problem and objective statements</a:t>
            </a:r>
            <a:endParaRPr dirty="0"/>
          </a:p>
        </p:txBody>
      </p:sp>
      <p:sp>
        <p:nvSpPr>
          <p:cNvPr id="715" name="Google Shape;715;p124"/>
          <p:cNvSpPr txBox="1">
            <a:spLocks noGrp="1"/>
          </p:cNvSpPr>
          <p:nvPr>
            <p:ph type="body" idx="1"/>
          </p:nvPr>
        </p:nvSpPr>
        <p:spPr>
          <a:xfrm>
            <a:off x="311700" y="1102841"/>
            <a:ext cx="7675800" cy="309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If starting broad: segment the problem into smaller parts; discuss with others; iterate on this process</a:t>
            </a:r>
            <a:endParaRPr dirty="0"/>
          </a:p>
          <a:p>
            <a:pPr marL="0" lvl="0" indent="0" algn="l" rtl="0">
              <a:spcBef>
                <a:spcPts val="1600"/>
              </a:spcBef>
              <a:spcAft>
                <a:spcPts val="0"/>
              </a:spcAft>
              <a:buClr>
                <a:schemeClr val="dk1"/>
              </a:buClr>
              <a:buSzPts val="1100"/>
              <a:buFont typeface="Arial"/>
              <a:buNone/>
            </a:pPr>
            <a:r>
              <a:rPr lang="en" dirty="0"/>
              <a:t>If developing from a narrow topic: You need to develop the broader context; Ask yourself questions like: </a:t>
            </a:r>
            <a:endParaRPr dirty="0"/>
          </a:p>
          <a:p>
            <a:pPr marL="457200" lvl="0" indent="-342900" algn="l" rtl="0">
              <a:spcBef>
                <a:spcPts val="1600"/>
              </a:spcBef>
              <a:spcAft>
                <a:spcPts val="0"/>
              </a:spcAft>
              <a:buSzPts val="1800"/>
              <a:buChar char="●"/>
            </a:pPr>
            <a:r>
              <a:rPr lang="en" dirty="0"/>
              <a:t>why do we need this knowledge?  </a:t>
            </a:r>
            <a:endParaRPr dirty="0"/>
          </a:p>
          <a:p>
            <a:pPr marL="457200" lvl="0" indent="-342900" algn="l" rtl="0">
              <a:spcBef>
                <a:spcPts val="0"/>
              </a:spcBef>
              <a:spcAft>
                <a:spcPts val="0"/>
              </a:spcAft>
              <a:buSzPts val="1800"/>
              <a:buChar char="●"/>
            </a:pPr>
            <a:r>
              <a:rPr lang="en" dirty="0"/>
              <a:t>who needs it?</a:t>
            </a:r>
            <a:endParaRPr dirty="0"/>
          </a:p>
          <a:p>
            <a:pPr marL="0" lvl="0" indent="0" algn="l" rtl="0">
              <a:spcBef>
                <a:spcPts val="1600"/>
              </a:spcBef>
              <a:spcAft>
                <a:spcPts val="0"/>
              </a:spcAft>
              <a:buClr>
                <a:schemeClr val="dk1"/>
              </a:buClr>
              <a:buSzPts val="1100"/>
              <a:buFont typeface="Arial"/>
              <a:buNone/>
            </a:pPr>
            <a:r>
              <a:rPr lang="en" dirty="0"/>
              <a:t>Break the problem/information down into logical steps or tasks</a:t>
            </a:r>
            <a:endParaRPr dirty="0"/>
          </a:p>
          <a:p>
            <a:pPr marL="0" lvl="0" indent="0" algn="l" rtl="0">
              <a:spcBef>
                <a:spcPts val="1600"/>
              </a:spcBef>
              <a:spcAft>
                <a:spcPts val="0"/>
              </a:spcAft>
              <a:buClr>
                <a:schemeClr val="dk1"/>
              </a:buClr>
              <a:buSzPts val="1100"/>
              <a:buFont typeface="Arial"/>
              <a:buNone/>
            </a:pPr>
            <a:r>
              <a:rPr lang="en" dirty="0"/>
              <a:t>Note about confusing the objectives with the methods.  I think that there is a way to do this… We develop a model to estimate the impact of x on y. </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sp>
        <p:nvSpPr>
          <p:cNvPr id="716" name="Google Shape;716;p124"/>
          <p:cNvSpPr/>
          <p:nvPr/>
        </p:nvSpPr>
        <p:spPr>
          <a:xfrm rot="10800000">
            <a:off x="7667825" y="1227500"/>
            <a:ext cx="916200" cy="847200"/>
          </a:xfrm>
          <a:prstGeom prst="triangle">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24"/>
          <p:cNvSpPr/>
          <p:nvPr/>
        </p:nvSpPr>
        <p:spPr>
          <a:xfrm>
            <a:off x="7667825" y="2498275"/>
            <a:ext cx="916200" cy="890400"/>
          </a:xfrm>
          <a:prstGeom prst="triangle">
            <a:avLst>
              <a:gd name="adj" fmla="val 50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1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Finding an idea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1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728" name="Google Shape;728;p1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 each perspective on finding research ideas:</a:t>
            </a:r>
            <a:endParaRPr/>
          </a:p>
          <a:p>
            <a:pPr marL="457200" lvl="0" indent="-342900" algn="l" rtl="0">
              <a:spcBef>
                <a:spcPts val="1600"/>
              </a:spcBef>
              <a:spcAft>
                <a:spcPts val="0"/>
              </a:spcAft>
              <a:buSzPts val="1800"/>
              <a:buChar char="-"/>
            </a:pPr>
            <a:r>
              <a:rPr lang="en"/>
              <a:t>Varian</a:t>
            </a:r>
            <a:endParaRPr/>
          </a:p>
          <a:p>
            <a:pPr marL="457200" lvl="0" indent="-342900" algn="l" rtl="0">
              <a:spcBef>
                <a:spcPts val="0"/>
              </a:spcBef>
              <a:spcAft>
                <a:spcPts val="0"/>
              </a:spcAft>
              <a:buSzPts val="1800"/>
              <a:buChar char="-"/>
            </a:pPr>
            <a:r>
              <a:rPr lang="en"/>
              <a:t>Davis</a:t>
            </a:r>
            <a:endParaRPr/>
          </a:p>
          <a:p>
            <a:pPr marL="457200" lvl="0" indent="-342900" algn="l" rtl="0">
              <a:spcBef>
                <a:spcPts val="0"/>
              </a:spcBef>
              <a:spcAft>
                <a:spcPts val="0"/>
              </a:spcAft>
              <a:buSzPts val="1800"/>
              <a:buChar char="-"/>
            </a:pPr>
            <a:r>
              <a:rPr lang="en"/>
              <a:t>Dudenhefer</a:t>
            </a:r>
            <a:endParaRPr/>
          </a:p>
          <a:p>
            <a:pPr marL="0" lvl="0" indent="0" algn="l" rtl="0">
              <a:spcBef>
                <a:spcPts val="1600"/>
              </a:spcBef>
              <a:spcAft>
                <a:spcPts val="1600"/>
              </a:spcAft>
              <a:buNone/>
            </a:pPr>
            <a:r>
              <a:rPr lang="en"/>
              <a:t>Discuss which perspective resonates with you</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1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Varian</a:t>
            </a:r>
            <a:endParaRPr/>
          </a:p>
        </p:txBody>
      </p:sp>
      <p:sp>
        <p:nvSpPr>
          <p:cNvPr id="734" name="Google Shape;734;p1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Look for ideas outside of journal articles: newspapers, magazines, TV, radio, conversations.  NYT, WSJ, Economist</a:t>
            </a:r>
            <a:endParaRPr/>
          </a:p>
          <a:p>
            <a:pPr marL="0" lvl="0" indent="0" algn="l" rtl="0">
              <a:spcBef>
                <a:spcPts val="1600"/>
              </a:spcBef>
              <a:spcAft>
                <a:spcPts val="0"/>
              </a:spcAft>
              <a:buNone/>
            </a:pPr>
            <a:r>
              <a:rPr lang="en"/>
              <a:t>Talk to people who work in areas that interest you</a:t>
            </a:r>
            <a:endParaRPr/>
          </a:p>
          <a:p>
            <a:pPr marL="0" lvl="0" indent="0" algn="l" rtl="0">
              <a:spcBef>
                <a:spcPts val="1600"/>
              </a:spcBef>
              <a:spcAft>
                <a:spcPts val="0"/>
              </a:spcAft>
              <a:buNone/>
            </a:pPr>
            <a:r>
              <a:rPr lang="en"/>
              <a:t>Sketch out a conceptual framework (Varian uses model)</a:t>
            </a:r>
            <a:endParaRPr/>
          </a:p>
          <a:p>
            <a:pPr marL="0" lvl="0" indent="0" algn="l" rtl="0">
              <a:spcBef>
                <a:spcPts val="1600"/>
              </a:spcBef>
              <a:spcAft>
                <a:spcPts val="0"/>
              </a:spcAft>
              <a:buNone/>
            </a:pPr>
            <a:r>
              <a:rPr lang="en"/>
              <a:t>Can you explain to a non-economist?</a:t>
            </a:r>
            <a:endParaRPr/>
          </a:p>
          <a:p>
            <a:pPr marL="0" lvl="0" indent="0" algn="l" rtl="0">
              <a:spcBef>
                <a:spcPts val="1600"/>
              </a:spcBef>
              <a:spcAft>
                <a:spcPts val="1600"/>
              </a:spcAft>
              <a:buNone/>
            </a:pPr>
            <a:r>
              <a:rPr lang="en"/>
              <a:t>Do other economists think it is interesting?  Publication potential? Everything that takes time has an opportunity cost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1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Varian</a:t>
            </a:r>
            <a:endParaRPr/>
          </a:p>
        </p:txBody>
      </p:sp>
      <p:sp>
        <p:nvSpPr>
          <p:cNvPr id="740" name="Google Shape;740;p1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Don’t look at the literature right away - it will constrain/guide your thinking</a:t>
            </a:r>
            <a:endParaRPr/>
          </a:p>
          <a:p>
            <a:pPr marL="457200" lvl="0" indent="-342900" algn="l" rtl="0">
              <a:spcBef>
                <a:spcPts val="1600"/>
              </a:spcBef>
              <a:spcAft>
                <a:spcPts val="0"/>
              </a:spcAft>
              <a:buSzPts val="1800"/>
              <a:buAutoNum type="arabicPeriod"/>
            </a:pPr>
            <a:r>
              <a:rPr lang="en"/>
              <a:t>Need practice developing a conceptual framework</a:t>
            </a:r>
            <a:endParaRPr/>
          </a:p>
          <a:p>
            <a:pPr marL="457200" lvl="0" indent="-342900" algn="l" rtl="0">
              <a:spcBef>
                <a:spcPts val="0"/>
              </a:spcBef>
              <a:spcAft>
                <a:spcPts val="0"/>
              </a:spcAft>
              <a:buSzPts val="1800"/>
              <a:buAutoNum type="arabicPeriod"/>
            </a:pPr>
            <a:r>
              <a:rPr lang="en"/>
              <a:t>Your approach may be novel</a:t>
            </a:r>
            <a:endParaRPr/>
          </a:p>
          <a:p>
            <a:pPr marL="457200" lvl="0" indent="-342900" algn="l" rtl="0">
              <a:spcBef>
                <a:spcPts val="0"/>
              </a:spcBef>
              <a:spcAft>
                <a:spcPts val="0"/>
              </a:spcAft>
              <a:buSzPts val="1800"/>
              <a:buAutoNum type="arabicPeriod"/>
            </a:pPr>
            <a:r>
              <a:rPr lang="en"/>
              <a:t>Ideas need time to incubate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1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Davis</a:t>
            </a:r>
            <a:endParaRPr/>
          </a:p>
        </p:txBody>
      </p:sp>
      <p:sp>
        <p:nvSpPr>
          <p:cNvPr id="746" name="Google Shape;746;p1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right topic is one that interests you</a:t>
            </a:r>
            <a:endParaRPr/>
          </a:p>
          <a:p>
            <a:pPr marL="0" lvl="0" indent="0" algn="l" rtl="0">
              <a:spcBef>
                <a:spcPts val="1600"/>
              </a:spcBef>
              <a:spcAft>
                <a:spcPts val="0"/>
              </a:spcAft>
              <a:buNone/>
            </a:pPr>
            <a:r>
              <a:rPr lang="en"/>
              <a:t>Is it interesting to other economists?  Why should I care?</a:t>
            </a:r>
            <a:endParaRPr/>
          </a:p>
          <a:p>
            <a:pPr marL="0" lvl="0" indent="0" algn="l" rtl="0">
              <a:spcBef>
                <a:spcPts val="1600"/>
              </a:spcBef>
              <a:spcAft>
                <a:spcPts val="0"/>
              </a:spcAft>
              <a:buNone/>
            </a:pPr>
            <a:r>
              <a:rPr lang="en"/>
              <a:t>Is the idea new?  Talk to someone working in that field.  Read review articles.</a:t>
            </a:r>
            <a:endParaRPr/>
          </a:p>
          <a:p>
            <a:pPr marL="0" lvl="0" indent="0" algn="l" rtl="0">
              <a:spcBef>
                <a:spcPts val="1600"/>
              </a:spcBef>
              <a:spcAft>
                <a:spcPts val="0"/>
              </a:spcAft>
              <a:buNone/>
            </a:pPr>
            <a:r>
              <a:rPr lang="en"/>
              <a:t>Is the novel element of your paper important?  Does it help others see the issue differently?</a:t>
            </a:r>
            <a:endParaRPr/>
          </a:p>
          <a:p>
            <a:pPr marL="0" lvl="0" indent="0" algn="l" rtl="0">
              <a:spcBef>
                <a:spcPts val="1600"/>
              </a:spcBef>
              <a:spcAft>
                <a:spcPts val="160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1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Davis</a:t>
            </a:r>
            <a:endParaRPr/>
          </a:p>
        </p:txBody>
      </p:sp>
      <p:sp>
        <p:nvSpPr>
          <p:cNvPr id="752" name="Google Shape;752;p1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you want to write applied theory, read empirics</a:t>
            </a:r>
            <a:endParaRPr/>
          </a:p>
          <a:p>
            <a:pPr marL="0" lvl="0" indent="0" algn="l" rtl="0">
              <a:spcBef>
                <a:spcPts val="1600"/>
              </a:spcBef>
              <a:spcAft>
                <a:spcPts val="0"/>
              </a:spcAft>
              <a:buNone/>
            </a:pPr>
            <a:r>
              <a:rPr lang="en"/>
              <a:t>If you want to write empirics, read theory.</a:t>
            </a:r>
            <a:endParaRPr/>
          </a:p>
          <a:p>
            <a:pPr marL="0" lvl="0" indent="0" algn="l" rtl="0">
              <a:spcBef>
                <a:spcPts val="1600"/>
              </a:spcBef>
              <a:spcAft>
                <a:spcPts val="0"/>
              </a:spcAft>
              <a:buNone/>
            </a:pPr>
            <a:r>
              <a:rPr lang="en"/>
              <a:t>Find the frontier.  Google scholar, library, </a:t>
            </a:r>
            <a:r>
              <a:rPr lang="en" u="sng">
                <a:solidFill>
                  <a:schemeClr val="hlink"/>
                </a:solidFill>
                <a:hlinkClick r:id="rId3"/>
              </a:rPr>
              <a:t>elicit.org</a:t>
            </a:r>
            <a:endParaRPr/>
          </a:p>
          <a:p>
            <a:pPr marL="0" lvl="0" indent="0" algn="l" rtl="0">
              <a:spcBef>
                <a:spcPts val="1600"/>
              </a:spcBef>
              <a:spcAft>
                <a:spcPts val="0"/>
              </a:spcAft>
              <a:buNone/>
            </a:pPr>
            <a:r>
              <a:rPr lang="en"/>
              <a:t>Go to seminars (DARE, ENRE BB, Food Systems BB, ECON)</a:t>
            </a:r>
            <a:endParaRPr/>
          </a:p>
          <a:p>
            <a:pPr marL="0" lvl="0" indent="0" algn="l" rtl="0">
              <a:spcBef>
                <a:spcPts val="1600"/>
              </a:spcBef>
              <a:spcAft>
                <a:spcPts val="1600"/>
              </a:spcAft>
              <a:buNone/>
            </a:pPr>
            <a:r>
              <a:rPr lang="en"/>
              <a:t>Read working papers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1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Dudenhefer</a:t>
            </a:r>
            <a:endParaRPr/>
          </a:p>
        </p:txBody>
      </p:sp>
      <p:sp>
        <p:nvSpPr>
          <p:cNvPr id="758" name="Google Shape;758;p1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Read to understand the literature and look for niche’s to contribute</a:t>
            </a:r>
            <a:endParaRPr/>
          </a:p>
          <a:p>
            <a:pPr marL="0" lvl="0" indent="0" algn="l" rtl="0">
              <a:spcBef>
                <a:spcPts val="1600"/>
              </a:spcBef>
              <a:spcAft>
                <a:spcPts val="0"/>
              </a:spcAft>
              <a:buNone/>
            </a:pPr>
            <a:r>
              <a:rPr lang="en"/>
              <a:t>Where to read:</a:t>
            </a:r>
            <a:endParaRPr/>
          </a:p>
          <a:p>
            <a:pPr marL="457200" lvl="0" indent="-342900" algn="l" rtl="0">
              <a:spcBef>
                <a:spcPts val="1600"/>
              </a:spcBef>
              <a:spcAft>
                <a:spcPts val="0"/>
              </a:spcAft>
              <a:buSzPts val="1800"/>
              <a:buChar char="-"/>
            </a:pPr>
            <a:r>
              <a:rPr lang="en"/>
              <a:t>Scan databases (e.g., google scholar, elicit)</a:t>
            </a:r>
            <a:endParaRPr/>
          </a:p>
          <a:p>
            <a:pPr marL="457200" lvl="0" indent="-342900" algn="l" rtl="0">
              <a:spcBef>
                <a:spcPts val="0"/>
              </a:spcBef>
              <a:spcAft>
                <a:spcPts val="0"/>
              </a:spcAft>
              <a:buSzPts val="1800"/>
              <a:buChar char="-"/>
            </a:pPr>
            <a:r>
              <a:rPr lang="en"/>
              <a:t>Follow the most “important” journals in your area</a:t>
            </a:r>
            <a:endParaRPr/>
          </a:p>
          <a:p>
            <a:pPr marL="457200" lvl="0" indent="-342900" algn="l" rtl="0">
              <a:spcBef>
                <a:spcPts val="0"/>
              </a:spcBef>
              <a:spcAft>
                <a:spcPts val="0"/>
              </a:spcAft>
              <a:buSzPts val="1800"/>
              <a:buChar char="-"/>
            </a:pPr>
            <a:r>
              <a:rPr lang="en"/>
              <a:t>Read review articles (ENRE: Annual Reviews Res Econ, REEP)</a:t>
            </a:r>
            <a:endParaRPr/>
          </a:p>
          <a:p>
            <a:pPr marL="457200" lvl="0" indent="-342900" algn="l" rtl="0">
              <a:spcBef>
                <a:spcPts val="0"/>
              </a:spcBef>
              <a:spcAft>
                <a:spcPts val="0"/>
              </a:spcAft>
              <a:buSzPts val="1800"/>
              <a:buChar char="-"/>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1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Workshop: Try it on your research question</a:t>
            </a:r>
            <a:endParaRPr/>
          </a:p>
        </p:txBody>
      </p:sp>
      <p:sp>
        <p:nvSpPr>
          <p:cNvPr id="764" name="Google Shape;764;p1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Is your question:</a:t>
            </a:r>
            <a:endParaRPr/>
          </a:p>
          <a:p>
            <a:pPr marL="0" lvl="0" indent="0" algn="l" rtl="0">
              <a:spcBef>
                <a:spcPts val="1600"/>
              </a:spcBef>
              <a:spcAft>
                <a:spcPts val="0"/>
              </a:spcAft>
              <a:buClr>
                <a:schemeClr val="dk1"/>
              </a:buClr>
              <a:buSzPts val="1100"/>
              <a:buFont typeface="Arial"/>
              <a:buNone/>
            </a:pPr>
            <a:r>
              <a:rPr lang="en"/>
              <a:t>Problem oriented</a:t>
            </a:r>
            <a:endParaRPr/>
          </a:p>
          <a:p>
            <a:pPr marL="0" lvl="0" indent="0" algn="l" rtl="0">
              <a:spcBef>
                <a:spcPts val="1600"/>
              </a:spcBef>
              <a:spcAft>
                <a:spcPts val="0"/>
              </a:spcAft>
              <a:buClr>
                <a:schemeClr val="dk1"/>
              </a:buClr>
              <a:buSzPts val="1100"/>
              <a:buFont typeface="Arial"/>
              <a:buNone/>
            </a:pPr>
            <a:r>
              <a:rPr lang="en"/>
              <a:t>Analytical rather than descriptive</a:t>
            </a:r>
            <a:endParaRPr/>
          </a:p>
          <a:p>
            <a:pPr marL="0" lvl="0" indent="0" algn="l" rtl="0">
              <a:spcBef>
                <a:spcPts val="1600"/>
              </a:spcBef>
              <a:spcAft>
                <a:spcPts val="0"/>
              </a:spcAft>
              <a:buClr>
                <a:schemeClr val="dk1"/>
              </a:buClr>
              <a:buSzPts val="1100"/>
              <a:buFont typeface="Arial"/>
              <a:buNone/>
            </a:pPr>
            <a:r>
              <a:rPr lang="en"/>
              <a:t>Interesting and significant</a:t>
            </a:r>
            <a:endParaRPr/>
          </a:p>
          <a:p>
            <a:pPr marL="0" lvl="0" indent="0" algn="l" rtl="0">
              <a:spcBef>
                <a:spcPts val="1600"/>
              </a:spcBef>
              <a:spcAft>
                <a:spcPts val="0"/>
              </a:spcAft>
              <a:buClr>
                <a:schemeClr val="dk1"/>
              </a:buClr>
              <a:buSzPts val="1100"/>
              <a:buFont typeface="Arial"/>
              <a:buNone/>
            </a:pPr>
            <a:r>
              <a:rPr lang="en"/>
              <a:t>Amenable to economic analysis</a:t>
            </a:r>
            <a:endParaRPr/>
          </a:p>
          <a:p>
            <a:pPr marL="0" lvl="0" indent="0" algn="l" rtl="0">
              <a:spcBef>
                <a:spcPts val="1600"/>
              </a:spcBef>
              <a:spcAft>
                <a:spcPts val="0"/>
              </a:spcAft>
              <a:buClr>
                <a:schemeClr val="dk1"/>
              </a:buClr>
              <a:buSzPts val="1100"/>
              <a:buFont typeface="Arial"/>
              <a:buNone/>
            </a:pPr>
            <a:r>
              <a:rPr lang="en"/>
              <a:t>Feasible</a:t>
            </a:r>
            <a:endParaRPr/>
          </a:p>
          <a:p>
            <a:pPr marL="0" lvl="0" indent="0" algn="l" rtl="0">
              <a:spcBef>
                <a:spcPts val="1600"/>
              </a:spcBef>
              <a:spcAft>
                <a:spcPts val="160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1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Ethridge Chapter 5: </a:t>
            </a:r>
            <a:endParaRPr/>
          </a:p>
          <a:p>
            <a:pPr marL="0" lvl="0" indent="0" algn="ctr" rtl="0">
              <a:spcBef>
                <a:spcPts val="0"/>
              </a:spcBef>
              <a:spcAft>
                <a:spcPts val="0"/>
              </a:spcAft>
              <a:buNone/>
            </a:pPr>
            <a:r>
              <a:rPr lang="en"/>
              <a:t>Planning the Research</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1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Agenda</a:t>
            </a:r>
            <a:endParaRPr/>
          </a:p>
        </p:txBody>
      </p:sp>
      <p:sp>
        <p:nvSpPr>
          <p:cNvPr id="775" name="Google Shape;775;p1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Ethridge - practical guidance for proposal construction</a:t>
            </a:r>
            <a:endParaRPr/>
          </a:p>
          <a:p>
            <a:pPr marL="0" lvl="0" indent="0" algn="l" rtl="0">
              <a:spcBef>
                <a:spcPts val="1600"/>
              </a:spcBef>
              <a:spcAft>
                <a:spcPts val="1600"/>
              </a:spcAft>
              <a:buNone/>
            </a:pPr>
            <a:r>
              <a:rPr lang="en"/>
              <a:t>Bellemare - tips from the field (Ag Econ)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1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project proposal (the plan) is critical to the success of the project</a:t>
            </a:r>
            <a:endParaRPr/>
          </a:p>
        </p:txBody>
      </p:sp>
      <p:sp>
        <p:nvSpPr>
          <p:cNvPr id="781" name="Google Shape;781;p135"/>
          <p:cNvSpPr txBox="1">
            <a:spLocks noGrp="1"/>
          </p:cNvSpPr>
          <p:nvPr>
            <p:ph type="body" idx="1"/>
          </p:nvPr>
        </p:nvSpPr>
        <p:spPr>
          <a:xfrm>
            <a:off x="311700" y="1638625"/>
            <a:ext cx="8520600" cy="339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proposal is evidence of a plan to complete the research project</a:t>
            </a:r>
            <a:endParaRPr/>
          </a:p>
          <a:p>
            <a:pPr marL="0" lvl="0" indent="0" algn="l" rtl="0">
              <a:spcBef>
                <a:spcPts val="1600"/>
              </a:spcBef>
              <a:spcAft>
                <a:spcPts val="0"/>
              </a:spcAft>
              <a:buClr>
                <a:schemeClr val="dk1"/>
              </a:buClr>
              <a:buSzPts val="1100"/>
              <a:buFont typeface="Arial"/>
              <a:buNone/>
            </a:pPr>
            <a:r>
              <a:rPr lang="en"/>
              <a:t>Proposal serves dual purpose</a:t>
            </a:r>
            <a:endParaRPr/>
          </a:p>
          <a:p>
            <a:pPr marL="457200" lvl="0" indent="-342900" algn="l" rtl="0">
              <a:spcBef>
                <a:spcPts val="1600"/>
              </a:spcBef>
              <a:spcAft>
                <a:spcPts val="0"/>
              </a:spcAft>
              <a:buSzPts val="1800"/>
              <a:buChar char="●"/>
            </a:pPr>
            <a:r>
              <a:rPr lang="en"/>
              <a:t>to explain research to others (maybe funding decision) </a:t>
            </a:r>
            <a:endParaRPr/>
          </a:p>
          <a:p>
            <a:pPr marL="457200" lvl="0" indent="-342900" algn="l" rtl="0">
              <a:spcBef>
                <a:spcPts val="0"/>
              </a:spcBef>
              <a:spcAft>
                <a:spcPts val="0"/>
              </a:spcAft>
              <a:buSzPts val="1800"/>
              <a:buChar char="●"/>
            </a:pPr>
            <a:r>
              <a:rPr lang="en"/>
              <a:t>to keep the researcher focused and to think carefully about project and anticipate problems</a:t>
            </a:r>
            <a:endParaRPr/>
          </a:p>
          <a:p>
            <a:pPr marL="0" lvl="0" indent="0" algn="l" rtl="0">
              <a:spcBef>
                <a:spcPts val="1600"/>
              </a:spcBef>
              <a:spcAft>
                <a:spcPts val="0"/>
              </a:spcAft>
              <a:buNone/>
            </a:pPr>
            <a:r>
              <a:rPr lang="en"/>
              <a:t>Proposal is not intended to limit accidental discovery/creativity, but channel your effort toward objectives</a:t>
            </a:r>
            <a:endParaRPr/>
          </a:p>
          <a:p>
            <a:pPr marL="0" lvl="0" indent="0" algn="l" rtl="0">
              <a:spcBef>
                <a:spcPts val="1600"/>
              </a:spcBef>
              <a:spcAft>
                <a:spcPts val="0"/>
              </a:spcAft>
              <a:buNone/>
            </a:pPr>
            <a:r>
              <a:rPr lang="en"/>
              <a:t>Developing the proposal is a process that evolves over time</a:t>
            </a:r>
            <a:endParaRPr/>
          </a:p>
          <a:p>
            <a:pPr marL="0" lvl="0" indent="0" algn="l" rtl="0">
              <a:spcBef>
                <a:spcPts val="1600"/>
              </a:spcBef>
              <a:spcAft>
                <a:spcPts val="160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1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assignment: part 1</a:t>
            </a:r>
            <a:endParaRPr/>
          </a:p>
        </p:txBody>
      </p:sp>
      <p:sp>
        <p:nvSpPr>
          <p:cNvPr id="787" name="Google Shape;787;p1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research question provides direction and limits scope.  Remember to answer the research question in the paper.</a:t>
            </a:r>
            <a:endParaRPr/>
          </a:p>
          <a:p>
            <a:pPr marL="0" lvl="0" indent="0" algn="l" rtl="0">
              <a:spcBef>
                <a:spcPts val="1600"/>
              </a:spcBef>
              <a:spcAft>
                <a:spcPts val="1600"/>
              </a:spcAft>
              <a:buNone/>
            </a:pPr>
            <a:r>
              <a:rPr lang="en"/>
              <a:t>The outline structures the inquiry and is evidence that you have thought through the project and developed a plan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1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Elements of the proposal</a:t>
            </a:r>
            <a:endParaRPr/>
          </a:p>
        </p:txBody>
      </p:sp>
      <p:sp>
        <p:nvSpPr>
          <p:cNvPr id="793" name="Google Shape;793;p1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Title should be descriptive and clear</a:t>
            </a:r>
            <a:endParaRPr/>
          </a:p>
          <a:p>
            <a:pPr marL="0" lvl="0" indent="0" algn="l" rtl="0">
              <a:spcBef>
                <a:spcPts val="1600"/>
              </a:spcBef>
              <a:spcAft>
                <a:spcPts val="0"/>
              </a:spcAft>
              <a:buClr>
                <a:schemeClr val="dk1"/>
              </a:buClr>
              <a:buSzPts val="1100"/>
              <a:buFont typeface="Arial"/>
              <a:buNone/>
            </a:pPr>
            <a:r>
              <a:rPr lang="en"/>
              <a:t>Problem identification and explanation: this section should clarify to the reader what the problem is and justify the need for the research</a:t>
            </a:r>
            <a:endParaRPr/>
          </a:p>
          <a:p>
            <a:pPr marL="0" lvl="0" indent="0" algn="l" rtl="0">
              <a:spcBef>
                <a:spcPts val="1600"/>
              </a:spcBef>
              <a:spcAft>
                <a:spcPts val="0"/>
              </a:spcAft>
              <a:buClr>
                <a:schemeClr val="dk1"/>
              </a:buClr>
              <a:buSzPts val="1100"/>
              <a:buFont typeface="Arial"/>
              <a:buNone/>
            </a:pPr>
            <a:r>
              <a:rPr lang="en"/>
              <a:t>Objectives: identify the goals or ends of the research stated clearly but concisely; general objective then specific sub-objectives</a:t>
            </a:r>
            <a:endParaRPr/>
          </a:p>
          <a:p>
            <a:pPr marL="0" lvl="0" indent="0" algn="l" rtl="0">
              <a:spcBef>
                <a:spcPts val="1600"/>
              </a:spcBef>
              <a:spcAft>
                <a:spcPts val="1600"/>
              </a:spcAft>
              <a:buNone/>
            </a:pPr>
            <a:r>
              <a:rPr lang="en"/>
              <a:t>Review of literature: this section should demonstrate to the reader what is already known and also serve to show how are you are going to expand on the body of knowledge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1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Elements of the proposal cont...</a:t>
            </a:r>
            <a:endParaRPr/>
          </a:p>
        </p:txBody>
      </p:sp>
      <p:sp>
        <p:nvSpPr>
          <p:cNvPr id="799" name="Google Shape;799;p1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Conceptual framework: this is the section that you demonstrate to the reader how are you are thinking about the problem this may include a theoretical model</a:t>
            </a:r>
            <a:endParaRPr/>
          </a:p>
          <a:p>
            <a:pPr marL="0" lvl="0" indent="0" algn="l" rtl="0">
              <a:spcBef>
                <a:spcPts val="1600"/>
              </a:spcBef>
              <a:spcAft>
                <a:spcPts val="0"/>
              </a:spcAft>
              <a:buNone/>
            </a:pPr>
            <a:r>
              <a:rPr lang="en"/>
              <a:t>Methods and procedures: this section will detail to the reader how are you do the research it should be detailed enough such that the research results could be reproduced</a:t>
            </a:r>
            <a:endParaRPr/>
          </a:p>
          <a:p>
            <a:pPr marL="0" lvl="0" indent="0" algn="l" rtl="0">
              <a:spcBef>
                <a:spcPts val="1600"/>
              </a:spcBef>
              <a:spcAft>
                <a:spcPts val="0"/>
              </a:spcAft>
              <a:buNone/>
            </a:pPr>
            <a:r>
              <a:rPr lang="en"/>
              <a:t>References: start using a citation manager (Endnote, Zotero, Bibdesk)</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1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Think about evaluation as you draft the proposal</a:t>
            </a:r>
            <a:endParaRPr dirty="0"/>
          </a:p>
        </p:txBody>
      </p:sp>
      <p:sp>
        <p:nvSpPr>
          <p:cNvPr id="805" name="Google Shape;805;p1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Who will evaluate the proposal?</a:t>
            </a:r>
            <a:endParaRPr dirty="0"/>
          </a:p>
          <a:p>
            <a:pPr marL="0" lvl="0" indent="0" algn="l" rtl="0">
              <a:spcBef>
                <a:spcPts val="1600"/>
              </a:spcBef>
              <a:spcAft>
                <a:spcPts val="0"/>
              </a:spcAft>
              <a:buNone/>
            </a:pPr>
            <a:r>
              <a:rPr lang="en" dirty="0"/>
              <a:t>What are the criteria used to evaluate the proposal?</a:t>
            </a:r>
            <a:endParaRPr dirty="0"/>
          </a:p>
          <a:p>
            <a:pPr marL="0" lvl="0" indent="0" algn="l" rtl="0">
              <a:spcBef>
                <a:spcPts val="1600"/>
              </a:spcBef>
              <a:spcAft>
                <a:spcPts val="0"/>
              </a:spcAft>
              <a:buNone/>
            </a:pPr>
            <a:r>
              <a:rPr lang="en" dirty="0"/>
              <a:t>Anticipate and address concerns</a:t>
            </a:r>
            <a:endParaRPr dirty="0"/>
          </a:p>
          <a:p>
            <a:pPr marL="0" lvl="0" indent="0" algn="l" rtl="0">
              <a:spcBef>
                <a:spcPts val="1600"/>
              </a:spcBef>
              <a:spcAft>
                <a:spcPts val="1600"/>
              </a:spcAft>
              <a:buNone/>
            </a:pPr>
            <a:r>
              <a:rPr lang="en" dirty="0"/>
              <a:t>Clear organization and writing - a necessary condition to a good proposal</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140"/>
          <p:cNvSpPr txBox="1">
            <a:spLocks noGrp="1"/>
          </p:cNvSpPr>
          <p:nvPr>
            <p:ph type="title"/>
          </p:nvPr>
        </p:nvSpPr>
        <p:spPr>
          <a:xfrm>
            <a:off x="311700" y="216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Where would you address the evaluation questions</a:t>
            </a:r>
            <a:endParaRPr/>
          </a:p>
        </p:txBody>
      </p:sp>
      <p:sp>
        <p:nvSpPr>
          <p:cNvPr id="811" name="Google Shape;811;p140"/>
          <p:cNvSpPr txBox="1">
            <a:spLocks noGrp="1"/>
          </p:cNvSpPr>
          <p:nvPr>
            <p:ph type="body" idx="1"/>
          </p:nvPr>
        </p:nvSpPr>
        <p:spPr>
          <a:xfrm>
            <a:off x="311700" y="923875"/>
            <a:ext cx="8520600" cy="41451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AutoNum type="arabicPeriod"/>
            </a:pPr>
            <a:r>
              <a:rPr lang="en" sz="1400"/>
              <a:t>Is the investigator interested in the problem?</a:t>
            </a:r>
            <a:endParaRPr sz="1400"/>
          </a:p>
          <a:p>
            <a:pPr marL="457200" lvl="0" indent="-317500" algn="l" rtl="0">
              <a:spcBef>
                <a:spcPts val="1000"/>
              </a:spcBef>
              <a:spcAft>
                <a:spcPts val="0"/>
              </a:spcAft>
              <a:buSzPts val="1400"/>
              <a:buAutoNum type="arabicPeriod"/>
            </a:pPr>
            <a:r>
              <a:rPr lang="en" sz="1400"/>
              <a:t>Is there a genuine lack of knowledge related to the problem?</a:t>
            </a:r>
            <a:endParaRPr sz="1400"/>
          </a:p>
          <a:p>
            <a:pPr marL="457200" lvl="0" indent="-317500" algn="l" rtl="0">
              <a:spcBef>
                <a:spcPts val="1000"/>
              </a:spcBef>
              <a:spcAft>
                <a:spcPts val="0"/>
              </a:spcAft>
              <a:buSzPts val="1400"/>
              <a:buAutoNum type="arabicPeriod"/>
            </a:pPr>
            <a:r>
              <a:rPr lang="en" sz="1400"/>
              <a:t>Is the research recognized as needed by people other than investigators or beyond disciplinary interest?</a:t>
            </a:r>
            <a:endParaRPr sz="1400"/>
          </a:p>
          <a:p>
            <a:pPr marL="457200" lvl="0" indent="-317500" algn="l" rtl="0">
              <a:spcBef>
                <a:spcPts val="1000"/>
              </a:spcBef>
              <a:spcAft>
                <a:spcPts val="0"/>
              </a:spcAft>
              <a:buSzPts val="1400"/>
              <a:buAutoNum type="arabicPeriod"/>
            </a:pPr>
            <a:r>
              <a:rPr lang="en" sz="1400"/>
              <a:t>Are the objectives appropriate, attainable, observable or measurable, sufficiently specific?</a:t>
            </a:r>
            <a:endParaRPr sz="1400"/>
          </a:p>
          <a:p>
            <a:pPr marL="457200" lvl="0" indent="-317500" algn="l" rtl="0">
              <a:spcBef>
                <a:spcPts val="1000"/>
              </a:spcBef>
              <a:spcAft>
                <a:spcPts val="0"/>
              </a:spcAft>
              <a:buSzPts val="1400"/>
              <a:buAutoNum type="arabicPeriod"/>
            </a:pPr>
            <a:r>
              <a:rPr lang="en" sz="1400"/>
              <a:t>Does the investigator have sufficient resources (training, facilities, materials)?</a:t>
            </a:r>
            <a:endParaRPr sz="1400"/>
          </a:p>
          <a:p>
            <a:pPr marL="457200" lvl="0" indent="-317500" algn="l" rtl="0">
              <a:spcBef>
                <a:spcPts val="1000"/>
              </a:spcBef>
              <a:spcAft>
                <a:spcPts val="0"/>
              </a:spcAft>
              <a:buSzPts val="1400"/>
              <a:buAutoNum type="arabicPeriod"/>
            </a:pPr>
            <a:r>
              <a:rPr lang="en" sz="1400"/>
              <a:t>Does the proposal recognize appropriate constraints both internal (institutional) and external (social/political)?</a:t>
            </a:r>
            <a:endParaRPr sz="1400"/>
          </a:p>
          <a:p>
            <a:pPr marL="457200" lvl="0" indent="-317500" algn="l" rtl="0">
              <a:spcBef>
                <a:spcPts val="1000"/>
              </a:spcBef>
              <a:spcAft>
                <a:spcPts val="0"/>
              </a:spcAft>
              <a:buSzPts val="1400"/>
              <a:buAutoNum type="arabicPeriod"/>
            </a:pPr>
            <a:r>
              <a:rPr lang="en" sz="1400"/>
              <a:t>Does the proposal indicate that the research is likely to be productive?</a:t>
            </a:r>
            <a:endParaRPr sz="1400"/>
          </a:p>
          <a:p>
            <a:pPr marL="457200" lvl="0" indent="-317500" algn="l" rtl="0">
              <a:spcBef>
                <a:spcPts val="1000"/>
              </a:spcBef>
              <a:spcAft>
                <a:spcPts val="0"/>
              </a:spcAft>
              <a:buSzPts val="1400"/>
              <a:buAutoNum type="arabicPeriod"/>
            </a:pPr>
            <a:r>
              <a:rPr lang="en" sz="1400"/>
              <a:t>Is the expected value of the research greater than the cost to obtain the results?</a:t>
            </a:r>
            <a:endParaRPr sz="1400"/>
          </a:p>
          <a:p>
            <a:pPr marL="457200" lvl="0" indent="-317500" algn="l" rtl="0">
              <a:spcBef>
                <a:spcPts val="1000"/>
              </a:spcBef>
              <a:spcAft>
                <a:spcPts val="1000"/>
              </a:spcAft>
              <a:buSzPts val="1400"/>
              <a:buAutoNum type="arabicPeriod"/>
            </a:pPr>
            <a:r>
              <a:rPr lang="en" sz="1400"/>
              <a:t>Has the study been designed in a way that the results are widely applicable?</a:t>
            </a:r>
            <a:endParaRPr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141"/>
          <p:cNvSpPr txBox="1">
            <a:spLocks noGrp="1"/>
          </p:cNvSpPr>
          <p:nvPr>
            <p:ph type="title"/>
          </p:nvPr>
        </p:nvSpPr>
        <p:spPr>
          <a:xfrm>
            <a:off x="311700" y="2164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Where would you address the evaluation questions</a:t>
            </a:r>
            <a:endParaRPr/>
          </a:p>
        </p:txBody>
      </p:sp>
      <p:sp>
        <p:nvSpPr>
          <p:cNvPr id="817" name="Google Shape;817;p141"/>
          <p:cNvSpPr txBox="1">
            <a:spLocks noGrp="1"/>
          </p:cNvSpPr>
          <p:nvPr>
            <p:ph type="body" idx="1"/>
          </p:nvPr>
        </p:nvSpPr>
        <p:spPr>
          <a:xfrm>
            <a:off x="311700" y="695275"/>
            <a:ext cx="8520600" cy="4333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AutoNum type="arabicPeriod"/>
            </a:pPr>
            <a:r>
              <a:rPr lang="en" sz="1400"/>
              <a:t>Is the investigator interested in the problem -  Problem identification</a:t>
            </a:r>
            <a:endParaRPr sz="1400"/>
          </a:p>
          <a:p>
            <a:pPr marL="457200" lvl="0" indent="-317500" algn="l" rtl="0">
              <a:spcBef>
                <a:spcPts val="1000"/>
              </a:spcBef>
              <a:spcAft>
                <a:spcPts val="0"/>
              </a:spcAft>
              <a:buSzPts val="1400"/>
              <a:buAutoNum type="arabicPeriod"/>
            </a:pPr>
            <a:r>
              <a:rPr lang="en" sz="1400"/>
              <a:t>Is there a genuine lack of knowledge related to the problem -  prob. identification/Literature review</a:t>
            </a:r>
            <a:endParaRPr sz="1400"/>
          </a:p>
          <a:p>
            <a:pPr marL="457200" lvl="0" indent="-317500" algn="l" rtl="0">
              <a:spcBef>
                <a:spcPts val="1000"/>
              </a:spcBef>
              <a:spcAft>
                <a:spcPts val="0"/>
              </a:spcAft>
              <a:buSzPts val="1400"/>
              <a:buAutoNum type="arabicPeriod"/>
            </a:pPr>
            <a:r>
              <a:rPr lang="en" sz="1400"/>
              <a:t>Is the research recognized as needed by people other than investigators or beyond disciplinary interest -  problem identification</a:t>
            </a:r>
            <a:endParaRPr sz="1400"/>
          </a:p>
          <a:p>
            <a:pPr marL="457200" lvl="0" indent="-317500" algn="l" rtl="0">
              <a:spcBef>
                <a:spcPts val="1000"/>
              </a:spcBef>
              <a:spcAft>
                <a:spcPts val="0"/>
              </a:spcAft>
              <a:buSzPts val="1400"/>
              <a:buAutoNum type="arabicPeriod"/>
            </a:pPr>
            <a:r>
              <a:rPr lang="en" sz="1400"/>
              <a:t>Are the objectives appropriate, attainable, observable or measurable, sufficiently specific?  Problem identification, conceptual framework, methods</a:t>
            </a:r>
            <a:endParaRPr sz="1400"/>
          </a:p>
          <a:p>
            <a:pPr marL="457200" lvl="0" indent="-317500" algn="l" rtl="0">
              <a:spcBef>
                <a:spcPts val="1000"/>
              </a:spcBef>
              <a:spcAft>
                <a:spcPts val="0"/>
              </a:spcAft>
              <a:buSzPts val="1400"/>
              <a:buAutoNum type="arabicPeriod"/>
            </a:pPr>
            <a:r>
              <a:rPr lang="en" sz="1400"/>
              <a:t>Does the investigator have sufficient resources – methods</a:t>
            </a:r>
            <a:endParaRPr sz="1400"/>
          </a:p>
          <a:p>
            <a:pPr marL="457200" lvl="0" indent="-317500" algn="l" rtl="0">
              <a:spcBef>
                <a:spcPts val="1000"/>
              </a:spcBef>
              <a:spcAft>
                <a:spcPts val="0"/>
              </a:spcAft>
              <a:buSzPts val="1400"/>
              <a:buAutoNum type="arabicPeriod"/>
            </a:pPr>
            <a:r>
              <a:rPr lang="en" sz="1400"/>
              <a:t>Does the proposal recognize appropriate constraints both internal and external – prob. id/methods/budget</a:t>
            </a:r>
            <a:endParaRPr sz="1400"/>
          </a:p>
          <a:p>
            <a:pPr marL="457200" lvl="0" indent="-317500" algn="l" rtl="0">
              <a:spcBef>
                <a:spcPts val="1000"/>
              </a:spcBef>
              <a:spcAft>
                <a:spcPts val="0"/>
              </a:spcAft>
              <a:buSzPts val="1400"/>
              <a:buAutoNum type="arabicPeriod"/>
            </a:pPr>
            <a:r>
              <a:rPr lang="en" sz="1400"/>
              <a:t>Does the proposal indicate that the research is likely to be productive – literature review to demonstrate past work</a:t>
            </a:r>
            <a:endParaRPr sz="1400"/>
          </a:p>
          <a:p>
            <a:pPr marL="457200" lvl="0" indent="-317500" algn="l" rtl="0">
              <a:spcBef>
                <a:spcPts val="1000"/>
              </a:spcBef>
              <a:spcAft>
                <a:spcPts val="0"/>
              </a:spcAft>
              <a:buSzPts val="1400"/>
              <a:buAutoNum type="arabicPeriod"/>
            </a:pPr>
            <a:r>
              <a:rPr lang="en" sz="1400"/>
              <a:t>Is the expected value of the research greater than the cost to obtain the results - methods</a:t>
            </a:r>
            <a:endParaRPr sz="1400"/>
          </a:p>
          <a:p>
            <a:pPr marL="457200" lvl="0" indent="-317500" algn="l" rtl="0">
              <a:spcBef>
                <a:spcPts val="1000"/>
              </a:spcBef>
              <a:spcAft>
                <a:spcPts val="1000"/>
              </a:spcAft>
              <a:buSzPts val="1400"/>
              <a:buAutoNum type="arabicPeriod"/>
            </a:pPr>
            <a:r>
              <a:rPr lang="en" sz="1400"/>
              <a:t>Has the study been designed in a way that the results are widely applicable – conceptual framework</a:t>
            </a:r>
            <a:endParaRPr sz="1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1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proposal </a:t>
            </a:r>
            <a:r>
              <a:rPr lang="en" u="sng">
                <a:solidFill>
                  <a:schemeClr val="hlink"/>
                </a:solidFill>
                <a:hlinkClick r:id="rId3"/>
              </a:rPr>
              <a:t>rubric</a:t>
            </a:r>
            <a:endParaRPr/>
          </a:p>
        </p:txBody>
      </p:sp>
      <p:sp>
        <p:nvSpPr>
          <p:cNvPr id="823" name="Google Shape;823;p1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To provide you explicit guidance on my expectations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1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Bellemare - How to write an applied paper</a:t>
            </a:r>
            <a:endParaRPr/>
          </a:p>
        </p:txBody>
      </p:sp>
      <p:sp>
        <p:nvSpPr>
          <p:cNvPr id="829" name="Google Shape;829;p1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Grad syllabi are filled with good/great papers; we don’t read enough bad papers (until you start reviewing)</a:t>
            </a:r>
            <a:endParaRPr/>
          </a:p>
          <a:p>
            <a:pPr marL="0" lvl="0" indent="0" algn="l" rtl="0">
              <a:spcBef>
                <a:spcPts val="1600"/>
              </a:spcBef>
              <a:spcAft>
                <a:spcPts val="0"/>
              </a:spcAft>
              <a:buNone/>
            </a:pPr>
            <a:r>
              <a:rPr lang="en"/>
              <a:t>Tips from an accomplished researcher and an editor of AJAE</a:t>
            </a:r>
            <a:endParaRPr/>
          </a:p>
          <a:p>
            <a:pPr marL="0" lvl="0" indent="0" algn="l" rtl="0">
              <a:spcBef>
                <a:spcPts val="1600"/>
              </a:spcBef>
              <a:spcAft>
                <a:spcPts val="1600"/>
              </a:spcAft>
              <a:buNone/>
            </a:pPr>
            <a:r>
              <a:rPr lang="en"/>
              <a:t>Outlines a typical applied paper structure - there is comfort in structure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1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Conceptual Framework</a:t>
            </a:r>
            <a:endParaRPr/>
          </a:p>
        </p:txBody>
      </p:sp>
      <p:sp>
        <p:nvSpPr>
          <p:cNvPr id="835" name="Google Shape;835;p1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Theory exists</a:t>
            </a:r>
            <a:endParaRPr/>
          </a:p>
          <a:p>
            <a:pPr marL="457200" lvl="0" indent="-342900" algn="l" rtl="0">
              <a:spcBef>
                <a:spcPts val="1600"/>
              </a:spcBef>
              <a:spcAft>
                <a:spcPts val="0"/>
              </a:spcAft>
              <a:buSzPts val="1800"/>
              <a:buAutoNum type="arabicPeriod"/>
            </a:pPr>
            <a:r>
              <a:rPr lang="en"/>
              <a:t>Restate it</a:t>
            </a:r>
            <a:endParaRPr/>
          </a:p>
          <a:p>
            <a:pPr marL="457200" lvl="0" indent="-342900" algn="l" rtl="0">
              <a:spcBef>
                <a:spcPts val="0"/>
              </a:spcBef>
              <a:spcAft>
                <a:spcPts val="0"/>
              </a:spcAft>
              <a:buSzPts val="1800"/>
              <a:buAutoNum type="arabicPeriod"/>
            </a:pPr>
            <a:r>
              <a:rPr lang="en"/>
              <a:t>Adapt it to your case</a:t>
            </a:r>
            <a:endParaRPr/>
          </a:p>
          <a:p>
            <a:pPr marL="0" lvl="0" indent="0" algn="l" rtl="0">
              <a:spcBef>
                <a:spcPts val="1600"/>
              </a:spcBef>
              <a:spcAft>
                <a:spcPts val="0"/>
              </a:spcAft>
              <a:buNone/>
            </a:pPr>
            <a:r>
              <a:rPr lang="en"/>
              <a:t>Theory doesn’t exist</a:t>
            </a:r>
            <a:endParaRPr/>
          </a:p>
          <a:p>
            <a:pPr marL="0" lvl="0" indent="0" algn="l" rtl="0">
              <a:spcBef>
                <a:spcPts val="1600"/>
              </a:spcBef>
              <a:spcAft>
                <a:spcPts val="0"/>
              </a:spcAft>
              <a:buNone/>
            </a:pPr>
            <a:r>
              <a:rPr lang="en"/>
              <a:t>Verbal or mathematical should start from primitives and make necessary assumptions and argument to arrive at result</a:t>
            </a:r>
            <a:endParaRPr/>
          </a:p>
          <a:p>
            <a:pPr marL="0" lvl="0" indent="0" algn="l" rtl="0">
              <a:spcBef>
                <a:spcPts val="1600"/>
              </a:spcBef>
              <a:spcAft>
                <a:spcPts val="1600"/>
              </a:spcAft>
              <a:buNone/>
            </a:pPr>
            <a:r>
              <a:rPr lang="en"/>
              <a:t>“better an informal, chatty conceptual framework than a bad formal theoretical model”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14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review the literature?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1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Functions of the literature review</a:t>
            </a:r>
            <a:endParaRPr/>
          </a:p>
        </p:txBody>
      </p:sp>
      <p:sp>
        <p:nvSpPr>
          <p:cNvPr id="846" name="Google Shape;846;p1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Hopefully:</a:t>
            </a:r>
            <a:endParaRPr/>
          </a:p>
          <a:p>
            <a:pPr marL="457200" lvl="0" indent="-342900" algn="l" rtl="0">
              <a:spcBef>
                <a:spcPts val="1600"/>
              </a:spcBef>
              <a:spcAft>
                <a:spcPts val="0"/>
              </a:spcAft>
              <a:buSzPts val="1800"/>
              <a:buChar char="●"/>
            </a:pPr>
            <a:r>
              <a:rPr lang="en" dirty="0"/>
              <a:t>Prevents unwarranted duplication</a:t>
            </a:r>
            <a:endParaRPr/>
          </a:p>
          <a:p>
            <a:r>
              <a:rPr lang="en" dirty="0"/>
              <a:t>Acquaint yourself with the literature and find the frontier or knowledge gaps</a:t>
            </a:r>
            <a:endParaRPr dirty="0"/>
          </a:p>
          <a:p>
            <a:pPr marL="457200" lvl="0" indent="-342900" algn="l" rtl="0">
              <a:spcBef>
                <a:spcPts val="0"/>
              </a:spcBef>
              <a:spcAft>
                <a:spcPts val="0"/>
              </a:spcAft>
              <a:buSzPts val="1800"/>
              <a:buChar char="●"/>
            </a:pPr>
            <a:r>
              <a:rPr lang="en" dirty="0"/>
              <a:t>Learn about new methods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1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Laubepin</a:t>
            </a:r>
            <a:endParaRPr/>
          </a:p>
        </p:txBody>
      </p:sp>
      <p:sp>
        <p:nvSpPr>
          <p:cNvPr id="852" name="Google Shape;852;p1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Anatomy of a paper</a:t>
            </a:r>
            <a:endParaRPr/>
          </a:p>
          <a:p>
            <a:pPr marL="0" lvl="0" indent="0" algn="l" rtl="0">
              <a:spcBef>
                <a:spcPts val="1600"/>
              </a:spcBef>
              <a:spcAft>
                <a:spcPts val="0"/>
              </a:spcAft>
              <a:buNone/>
            </a:pPr>
            <a:r>
              <a:rPr lang="en"/>
              <a:t>Reading linearly (like you would a novel, starting at the beginning and reading word for word until you reach the end) is often </a:t>
            </a:r>
            <a:r>
              <a:rPr lang="en" u="sng"/>
              <a:t>not</a:t>
            </a:r>
            <a:r>
              <a:rPr lang="en"/>
              <a:t> the most efficient approach</a:t>
            </a:r>
            <a:endParaRPr/>
          </a:p>
          <a:p>
            <a:pPr marL="0" lvl="0" indent="0" algn="l" rtl="0">
              <a:spcBef>
                <a:spcPts val="1600"/>
              </a:spcBef>
              <a:spcAft>
                <a:spcPts val="1600"/>
              </a:spcAft>
              <a:buNone/>
            </a:pPr>
            <a:r>
              <a:rPr lang="en"/>
              <a:t>Determine your purpose -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Determine your purpose</a:t>
            </a:r>
            <a:endParaRPr/>
          </a:p>
        </p:txBody>
      </p:sp>
      <p:sp>
        <p:nvSpPr>
          <p:cNvPr id="858" name="Google Shape;858;p1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Is this an assignment for class discussion, an article you want to use in a term paper (if so, how much of it will you need to use), </a:t>
            </a:r>
            <a:endParaRPr/>
          </a:p>
          <a:p>
            <a:pPr marL="0" lvl="0" indent="0" algn="l" rtl="0">
              <a:spcBef>
                <a:spcPts val="1600"/>
              </a:spcBef>
              <a:spcAft>
                <a:spcPts val="0"/>
              </a:spcAft>
              <a:buNone/>
            </a:pPr>
            <a:r>
              <a:rPr lang="en"/>
              <a:t>one about which you need to write a critique/review? </a:t>
            </a:r>
            <a:endParaRPr/>
          </a:p>
          <a:p>
            <a:pPr marL="0" lvl="0" indent="0" algn="l" rtl="0">
              <a:spcBef>
                <a:spcPts val="1600"/>
              </a:spcBef>
              <a:spcAft>
                <a:spcPts val="0"/>
              </a:spcAft>
              <a:buNone/>
            </a:pPr>
            <a:r>
              <a:rPr lang="en"/>
              <a:t>Are you interested in the author's theoretical perspective? Her findings? Her methods? Her data? </a:t>
            </a:r>
            <a:endParaRPr/>
          </a:p>
          <a:p>
            <a:pPr marL="0" lvl="0" indent="0" algn="l" rtl="0">
              <a:spcBef>
                <a:spcPts val="1600"/>
              </a:spcBef>
              <a:spcAft>
                <a:spcPts val="1600"/>
              </a:spcAft>
              <a:buNone/>
            </a:pPr>
            <a:r>
              <a:rPr lang="en"/>
              <a:t>Are you interested in getting a sense of the research that has been done on a specific topic/issue?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pic>
        <p:nvPicPr>
          <p:cNvPr id="863" name="Google Shape;863;p149"/>
          <p:cNvPicPr preferRelativeResize="0"/>
          <p:nvPr/>
        </p:nvPicPr>
        <p:blipFill>
          <a:blip r:embed="rId3">
            <a:alphaModFix/>
          </a:blip>
          <a:stretch>
            <a:fillRect/>
          </a:stretch>
        </p:blipFill>
        <p:spPr>
          <a:xfrm>
            <a:off x="531900" y="924925"/>
            <a:ext cx="7800975" cy="39624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1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Another economists approach</a:t>
            </a:r>
            <a:endParaRPr/>
          </a:p>
        </p:txBody>
      </p:sp>
      <p:sp>
        <p:nvSpPr>
          <p:cNvPr id="869" name="Google Shape;869;p1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https://econ272.academic.wlu.edu/how-to-read-a-paper/</a:t>
            </a:r>
            <a:r>
              <a:rPr lang="en"/>
              <a:t> </a:t>
            </a:r>
            <a:endParaRPr/>
          </a:p>
          <a:p>
            <a:pPr marL="0" lvl="0" indent="0" algn="l" rtl="0">
              <a:spcBef>
                <a:spcPts val="1600"/>
              </a:spcBef>
              <a:spcAft>
                <a:spcPts val="1600"/>
              </a:spcAft>
              <a:buNone/>
            </a:pPr>
            <a:r>
              <a:rPr lang="en" u="sng">
                <a:solidFill>
                  <a:schemeClr val="hlink"/>
                </a:solidFill>
                <a:hlinkClick r:id="rId4"/>
              </a:rPr>
              <a:t>https://www.reed.edu/economics/parker/354/guide.html</a:t>
            </a:r>
            <a:r>
              <a:rPr lang="en"/>
              <a:t>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Gosztyla - reading efficiently</a:t>
            </a:r>
            <a:endParaRPr/>
          </a:p>
        </p:txBody>
      </p:sp>
      <p:sp>
        <p:nvSpPr>
          <p:cNvPr id="875" name="Google Shape;875;p1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colleagues seem to have encyclopedic knowledge of an area</a:t>
            </a:r>
            <a:endParaRPr/>
          </a:p>
          <a:p>
            <a:pPr marL="0" lvl="0" indent="0" algn="l" rtl="0">
              <a:spcBef>
                <a:spcPts val="1600"/>
              </a:spcBef>
              <a:spcAft>
                <a:spcPts val="0"/>
              </a:spcAft>
              <a:buNone/>
            </a:pPr>
            <a:r>
              <a:rPr lang="en"/>
              <a:t>Gosztyla shares the strategies she has developed</a:t>
            </a:r>
            <a:endParaRPr/>
          </a:p>
          <a:p>
            <a:pPr marL="0" lvl="0" indent="0" algn="l" rtl="0">
              <a:spcBef>
                <a:spcPts val="1600"/>
              </a:spcBef>
              <a:spcAft>
                <a:spcPts val="1600"/>
              </a:spcAft>
              <a:buNone/>
            </a:pPr>
            <a:r>
              <a:rPr lang="en"/>
              <a:t>Develop a process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1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Finding papers</a:t>
            </a:r>
            <a:endParaRPr/>
          </a:p>
        </p:txBody>
      </p:sp>
      <p:sp>
        <p:nvSpPr>
          <p:cNvPr id="881" name="Google Shape;881;p1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Google scholar search</a:t>
            </a:r>
            <a:endParaRPr/>
          </a:p>
          <a:p>
            <a:pPr marL="0" lvl="0" indent="0" algn="l" rtl="0">
              <a:spcBef>
                <a:spcPts val="1600"/>
              </a:spcBef>
              <a:spcAft>
                <a:spcPts val="0"/>
              </a:spcAft>
              <a:buNone/>
            </a:pPr>
            <a:r>
              <a:rPr lang="en"/>
              <a:t>Google scholar follow researchers</a:t>
            </a:r>
            <a:endParaRPr/>
          </a:p>
          <a:p>
            <a:pPr marL="0" lvl="0" indent="0" algn="l" rtl="0">
              <a:spcBef>
                <a:spcPts val="1600"/>
              </a:spcBef>
              <a:spcAft>
                <a:spcPts val="0"/>
              </a:spcAft>
              <a:buNone/>
            </a:pPr>
            <a:r>
              <a:rPr lang="en"/>
              <a:t>Journal table of contents email alerts</a:t>
            </a:r>
            <a:endParaRPr/>
          </a:p>
          <a:p>
            <a:pPr marL="0" lvl="0" indent="0" algn="l" rtl="0">
              <a:spcBef>
                <a:spcPts val="1600"/>
              </a:spcBef>
              <a:spcAft>
                <a:spcPts val="0"/>
              </a:spcAft>
              <a:buNone/>
            </a:pPr>
            <a:r>
              <a:rPr lang="en"/>
              <a:t>RSS feeds: subscribe to preprint servers or google scholar keywords</a:t>
            </a:r>
            <a:endParaRPr/>
          </a:p>
          <a:p>
            <a:pPr marL="0" lvl="0" indent="0" algn="l" rtl="0">
              <a:spcBef>
                <a:spcPts val="1600"/>
              </a:spcBef>
              <a:spcAft>
                <a:spcPts val="0"/>
              </a:spcAft>
              <a:buNone/>
            </a:pPr>
            <a:r>
              <a:rPr lang="en"/>
              <a:t>Feed aggregator that you review and file</a:t>
            </a:r>
            <a:endParaRPr/>
          </a:p>
          <a:p>
            <a:pPr marL="0" lvl="0" indent="0" algn="l" rtl="0">
              <a:spcBef>
                <a:spcPts val="1600"/>
              </a:spcBef>
              <a:spcAft>
                <a:spcPts val="1600"/>
              </a:spcAft>
              <a:buClr>
                <a:schemeClr val="dk1"/>
              </a:buClr>
              <a:buSzPts val="1100"/>
              <a:buFont typeface="Arial"/>
              <a:buNone/>
            </a:pPr>
            <a:r>
              <a:rPr lang="en"/>
              <a:t>Twitter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Managing the papers you have found</a:t>
            </a:r>
            <a:endParaRPr/>
          </a:p>
        </p:txBody>
      </p:sp>
      <p:sp>
        <p:nvSpPr>
          <p:cNvPr id="887" name="Google Shape;887;p1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Database software: Zotero, Mendeley, Endnote</a:t>
            </a:r>
            <a:endParaRPr/>
          </a:p>
          <a:p>
            <a:pPr marL="0" lvl="0" indent="0" algn="l" rtl="0">
              <a:spcBef>
                <a:spcPts val="1600"/>
              </a:spcBef>
              <a:spcAft>
                <a:spcPts val="0"/>
              </a:spcAft>
              <a:buNone/>
            </a:pPr>
            <a:r>
              <a:rPr lang="en"/>
              <a:t>Browser extensions make downloading citations easier</a:t>
            </a:r>
            <a:endParaRPr/>
          </a:p>
          <a:p>
            <a:pPr marL="0" lvl="0" indent="0" algn="l" rtl="0">
              <a:spcBef>
                <a:spcPts val="1600"/>
              </a:spcBef>
              <a:spcAft>
                <a:spcPts val="1600"/>
              </a:spcAft>
              <a:buNone/>
            </a:pPr>
            <a:r>
              <a:rPr lang="en"/>
              <a:t>Organize with folders and tags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1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Read the papers</a:t>
            </a:r>
            <a:endParaRPr/>
          </a:p>
        </p:txBody>
      </p:sp>
      <p:sp>
        <p:nvSpPr>
          <p:cNvPr id="893" name="Google Shape;893;p1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Build time in your schedule</a:t>
            </a:r>
            <a:endParaRPr/>
          </a:p>
          <a:p>
            <a:pPr marL="0" lvl="0" indent="0" algn="l" rtl="0">
              <a:spcBef>
                <a:spcPts val="1600"/>
              </a:spcBef>
              <a:spcAft>
                <a:spcPts val="0"/>
              </a:spcAft>
              <a:buNone/>
            </a:pPr>
            <a:r>
              <a:rPr lang="en"/>
              <a:t>Read efficiently</a:t>
            </a:r>
            <a:endParaRPr/>
          </a:p>
          <a:p>
            <a:pPr marL="0" lvl="0" indent="0" algn="l" rtl="0">
              <a:spcBef>
                <a:spcPts val="1600"/>
              </a:spcBef>
              <a:spcAft>
                <a:spcPts val="0"/>
              </a:spcAft>
              <a:buNone/>
            </a:pPr>
            <a:r>
              <a:rPr lang="en"/>
              <a:t>Minimize distractions</a:t>
            </a:r>
            <a:endParaRPr/>
          </a:p>
          <a:p>
            <a:pPr marL="0" lvl="0" indent="0" algn="l" rtl="0">
              <a:spcBef>
                <a:spcPts val="1600"/>
              </a:spcBef>
              <a:spcAft>
                <a:spcPts val="1600"/>
              </a:spcAft>
              <a:buNone/>
            </a:pPr>
            <a:r>
              <a:rPr lang="en"/>
              <a:t>Enjoy your time to read and learn - part of why we are here I hope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1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Organizing your notes</a:t>
            </a:r>
            <a:endParaRPr/>
          </a:p>
        </p:txBody>
      </p:sp>
      <p:sp>
        <p:nvSpPr>
          <p:cNvPr id="899" name="Google Shape;899;p1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Develop a system for organizing the notes you have made so that you can recall the important information in the paper</a:t>
            </a:r>
            <a:endParaRPr/>
          </a:p>
          <a:p>
            <a:pPr marL="0" lvl="0" indent="0" algn="l" rtl="0">
              <a:spcBef>
                <a:spcPts val="1600"/>
              </a:spcBef>
              <a:spcAft>
                <a:spcPts val="0"/>
              </a:spcAft>
              <a:buNone/>
            </a:pPr>
            <a:r>
              <a:rPr lang="en"/>
              <a:t>Notion</a:t>
            </a:r>
            <a:endParaRPr/>
          </a:p>
          <a:p>
            <a:pPr marL="0" lvl="0" indent="0" algn="l" rtl="0">
              <a:spcBef>
                <a:spcPts val="1600"/>
              </a:spcBef>
              <a:spcAft>
                <a:spcPts val="1600"/>
              </a:spcAft>
              <a:buNone/>
            </a:pPr>
            <a:r>
              <a:rPr lang="en"/>
              <a:t>This investment yields efficiency returns and probably helps you better retain the information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1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My appraoch to reviewing the literature</a:t>
            </a:r>
            <a:endParaRPr/>
          </a:p>
        </p:txBody>
      </p:sp>
      <p:sp>
        <p:nvSpPr>
          <p:cNvPr id="905" name="Google Shape;905;p1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buAutoNum type="arabicPeriod"/>
            </a:pPr>
            <a:r>
              <a:rPr lang="en" dirty="0"/>
              <a:t>Google scholar or other search tool: </a:t>
            </a:r>
            <a:r>
              <a:rPr lang="en" u="sng" dirty="0">
                <a:solidFill>
                  <a:schemeClr val="accent5"/>
                </a:solidFill>
              </a:rPr>
              <a:t>elicit.org, </a:t>
            </a:r>
            <a:r>
              <a:rPr lang="en" dirty="0">
                <a:solidFill>
                  <a:schemeClr val="accent5"/>
                </a:solidFill>
              </a:rPr>
              <a:t>www.connectedpapers.com</a:t>
            </a:r>
            <a:endParaRPr lang="en-US" dirty="0">
              <a:solidFill>
                <a:schemeClr val="accent5"/>
              </a:solidFill>
            </a:endParaRPr>
          </a:p>
          <a:p>
            <a:pPr marL="457200" lvl="0" indent="-342900" algn="l" rtl="0">
              <a:spcBef>
                <a:spcPts val="0"/>
              </a:spcBef>
              <a:spcAft>
                <a:spcPts val="0"/>
              </a:spcAft>
              <a:buSzPts val="1800"/>
              <a:buAutoNum type="arabicPeriod"/>
            </a:pPr>
            <a:r>
              <a:rPr lang="en" dirty="0"/>
              <a:t>Search keywords or phrases (alternatively find seminal paper and look at papers citing it)</a:t>
            </a:r>
            <a:endParaRPr dirty="0"/>
          </a:p>
          <a:p>
            <a:pPr marL="457200" lvl="0" indent="-342900" algn="l" rtl="0">
              <a:spcBef>
                <a:spcPts val="0"/>
              </a:spcBef>
              <a:spcAft>
                <a:spcPts val="0"/>
              </a:spcAft>
              <a:buSzPts val="1800"/>
              <a:buAutoNum type="arabicPeriod"/>
            </a:pPr>
            <a:r>
              <a:rPr lang="en" dirty="0"/>
              <a:t>Scan titles and click on 3-4 (open in new tabs)</a:t>
            </a:r>
            <a:endParaRPr dirty="0"/>
          </a:p>
          <a:p>
            <a:pPr marL="457200" lvl="0" indent="-342900" algn="l" rtl="0">
              <a:spcBef>
                <a:spcPts val="0"/>
              </a:spcBef>
              <a:spcAft>
                <a:spcPts val="0"/>
              </a:spcAft>
              <a:buSzPts val="1800"/>
              <a:buAutoNum type="arabicPeriod"/>
            </a:pPr>
            <a:r>
              <a:rPr lang="en" dirty="0"/>
              <a:t>Read abstract and select all relevant papers (download citations and copy of the paper</a:t>
            </a:r>
            <a:endParaRPr dirty="0"/>
          </a:p>
          <a:p>
            <a:pPr marL="457200" lvl="0" indent="-342900" algn="l" rtl="0">
              <a:spcBef>
                <a:spcPts val="0"/>
              </a:spcBef>
              <a:spcAft>
                <a:spcPts val="0"/>
              </a:spcAft>
              <a:buSzPts val="1800"/>
              <a:buAutoNum type="arabicPeriod"/>
            </a:pPr>
            <a:r>
              <a:rPr lang="en" dirty="0"/>
              <a:t>Quick read the paper and write summary</a:t>
            </a:r>
            <a:endParaRPr dirty="0"/>
          </a:p>
          <a:p>
            <a:pPr marL="0" lvl="0" indent="0" algn="l" rtl="0">
              <a:spcBef>
                <a:spcPts val="1600"/>
              </a:spcBef>
              <a:spcAft>
                <a:spcPts val="1600"/>
              </a:spcAft>
              <a:buNone/>
            </a:pPr>
            <a:r>
              <a:rPr lang="en" dirty="0"/>
              <a:t>*If reading for methods, read carefully</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1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Summarizing the paper</a:t>
            </a:r>
            <a:endParaRPr/>
          </a:p>
        </p:txBody>
      </p:sp>
      <p:sp>
        <p:nvSpPr>
          <p:cNvPr id="911" name="Google Shape;911;p1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to two sentence on each:</a:t>
            </a:r>
            <a:endParaRPr/>
          </a:p>
          <a:p>
            <a:pPr marL="457200" lvl="0" indent="-342900" algn="l" rtl="0">
              <a:spcBef>
                <a:spcPts val="1600"/>
              </a:spcBef>
              <a:spcAft>
                <a:spcPts val="0"/>
              </a:spcAft>
              <a:buSzPts val="1800"/>
              <a:buAutoNum type="arabicPeriod"/>
            </a:pPr>
            <a:r>
              <a:rPr lang="en"/>
              <a:t>State the problem and the question the paper is trying to answer</a:t>
            </a:r>
            <a:endParaRPr/>
          </a:p>
          <a:p>
            <a:pPr marL="457200" lvl="0" indent="-342900" algn="l" rtl="0">
              <a:spcBef>
                <a:spcPts val="0"/>
              </a:spcBef>
              <a:spcAft>
                <a:spcPts val="0"/>
              </a:spcAft>
              <a:buSzPts val="1800"/>
              <a:buAutoNum type="arabicPeriod"/>
            </a:pPr>
            <a:r>
              <a:rPr lang="en"/>
              <a:t>What about the paper is novel (they should tell you)</a:t>
            </a:r>
            <a:endParaRPr/>
          </a:p>
          <a:p>
            <a:pPr marL="457200" lvl="0" indent="-342900" algn="l" rtl="0">
              <a:spcBef>
                <a:spcPts val="0"/>
              </a:spcBef>
              <a:spcAft>
                <a:spcPts val="0"/>
              </a:spcAft>
              <a:buSzPts val="1800"/>
              <a:buAutoNum type="arabicPeriod"/>
            </a:pPr>
            <a:r>
              <a:rPr lang="en"/>
              <a:t>What methods do they use</a:t>
            </a:r>
            <a:endParaRPr/>
          </a:p>
          <a:p>
            <a:pPr marL="457200" lvl="0" indent="-342900" algn="l" rtl="0">
              <a:spcBef>
                <a:spcPts val="0"/>
              </a:spcBef>
              <a:spcAft>
                <a:spcPts val="0"/>
              </a:spcAft>
              <a:buSzPts val="1800"/>
              <a:buAutoNum type="arabicPeriod"/>
            </a:pPr>
            <a:r>
              <a:rPr lang="en"/>
              <a:t>What are the main findings or findings most relevant to your paper</a:t>
            </a:r>
            <a:endParaRPr/>
          </a:p>
          <a:p>
            <a:pPr marL="457200" lvl="0" indent="-342900" algn="l" rtl="0">
              <a:spcBef>
                <a:spcPts val="0"/>
              </a:spcBef>
              <a:spcAft>
                <a:spcPts val="0"/>
              </a:spcAft>
              <a:buSzPts val="1800"/>
              <a:buAutoNum type="arabicPeriod"/>
            </a:pPr>
            <a:r>
              <a:rPr lang="en"/>
              <a:t>Any implications</a:t>
            </a:r>
            <a:endParaRPr/>
          </a:p>
          <a:p>
            <a:pPr marL="457200" lvl="0" indent="-342900" algn="l" rtl="0">
              <a:spcBef>
                <a:spcPts val="0"/>
              </a:spcBef>
              <a:spcAft>
                <a:spcPts val="0"/>
              </a:spcAft>
              <a:buSzPts val="1800"/>
              <a:buAutoNum type="arabicPeriod"/>
            </a:pPr>
            <a:r>
              <a:rPr lang="en"/>
              <a:t>Anything else you want to remember about the paper</a:t>
            </a:r>
            <a:endParaRPr/>
          </a:p>
          <a:p>
            <a:pPr marL="0" lvl="0" indent="0" algn="l" rtl="0">
              <a:spcBef>
                <a:spcPts val="1600"/>
              </a:spcBef>
              <a:spcAft>
                <a:spcPts val="1600"/>
              </a:spcAft>
              <a:buNone/>
            </a:pPr>
            <a:r>
              <a:rPr lang="en"/>
              <a:t>Keep this in a running doc for the project or your ref manager</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1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Organizing the lit</a:t>
            </a:r>
            <a:endParaRPr/>
          </a:p>
        </p:txBody>
      </p:sp>
      <p:sp>
        <p:nvSpPr>
          <p:cNvPr id="917" name="Google Shape;917;p1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 your growing list of summaries and derive themes.  What ties this set of papers together?  </a:t>
            </a:r>
            <a:endParaRPr/>
          </a:p>
          <a:p>
            <a:pPr marL="0" lvl="0" indent="0" algn="l" rtl="0">
              <a:spcBef>
                <a:spcPts val="1600"/>
              </a:spcBef>
              <a:spcAft>
                <a:spcPts val="0"/>
              </a:spcAft>
              <a:buNone/>
            </a:pPr>
            <a:r>
              <a:rPr lang="en"/>
              <a:t>Think about your contributions.  Do they connect to the themes you identified?</a:t>
            </a:r>
            <a:endParaRPr/>
          </a:p>
          <a:p>
            <a:pPr marL="0" lvl="0" indent="0" algn="l" rtl="0">
              <a:spcBef>
                <a:spcPts val="1600"/>
              </a:spcBef>
              <a:spcAft>
                <a:spcPts val="0"/>
              </a:spcAft>
              <a:buNone/>
            </a:pPr>
            <a:r>
              <a:rPr lang="en"/>
              <a:t>I prefer to sketch the themes on a graph (with citations) to visualize where the contributions lie</a:t>
            </a:r>
            <a:endParaRPr/>
          </a:p>
          <a:p>
            <a:pPr marL="0" lvl="0" indent="0" algn="l" rtl="0">
              <a:spcBef>
                <a:spcPts val="1600"/>
              </a:spcBef>
              <a:spcAft>
                <a:spcPts val="1600"/>
              </a:spcAft>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1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p:txBody>
      </p:sp>
      <p:sp>
        <p:nvSpPr>
          <p:cNvPr id="923" name="Google Shape;923;p1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 all suggestions - find a process that works for you</a:t>
            </a:r>
            <a:endParaRPr/>
          </a:p>
          <a:p>
            <a:pPr marL="0" lvl="0" indent="0" algn="l" rtl="0">
              <a:spcBef>
                <a:spcPts val="1600"/>
              </a:spcBef>
              <a:spcAft>
                <a:spcPts val="1600"/>
              </a:spcAft>
              <a:buNone/>
            </a:pPr>
            <a:r>
              <a:rPr lang="en"/>
              <a:t>Efficiency is great but the objective is to understand the knowledge gaps and identify how your work contributes</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48871</TotalTime>
  <Words>2763</Words>
  <Application>Microsoft Office PowerPoint</Application>
  <PresentationFormat>On-screen Show (16:9)</PresentationFormat>
  <Paragraphs>267</Paragraphs>
  <Slides>56</Slides>
  <Notes>56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56</vt:i4>
      </vt:variant>
    </vt:vector>
  </HeadingPairs>
  <TitlesOfParts>
    <vt:vector size="58" baseType="lpstr">
      <vt:lpstr>Arial</vt:lpstr>
      <vt:lpstr>Simple Light</vt:lpstr>
      <vt:lpstr>AREC 570 Slides</vt:lpstr>
      <vt:lpstr>Unit 2  Defining a research problem/question</vt:lpstr>
      <vt:lpstr>Greenlaw Chapter 2</vt:lpstr>
      <vt:lpstr>Step 1: 3 Questions</vt:lpstr>
      <vt:lpstr>PowerPoint Presentation</vt:lpstr>
      <vt:lpstr>Example 1</vt:lpstr>
      <vt:lpstr>Characteristics of a good economics research question</vt:lpstr>
      <vt:lpstr>Characteristics of a good economics research question cont.</vt:lpstr>
      <vt:lpstr>Characteristics of a good economics research question cont.</vt:lpstr>
      <vt:lpstr>Characteristics of a good economics research question</vt:lpstr>
      <vt:lpstr>Workshop: Try it on your research question</vt:lpstr>
      <vt:lpstr>Ethridge Chapter 6</vt:lpstr>
      <vt:lpstr>Overview</vt:lpstr>
      <vt:lpstr>Research problem vs decision problem</vt:lpstr>
      <vt:lpstr>Working with policy makers</vt:lpstr>
      <vt:lpstr>Problematic situation vs researchable problem</vt:lpstr>
      <vt:lpstr>Example</vt:lpstr>
      <vt:lpstr>Problem statement</vt:lpstr>
      <vt:lpstr>Problem statement requirements</vt:lpstr>
      <vt:lpstr>Objectives</vt:lpstr>
      <vt:lpstr>Developing research problem and objective statements</vt:lpstr>
      <vt:lpstr>Finding an idea</vt:lpstr>
      <vt:lpstr>Overview</vt:lpstr>
      <vt:lpstr>Varian</vt:lpstr>
      <vt:lpstr>Varian</vt:lpstr>
      <vt:lpstr>Davis</vt:lpstr>
      <vt:lpstr>Davis</vt:lpstr>
      <vt:lpstr>Dudenhefer</vt:lpstr>
      <vt:lpstr>Workshop: Try it on your research question</vt:lpstr>
      <vt:lpstr>Ethridge Chapter 5:  Planning the Research</vt:lpstr>
      <vt:lpstr>Agenda</vt:lpstr>
      <vt:lpstr>Research project proposal (the plan) is critical to the success of the project</vt:lpstr>
      <vt:lpstr>Research assignment: part 1</vt:lpstr>
      <vt:lpstr>Elements of the proposal</vt:lpstr>
      <vt:lpstr>Elements of the proposal cont...</vt:lpstr>
      <vt:lpstr>Think about evaluation as you draft the proposal</vt:lpstr>
      <vt:lpstr>Where would you address the evaluation questions</vt:lpstr>
      <vt:lpstr>Where would you address the evaluation questions</vt:lpstr>
      <vt:lpstr>Research proposal rubric</vt:lpstr>
      <vt:lpstr>Bellemare - How to write an applied paper</vt:lpstr>
      <vt:lpstr>Conceptual Framework</vt:lpstr>
      <vt:lpstr>How to review the literature?</vt:lpstr>
      <vt:lpstr>Functions of the literature review</vt:lpstr>
      <vt:lpstr>Laubepin</vt:lpstr>
      <vt:lpstr>Determine your purpose</vt:lpstr>
      <vt:lpstr>PowerPoint Presentation</vt:lpstr>
      <vt:lpstr>Another economists approach</vt:lpstr>
      <vt:lpstr>Gosztyla - reading efficiently</vt:lpstr>
      <vt:lpstr>Finding papers</vt:lpstr>
      <vt:lpstr>Managing the papers you have found</vt:lpstr>
      <vt:lpstr>Read the papers</vt:lpstr>
      <vt:lpstr>Organizing your notes</vt:lpstr>
      <vt:lpstr>My appraoch to reviewing the literature</vt:lpstr>
      <vt:lpstr>Summarizing the paper</vt:lpstr>
      <vt:lpstr>Organizing the lit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262</cp:revision>
  <dcterms:modified xsi:type="dcterms:W3CDTF">2026-08-25T01:50:55Z</dcterms:modified>
</cp:coreProperties>
</file>