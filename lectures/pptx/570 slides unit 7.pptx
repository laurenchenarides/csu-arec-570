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1"/>
  </p:notesMasterIdLst>
  <p:sldIdLst>
    <p:sldId id="256" r:id="rId2"/>
    <p:sldId id="556" r:id="rId3"/>
    <p:sldId id="557" r:id="rId4"/>
    <p:sldId id="558" r:id="rId5"/>
    <p:sldId id="559" r:id="rId6"/>
    <p:sldId id="560" r:id="rId7"/>
    <p:sldId id="561" r:id="rId8"/>
    <p:sldId id="562" r:id="rId9"/>
    <p:sldId id="563" r:id="rId10"/>
    <p:sldId id="564" r:id="rId11"/>
    <p:sldId id="565" r:id="rId12"/>
    <p:sldId id="566" r:id="rId13"/>
    <p:sldId id="567" r:id="rId14"/>
    <p:sldId id="568" r:id="rId15"/>
    <p:sldId id="569" r:id="rId16"/>
    <p:sldId id="570" r:id="rId17"/>
    <p:sldId id="571" r:id="rId18"/>
    <p:sldId id="572" r:id="rId19"/>
    <p:sldId id="573" r:id="rId2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3914263-E9C5-46C8-9AAA-96102F47AFED}">
  <a:tblStyle styleId="{C3914263-E9C5-46C8-9AAA-96102F47AFED}"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8056"/>
    <p:restoredTop sz="81741"/>
  </p:normalViewPr>
  <p:slideViewPr>
    <p:cSldViewPr snapToGrid="0">
      <p:cViewPr varScale="1">
        <p:scale>
          <a:sx n="132" d="100"/>
          <a:sy n="132" d="100"/>
        </p:scale>
        <p:origin x="582" y="114"/>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250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 Chenarides" userId="adbf3f91-28ff-415d-924b-37ef86f41ea6" providerId="ADAL" clId="{91C6A867-4822-4C05-B79B-B921162A7D31}"/>
    <pc:docChg chg="addSld delSld modSld sldOrd">
      <pc:chgData name="Lauren Chenarides" userId="adbf3f91-28ff-415d-924b-37ef86f41ea6" providerId="ADAL" clId="{91C6A867-4822-4C05-B79B-B921162A7D31}" dt="2026-08-14T18:32:24.462" v="122"/>
      <pc:docMkLst>
        <pc:docMk/>
      </pc:docMkLst>
      <pc:sldChg chg="modSp mod ord setBg">
        <pc:chgData name="Lauren Chenarides" userId="adbf3f91-28ff-415d-924b-37ef86f41ea6" providerId="ADAL" clId="{91C6A867-4822-4C05-B79B-B921162A7D31}" dt="2026-08-14T18:30:18.561" v="113" actId="20577"/>
        <pc:sldMkLst>
          <pc:docMk/>
          <pc:sldMk cId="0" sldId="546"/>
        </pc:sldMkLst>
        <pc:spChg chg="mod">
          <ac:chgData name="Lauren Chenarides" userId="adbf3f91-28ff-415d-924b-37ef86f41ea6" providerId="ADAL" clId="{91C6A867-4822-4C05-B79B-B921162A7D31}" dt="2026-08-14T18:30:18.561" v="113" actId="20577"/>
          <ac:spMkLst>
            <pc:docMk/>
            <pc:sldMk cId="0" sldId="546"/>
            <ac:spMk id="1801" creationId="{00000000-0000-0000-0000-000000000000}"/>
          </ac:spMkLst>
        </pc:spChg>
      </pc:sldChg>
      <pc:sldChg chg="ord">
        <pc:chgData name="Lauren Chenarides" userId="adbf3f91-28ff-415d-924b-37ef86f41ea6" providerId="ADAL" clId="{91C6A867-4822-4C05-B79B-B921162A7D31}" dt="2026-08-14T18:29:54.324" v="97"/>
        <pc:sldMkLst>
          <pc:docMk/>
          <pc:sldMk cId="0" sldId="547"/>
        </pc:sldMkLst>
      </pc:sldChg>
      <pc:sldChg chg="ord">
        <pc:chgData name="Lauren Chenarides" userId="adbf3f91-28ff-415d-924b-37ef86f41ea6" providerId="ADAL" clId="{91C6A867-4822-4C05-B79B-B921162A7D31}" dt="2026-08-14T18:29:54.324" v="97"/>
        <pc:sldMkLst>
          <pc:docMk/>
          <pc:sldMk cId="0" sldId="548"/>
        </pc:sldMkLst>
      </pc:sldChg>
      <pc:sldChg chg="ord">
        <pc:chgData name="Lauren Chenarides" userId="adbf3f91-28ff-415d-924b-37ef86f41ea6" providerId="ADAL" clId="{91C6A867-4822-4C05-B79B-B921162A7D31}" dt="2026-08-14T18:29:54.324" v="97"/>
        <pc:sldMkLst>
          <pc:docMk/>
          <pc:sldMk cId="0" sldId="549"/>
        </pc:sldMkLst>
      </pc:sldChg>
      <pc:sldChg chg="ord">
        <pc:chgData name="Lauren Chenarides" userId="adbf3f91-28ff-415d-924b-37ef86f41ea6" providerId="ADAL" clId="{91C6A867-4822-4C05-B79B-B921162A7D31}" dt="2026-08-14T18:29:54.324" v="97"/>
        <pc:sldMkLst>
          <pc:docMk/>
          <pc:sldMk cId="0" sldId="550"/>
        </pc:sldMkLst>
      </pc:sldChg>
      <pc:sldChg chg="ord">
        <pc:chgData name="Lauren Chenarides" userId="adbf3f91-28ff-415d-924b-37ef86f41ea6" providerId="ADAL" clId="{91C6A867-4822-4C05-B79B-B921162A7D31}" dt="2026-08-14T18:29:54.324" v="97"/>
        <pc:sldMkLst>
          <pc:docMk/>
          <pc:sldMk cId="0" sldId="551"/>
        </pc:sldMkLst>
      </pc:sldChg>
      <pc:sldChg chg="ord">
        <pc:chgData name="Lauren Chenarides" userId="adbf3f91-28ff-415d-924b-37ef86f41ea6" providerId="ADAL" clId="{91C6A867-4822-4C05-B79B-B921162A7D31}" dt="2026-08-14T18:29:54.324" v="97"/>
        <pc:sldMkLst>
          <pc:docMk/>
          <pc:sldMk cId="0" sldId="552"/>
        </pc:sldMkLst>
      </pc:sldChg>
      <pc:sldChg chg="ord">
        <pc:chgData name="Lauren Chenarides" userId="adbf3f91-28ff-415d-924b-37ef86f41ea6" providerId="ADAL" clId="{91C6A867-4822-4C05-B79B-B921162A7D31}" dt="2026-08-14T18:29:54.324" v="97"/>
        <pc:sldMkLst>
          <pc:docMk/>
          <pc:sldMk cId="0" sldId="553"/>
        </pc:sldMkLst>
      </pc:sldChg>
      <pc:sldChg chg="ord">
        <pc:chgData name="Lauren Chenarides" userId="adbf3f91-28ff-415d-924b-37ef86f41ea6" providerId="ADAL" clId="{91C6A867-4822-4C05-B79B-B921162A7D31}" dt="2026-08-14T18:29:54.324" v="97"/>
        <pc:sldMkLst>
          <pc:docMk/>
          <pc:sldMk cId="0" sldId="554"/>
        </pc:sldMkLst>
      </pc:sldChg>
      <pc:sldChg chg="ord">
        <pc:chgData name="Lauren Chenarides" userId="adbf3f91-28ff-415d-924b-37ef86f41ea6" providerId="ADAL" clId="{91C6A867-4822-4C05-B79B-B921162A7D31}" dt="2026-08-14T18:29:54.324" v="97"/>
        <pc:sldMkLst>
          <pc:docMk/>
          <pc:sldMk cId="0" sldId="555"/>
        </pc:sldMkLst>
      </pc:sldChg>
      <pc:sldChg chg="modSp mod setBg">
        <pc:chgData name="Lauren Chenarides" userId="adbf3f91-28ff-415d-924b-37ef86f41ea6" providerId="ADAL" clId="{91C6A867-4822-4C05-B79B-B921162A7D31}" dt="2026-08-14T18:30:05.067" v="105"/>
        <pc:sldMkLst>
          <pc:docMk/>
          <pc:sldMk cId="0" sldId="556"/>
        </pc:sldMkLst>
        <pc:spChg chg="mod">
          <ac:chgData name="Lauren Chenarides" userId="adbf3f91-28ff-415d-924b-37ef86f41ea6" providerId="ADAL" clId="{91C6A867-4822-4C05-B79B-B921162A7D31}" dt="2026-08-14T18:30:02.035" v="104" actId="20577"/>
          <ac:spMkLst>
            <pc:docMk/>
            <pc:sldMk cId="0" sldId="556"/>
            <ac:spMk id="1860" creationId="{00000000-0000-0000-0000-000000000000}"/>
          </ac:spMkLst>
        </pc:spChg>
      </pc:sldChg>
      <pc:sldChg chg="modSp mod setBg">
        <pc:chgData name="Lauren Chenarides" userId="adbf3f91-28ff-415d-924b-37ef86f41ea6" providerId="ADAL" clId="{91C6A867-4822-4C05-B79B-B921162A7D31}" dt="2026-08-14T18:30:39.278" v="121"/>
        <pc:sldMkLst>
          <pc:docMk/>
          <pc:sldMk cId="0" sldId="574"/>
        </pc:sldMkLst>
        <pc:spChg chg="mod">
          <ac:chgData name="Lauren Chenarides" userId="adbf3f91-28ff-415d-924b-37ef86f41ea6" providerId="ADAL" clId="{91C6A867-4822-4C05-B79B-B921162A7D31}" dt="2026-08-14T18:30:35.930" v="120" actId="20577"/>
          <ac:spMkLst>
            <pc:docMk/>
            <pc:sldMk cId="0" sldId="574"/>
            <ac:spMk id="1966" creationId="{00000000-0000-0000-0000-000000000000}"/>
          </ac:spMkLst>
        </pc:spChg>
      </pc:sldChg>
      <pc:sldChg chg="setBg">
        <pc:chgData name="Lauren Chenarides" userId="adbf3f91-28ff-415d-924b-37ef86f41ea6" providerId="ADAL" clId="{91C6A867-4822-4C05-B79B-B921162A7D31}" dt="2026-08-14T18:32:24.462" v="122"/>
        <pc:sldMkLst>
          <pc:docMk/>
          <pc:sldMk cId="0" sldId="587"/>
        </pc:sldMkLst>
      </pc:sldChg>
    </pc:docChg>
  </pc:docChgLst>
  <pc:docChgLst>
    <pc:chgData name="Amanda Countryman" userId="0be1c61d-c610-49a2-ae7e-a4e60bd07712" providerId="ADAL" clId="{00873937-8841-4394-9081-668AB0E0F950}"/>
    <pc:docChg chg="delSld">
      <pc:chgData name="Amanda Countryman" userId="0be1c61d-c610-49a2-ae7e-a4e60bd07712" providerId="ADAL" clId="{00873937-8841-4394-9081-668AB0E0F950}" dt="2026-08-25T01:57:14.459" v="1" actId="47"/>
      <pc:docMkLst>
        <pc:docMk/>
      </pc:docMkLst>
      <pc:sldChg chg="del">
        <pc:chgData name="Amanda Countryman" userId="0be1c61d-c610-49a2-ae7e-a4e60bd07712" providerId="ADAL" clId="{00873937-8841-4394-9081-668AB0E0F950}" dt="2026-08-25T01:56:09.522" v="0" actId="47"/>
        <pc:sldMkLst>
          <pc:docMk/>
          <pc:sldMk cId="0" sldId="257"/>
        </pc:sldMkLst>
      </pc:sldChg>
      <pc:sldChg chg="del">
        <pc:chgData name="Amanda Countryman" userId="0be1c61d-c610-49a2-ae7e-a4e60bd07712" providerId="ADAL" clId="{00873937-8841-4394-9081-668AB0E0F950}" dt="2026-08-25T01:56:09.522" v="0" actId="47"/>
        <pc:sldMkLst>
          <pc:docMk/>
          <pc:sldMk cId="0" sldId="258"/>
        </pc:sldMkLst>
      </pc:sldChg>
      <pc:sldChg chg="del">
        <pc:chgData name="Amanda Countryman" userId="0be1c61d-c610-49a2-ae7e-a4e60bd07712" providerId="ADAL" clId="{00873937-8841-4394-9081-668AB0E0F950}" dt="2026-08-25T01:56:09.522" v="0" actId="47"/>
        <pc:sldMkLst>
          <pc:docMk/>
          <pc:sldMk cId="0" sldId="259"/>
        </pc:sldMkLst>
      </pc:sldChg>
      <pc:sldChg chg="del">
        <pc:chgData name="Amanda Countryman" userId="0be1c61d-c610-49a2-ae7e-a4e60bd07712" providerId="ADAL" clId="{00873937-8841-4394-9081-668AB0E0F950}" dt="2026-08-25T01:56:09.522" v="0" actId="47"/>
        <pc:sldMkLst>
          <pc:docMk/>
          <pc:sldMk cId="0" sldId="260"/>
        </pc:sldMkLst>
      </pc:sldChg>
      <pc:sldChg chg="del">
        <pc:chgData name="Amanda Countryman" userId="0be1c61d-c610-49a2-ae7e-a4e60bd07712" providerId="ADAL" clId="{00873937-8841-4394-9081-668AB0E0F950}" dt="2026-08-25T01:56:09.522" v="0" actId="47"/>
        <pc:sldMkLst>
          <pc:docMk/>
          <pc:sldMk cId="0" sldId="261"/>
        </pc:sldMkLst>
      </pc:sldChg>
      <pc:sldChg chg="del">
        <pc:chgData name="Amanda Countryman" userId="0be1c61d-c610-49a2-ae7e-a4e60bd07712" providerId="ADAL" clId="{00873937-8841-4394-9081-668AB0E0F950}" dt="2026-08-25T01:56:09.522" v="0" actId="47"/>
        <pc:sldMkLst>
          <pc:docMk/>
          <pc:sldMk cId="0" sldId="262"/>
        </pc:sldMkLst>
      </pc:sldChg>
      <pc:sldChg chg="del">
        <pc:chgData name="Amanda Countryman" userId="0be1c61d-c610-49a2-ae7e-a4e60bd07712" providerId="ADAL" clId="{00873937-8841-4394-9081-668AB0E0F950}" dt="2026-08-25T01:56:09.522" v="0" actId="47"/>
        <pc:sldMkLst>
          <pc:docMk/>
          <pc:sldMk cId="0" sldId="263"/>
        </pc:sldMkLst>
      </pc:sldChg>
      <pc:sldChg chg="del">
        <pc:chgData name="Amanda Countryman" userId="0be1c61d-c610-49a2-ae7e-a4e60bd07712" providerId="ADAL" clId="{00873937-8841-4394-9081-668AB0E0F950}" dt="2026-08-25T01:56:09.522" v="0" actId="47"/>
        <pc:sldMkLst>
          <pc:docMk/>
          <pc:sldMk cId="0" sldId="264"/>
        </pc:sldMkLst>
      </pc:sldChg>
      <pc:sldChg chg="del">
        <pc:chgData name="Amanda Countryman" userId="0be1c61d-c610-49a2-ae7e-a4e60bd07712" providerId="ADAL" clId="{00873937-8841-4394-9081-668AB0E0F950}" dt="2026-08-25T01:56:09.522" v="0" actId="47"/>
        <pc:sldMkLst>
          <pc:docMk/>
          <pc:sldMk cId="0" sldId="265"/>
        </pc:sldMkLst>
      </pc:sldChg>
      <pc:sldChg chg="del">
        <pc:chgData name="Amanda Countryman" userId="0be1c61d-c610-49a2-ae7e-a4e60bd07712" providerId="ADAL" clId="{00873937-8841-4394-9081-668AB0E0F950}" dt="2026-08-25T01:56:09.522" v="0" actId="47"/>
        <pc:sldMkLst>
          <pc:docMk/>
          <pc:sldMk cId="0" sldId="266"/>
        </pc:sldMkLst>
      </pc:sldChg>
      <pc:sldChg chg="del">
        <pc:chgData name="Amanda Countryman" userId="0be1c61d-c610-49a2-ae7e-a4e60bd07712" providerId="ADAL" clId="{00873937-8841-4394-9081-668AB0E0F950}" dt="2026-08-25T01:56:09.522" v="0" actId="47"/>
        <pc:sldMkLst>
          <pc:docMk/>
          <pc:sldMk cId="0" sldId="267"/>
        </pc:sldMkLst>
      </pc:sldChg>
      <pc:sldChg chg="del">
        <pc:chgData name="Amanda Countryman" userId="0be1c61d-c610-49a2-ae7e-a4e60bd07712" providerId="ADAL" clId="{00873937-8841-4394-9081-668AB0E0F950}" dt="2026-08-25T01:56:09.522" v="0" actId="47"/>
        <pc:sldMkLst>
          <pc:docMk/>
          <pc:sldMk cId="0" sldId="268"/>
        </pc:sldMkLst>
      </pc:sldChg>
      <pc:sldChg chg="del">
        <pc:chgData name="Amanda Countryman" userId="0be1c61d-c610-49a2-ae7e-a4e60bd07712" providerId="ADAL" clId="{00873937-8841-4394-9081-668AB0E0F950}" dt="2026-08-25T01:56:09.522" v="0" actId="47"/>
        <pc:sldMkLst>
          <pc:docMk/>
          <pc:sldMk cId="0" sldId="269"/>
        </pc:sldMkLst>
      </pc:sldChg>
      <pc:sldChg chg="del">
        <pc:chgData name="Amanda Countryman" userId="0be1c61d-c610-49a2-ae7e-a4e60bd07712" providerId="ADAL" clId="{00873937-8841-4394-9081-668AB0E0F950}" dt="2026-08-25T01:56:09.522" v="0" actId="47"/>
        <pc:sldMkLst>
          <pc:docMk/>
          <pc:sldMk cId="0" sldId="270"/>
        </pc:sldMkLst>
      </pc:sldChg>
      <pc:sldChg chg="del">
        <pc:chgData name="Amanda Countryman" userId="0be1c61d-c610-49a2-ae7e-a4e60bd07712" providerId="ADAL" clId="{00873937-8841-4394-9081-668AB0E0F950}" dt="2026-08-25T01:56:09.522" v="0" actId="47"/>
        <pc:sldMkLst>
          <pc:docMk/>
          <pc:sldMk cId="0" sldId="271"/>
        </pc:sldMkLst>
      </pc:sldChg>
      <pc:sldChg chg="del">
        <pc:chgData name="Amanda Countryman" userId="0be1c61d-c610-49a2-ae7e-a4e60bd07712" providerId="ADAL" clId="{00873937-8841-4394-9081-668AB0E0F950}" dt="2026-08-25T01:56:09.522" v="0" actId="47"/>
        <pc:sldMkLst>
          <pc:docMk/>
          <pc:sldMk cId="0" sldId="272"/>
        </pc:sldMkLst>
      </pc:sldChg>
      <pc:sldChg chg="del">
        <pc:chgData name="Amanda Countryman" userId="0be1c61d-c610-49a2-ae7e-a4e60bd07712" providerId="ADAL" clId="{00873937-8841-4394-9081-668AB0E0F950}" dt="2026-08-25T01:56:09.522" v="0" actId="47"/>
        <pc:sldMkLst>
          <pc:docMk/>
          <pc:sldMk cId="0" sldId="273"/>
        </pc:sldMkLst>
      </pc:sldChg>
      <pc:sldChg chg="del">
        <pc:chgData name="Amanda Countryman" userId="0be1c61d-c610-49a2-ae7e-a4e60bd07712" providerId="ADAL" clId="{00873937-8841-4394-9081-668AB0E0F950}" dt="2026-08-25T01:56:09.522" v="0" actId="47"/>
        <pc:sldMkLst>
          <pc:docMk/>
          <pc:sldMk cId="0" sldId="274"/>
        </pc:sldMkLst>
      </pc:sldChg>
      <pc:sldChg chg="del">
        <pc:chgData name="Amanda Countryman" userId="0be1c61d-c610-49a2-ae7e-a4e60bd07712" providerId="ADAL" clId="{00873937-8841-4394-9081-668AB0E0F950}" dt="2026-08-25T01:56:09.522" v="0" actId="47"/>
        <pc:sldMkLst>
          <pc:docMk/>
          <pc:sldMk cId="0" sldId="276"/>
        </pc:sldMkLst>
      </pc:sldChg>
      <pc:sldChg chg="del">
        <pc:chgData name="Amanda Countryman" userId="0be1c61d-c610-49a2-ae7e-a4e60bd07712" providerId="ADAL" clId="{00873937-8841-4394-9081-668AB0E0F950}" dt="2026-08-25T01:56:09.522" v="0" actId="47"/>
        <pc:sldMkLst>
          <pc:docMk/>
          <pc:sldMk cId="0" sldId="277"/>
        </pc:sldMkLst>
      </pc:sldChg>
      <pc:sldChg chg="del">
        <pc:chgData name="Amanda Countryman" userId="0be1c61d-c610-49a2-ae7e-a4e60bd07712" providerId="ADAL" clId="{00873937-8841-4394-9081-668AB0E0F950}" dt="2026-08-25T01:56:09.522" v="0" actId="47"/>
        <pc:sldMkLst>
          <pc:docMk/>
          <pc:sldMk cId="0" sldId="278"/>
        </pc:sldMkLst>
      </pc:sldChg>
      <pc:sldChg chg="del">
        <pc:chgData name="Amanda Countryman" userId="0be1c61d-c610-49a2-ae7e-a4e60bd07712" providerId="ADAL" clId="{00873937-8841-4394-9081-668AB0E0F950}" dt="2026-08-25T01:56:09.522" v="0" actId="47"/>
        <pc:sldMkLst>
          <pc:docMk/>
          <pc:sldMk cId="0" sldId="279"/>
        </pc:sldMkLst>
      </pc:sldChg>
      <pc:sldChg chg="del">
        <pc:chgData name="Amanda Countryman" userId="0be1c61d-c610-49a2-ae7e-a4e60bd07712" providerId="ADAL" clId="{00873937-8841-4394-9081-668AB0E0F950}" dt="2026-08-25T01:56:09.522" v="0" actId="47"/>
        <pc:sldMkLst>
          <pc:docMk/>
          <pc:sldMk cId="0" sldId="280"/>
        </pc:sldMkLst>
      </pc:sldChg>
      <pc:sldChg chg="del">
        <pc:chgData name="Amanda Countryman" userId="0be1c61d-c610-49a2-ae7e-a4e60bd07712" providerId="ADAL" clId="{00873937-8841-4394-9081-668AB0E0F950}" dt="2026-08-25T01:56:09.522" v="0" actId="47"/>
        <pc:sldMkLst>
          <pc:docMk/>
          <pc:sldMk cId="0" sldId="282"/>
        </pc:sldMkLst>
      </pc:sldChg>
      <pc:sldChg chg="del">
        <pc:chgData name="Amanda Countryman" userId="0be1c61d-c610-49a2-ae7e-a4e60bd07712" providerId="ADAL" clId="{00873937-8841-4394-9081-668AB0E0F950}" dt="2026-08-25T01:56:09.522" v="0" actId="47"/>
        <pc:sldMkLst>
          <pc:docMk/>
          <pc:sldMk cId="0" sldId="283"/>
        </pc:sldMkLst>
      </pc:sldChg>
      <pc:sldChg chg="del">
        <pc:chgData name="Amanda Countryman" userId="0be1c61d-c610-49a2-ae7e-a4e60bd07712" providerId="ADAL" clId="{00873937-8841-4394-9081-668AB0E0F950}" dt="2026-08-25T01:56:09.522" v="0" actId="47"/>
        <pc:sldMkLst>
          <pc:docMk/>
          <pc:sldMk cId="0" sldId="284"/>
        </pc:sldMkLst>
      </pc:sldChg>
      <pc:sldChg chg="del">
        <pc:chgData name="Amanda Countryman" userId="0be1c61d-c610-49a2-ae7e-a4e60bd07712" providerId="ADAL" clId="{00873937-8841-4394-9081-668AB0E0F950}" dt="2026-08-25T01:56:09.522" v="0" actId="47"/>
        <pc:sldMkLst>
          <pc:docMk/>
          <pc:sldMk cId="0" sldId="285"/>
        </pc:sldMkLst>
      </pc:sldChg>
      <pc:sldChg chg="del">
        <pc:chgData name="Amanda Countryman" userId="0be1c61d-c610-49a2-ae7e-a4e60bd07712" providerId="ADAL" clId="{00873937-8841-4394-9081-668AB0E0F950}" dt="2026-08-25T01:56:09.522" v="0" actId="47"/>
        <pc:sldMkLst>
          <pc:docMk/>
          <pc:sldMk cId="0" sldId="286"/>
        </pc:sldMkLst>
      </pc:sldChg>
      <pc:sldChg chg="del">
        <pc:chgData name="Amanda Countryman" userId="0be1c61d-c610-49a2-ae7e-a4e60bd07712" providerId="ADAL" clId="{00873937-8841-4394-9081-668AB0E0F950}" dt="2026-08-25T01:56:09.522" v="0" actId="47"/>
        <pc:sldMkLst>
          <pc:docMk/>
          <pc:sldMk cId="0" sldId="287"/>
        </pc:sldMkLst>
      </pc:sldChg>
      <pc:sldChg chg="del">
        <pc:chgData name="Amanda Countryman" userId="0be1c61d-c610-49a2-ae7e-a4e60bd07712" providerId="ADAL" clId="{00873937-8841-4394-9081-668AB0E0F950}" dt="2026-08-25T01:56:09.522" v="0" actId="47"/>
        <pc:sldMkLst>
          <pc:docMk/>
          <pc:sldMk cId="0" sldId="288"/>
        </pc:sldMkLst>
      </pc:sldChg>
      <pc:sldChg chg="del">
        <pc:chgData name="Amanda Countryman" userId="0be1c61d-c610-49a2-ae7e-a4e60bd07712" providerId="ADAL" clId="{00873937-8841-4394-9081-668AB0E0F950}" dt="2026-08-25T01:56:09.522" v="0" actId="47"/>
        <pc:sldMkLst>
          <pc:docMk/>
          <pc:sldMk cId="0" sldId="289"/>
        </pc:sldMkLst>
      </pc:sldChg>
      <pc:sldChg chg="del">
        <pc:chgData name="Amanda Countryman" userId="0be1c61d-c610-49a2-ae7e-a4e60bd07712" providerId="ADAL" clId="{00873937-8841-4394-9081-668AB0E0F950}" dt="2026-08-25T01:56:09.522" v="0" actId="47"/>
        <pc:sldMkLst>
          <pc:docMk/>
          <pc:sldMk cId="0" sldId="290"/>
        </pc:sldMkLst>
      </pc:sldChg>
      <pc:sldChg chg="del">
        <pc:chgData name="Amanda Countryman" userId="0be1c61d-c610-49a2-ae7e-a4e60bd07712" providerId="ADAL" clId="{00873937-8841-4394-9081-668AB0E0F950}" dt="2026-08-25T01:56:09.522" v="0" actId="47"/>
        <pc:sldMkLst>
          <pc:docMk/>
          <pc:sldMk cId="0" sldId="291"/>
        </pc:sldMkLst>
      </pc:sldChg>
      <pc:sldChg chg="del">
        <pc:chgData name="Amanda Countryman" userId="0be1c61d-c610-49a2-ae7e-a4e60bd07712" providerId="ADAL" clId="{00873937-8841-4394-9081-668AB0E0F950}" dt="2026-08-25T01:56:09.522" v="0" actId="47"/>
        <pc:sldMkLst>
          <pc:docMk/>
          <pc:sldMk cId="0" sldId="292"/>
        </pc:sldMkLst>
      </pc:sldChg>
      <pc:sldChg chg="del">
        <pc:chgData name="Amanda Countryman" userId="0be1c61d-c610-49a2-ae7e-a4e60bd07712" providerId="ADAL" clId="{00873937-8841-4394-9081-668AB0E0F950}" dt="2026-08-25T01:56:09.522" v="0" actId="47"/>
        <pc:sldMkLst>
          <pc:docMk/>
          <pc:sldMk cId="0" sldId="293"/>
        </pc:sldMkLst>
      </pc:sldChg>
      <pc:sldChg chg="del">
        <pc:chgData name="Amanda Countryman" userId="0be1c61d-c610-49a2-ae7e-a4e60bd07712" providerId="ADAL" clId="{00873937-8841-4394-9081-668AB0E0F950}" dt="2026-08-25T01:56:09.522" v="0" actId="47"/>
        <pc:sldMkLst>
          <pc:docMk/>
          <pc:sldMk cId="0" sldId="294"/>
        </pc:sldMkLst>
      </pc:sldChg>
      <pc:sldChg chg="del">
        <pc:chgData name="Amanda Countryman" userId="0be1c61d-c610-49a2-ae7e-a4e60bd07712" providerId="ADAL" clId="{00873937-8841-4394-9081-668AB0E0F950}" dt="2026-08-25T01:56:09.522" v="0" actId="47"/>
        <pc:sldMkLst>
          <pc:docMk/>
          <pc:sldMk cId="0" sldId="295"/>
        </pc:sldMkLst>
      </pc:sldChg>
      <pc:sldChg chg="del">
        <pc:chgData name="Amanda Countryman" userId="0be1c61d-c610-49a2-ae7e-a4e60bd07712" providerId="ADAL" clId="{00873937-8841-4394-9081-668AB0E0F950}" dt="2026-08-25T01:56:09.522" v="0" actId="47"/>
        <pc:sldMkLst>
          <pc:docMk/>
          <pc:sldMk cId="0" sldId="296"/>
        </pc:sldMkLst>
      </pc:sldChg>
      <pc:sldChg chg="del">
        <pc:chgData name="Amanda Countryman" userId="0be1c61d-c610-49a2-ae7e-a4e60bd07712" providerId="ADAL" clId="{00873937-8841-4394-9081-668AB0E0F950}" dt="2026-08-25T01:56:09.522" v="0" actId="47"/>
        <pc:sldMkLst>
          <pc:docMk/>
          <pc:sldMk cId="0" sldId="297"/>
        </pc:sldMkLst>
      </pc:sldChg>
      <pc:sldChg chg="del">
        <pc:chgData name="Amanda Countryman" userId="0be1c61d-c610-49a2-ae7e-a4e60bd07712" providerId="ADAL" clId="{00873937-8841-4394-9081-668AB0E0F950}" dt="2026-08-25T01:56:09.522" v="0" actId="47"/>
        <pc:sldMkLst>
          <pc:docMk/>
          <pc:sldMk cId="0" sldId="298"/>
        </pc:sldMkLst>
      </pc:sldChg>
      <pc:sldChg chg="del">
        <pc:chgData name="Amanda Countryman" userId="0be1c61d-c610-49a2-ae7e-a4e60bd07712" providerId="ADAL" clId="{00873937-8841-4394-9081-668AB0E0F950}" dt="2026-08-25T01:56:09.522" v="0" actId="47"/>
        <pc:sldMkLst>
          <pc:docMk/>
          <pc:sldMk cId="0" sldId="299"/>
        </pc:sldMkLst>
      </pc:sldChg>
      <pc:sldChg chg="del">
        <pc:chgData name="Amanda Countryman" userId="0be1c61d-c610-49a2-ae7e-a4e60bd07712" providerId="ADAL" clId="{00873937-8841-4394-9081-668AB0E0F950}" dt="2026-08-25T01:56:09.522" v="0" actId="47"/>
        <pc:sldMkLst>
          <pc:docMk/>
          <pc:sldMk cId="0" sldId="300"/>
        </pc:sldMkLst>
      </pc:sldChg>
      <pc:sldChg chg="del">
        <pc:chgData name="Amanda Countryman" userId="0be1c61d-c610-49a2-ae7e-a4e60bd07712" providerId="ADAL" clId="{00873937-8841-4394-9081-668AB0E0F950}" dt="2026-08-25T01:56:09.522" v="0" actId="47"/>
        <pc:sldMkLst>
          <pc:docMk/>
          <pc:sldMk cId="0" sldId="301"/>
        </pc:sldMkLst>
      </pc:sldChg>
      <pc:sldChg chg="del">
        <pc:chgData name="Amanda Countryman" userId="0be1c61d-c610-49a2-ae7e-a4e60bd07712" providerId="ADAL" clId="{00873937-8841-4394-9081-668AB0E0F950}" dt="2026-08-25T01:56:09.522" v="0" actId="47"/>
        <pc:sldMkLst>
          <pc:docMk/>
          <pc:sldMk cId="0" sldId="302"/>
        </pc:sldMkLst>
      </pc:sldChg>
      <pc:sldChg chg="del">
        <pc:chgData name="Amanda Countryman" userId="0be1c61d-c610-49a2-ae7e-a4e60bd07712" providerId="ADAL" clId="{00873937-8841-4394-9081-668AB0E0F950}" dt="2026-08-25T01:56:09.522" v="0" actId="47"/>
        <pc:sldMkLst>
          <pc:docMk/>
          <pc:sldMk cId="0" sldId="303"/>
        </pc:sldMkLst>
      </pc:sldChg>
      <pc:sldChg chg="del">
        <pc:chgData name="Amanda Countryman" userId="0be1c61d-c610-49a2-ae7e-a4e60bd07712" providerId="ADAL" clId="{00873937-8841-4394-9081-668AB0E0F950}" dt="2026-08-25T01:56:09.522" v="0" actId="47"/>
        <pc:sldMkLst>
          <pc:docMk/>
          <pc:sldMk cId="0" sldId="304"/>
        </pc:sldMkLst>
      </pc:sldChg>
      <pc:sldChg chg="del">
        <pc:chgData name="Amanda Countryman" userId="0be1c61d-c610-49a2-ae7e-a4e60bd07712" providerId="ADAL" clId="{00873937-8841-4394-9081-668AB0E0F950}" dt="2026-08-25T01:56:09.522" v="0" actId="47"/>
        <pc:sldMkLst>
          <pc:docMk/>
          <pc:sldMk cId="0" sldId="305"/>
        </pc:sldMkLst>
      </pc:sldChg>
      <pc:sldChg chg="del">
        <pc:chgData name="Amanda Countryman" userId="0be1c61d-c610-49a2-ae7e-a4e60bd07712" providerId="ADAL" clId="{00873937-8841-4394-9081-668AB0E0F950}" dt="2026-08-25T01:56:09.522" v="0" actId="47"/>
        <pc:sldMkLst>
          <pc:docMk/>
          <pc:sldMk cId="0" sldId="309"/>
        </pc:sldMkLst>
      </pc:sldChg>
      <pc:sldChg chg="del">
        <pc:chgData name="Amanda Countryman" userId="0be1c61d-c610-49a2-ae7e-a4e60bd07712" providerId="ADAL" clId="{00873937-8841-4394-9081-668AB0E0F950}" dt="2026-08-25T01:56:09.522" v="0" actId="47"/>
        <pc:sldMkLst>
          <pc:docMk/>
          <pc:sldMk cId="0" sldId="310"/>
        </pc:sldMkLst>
      </pc:sldChg>
      <pc:sldChg chg="del">
        <pc:chgData name="Amanda Countryman" userId="0be1c61d-c610-49a2-ae7e-a4e60bd07712" providerId="ADAL" clId="{00873937-8841-4394-9081-668AB0E0F950}" dt="2026-08-25T01:56:09.522" v="0" actId="47"/>
        <pc:sldMkLst>
          <pc:docMk/>
          <pc:sldMk cId="0" sldId="313"/>
        </pc:sldMkLst>
      </pc:sldChg>
      <pc:sldChg chg="del">
        <pc:chgData name="Amanda Countryman" userId="0be1c61d-c610-49a2-ae7e-a4e60bd07712" providerId="ADAL" clId="{00873937-8841-4394-9081-668AB0E0F950}" dt="2026-08-25T01:56:09.522" v="0" actId="47"/>
        <pc:sldMkLst>
          <pc:docMk/>
          <pc:sldMk cId="0" sldId="314"/>
        </pc:sldMkLst>
      </pc:sldChg>
      <pc:sldChg chg="del">
        <pc:chgData name="Amanda Countryman" userId="0be1c61d-c610-49a2-ae7e-a4e60bd07712" providerId="ADAL" clId="{00873937-8841-4394-9081-668AB0E0F950}" dt="2026-08-25T01:56:09.522" v="0" actId="47"/>
        <pc:sldMkLst>
          <pc:docMk/>
          <pc:sldMk cId="0" sldId="315"/>
        </pc:sldMkLst>
      </pc:sldChg>
      <pc:sldChg chg="del">
        <pc:chgData name="Amanda Countryman" userId="0be1c61d-c610-49a2-ae7e-a4e60bd07712" providerId="ADAL" clId="{00873937-8841-4394-9081-668AB0E0F950}" dt="2026-08-25T01:56:09.522" v="0" actId="47"/>
        <pc:sldMkLst>
          <pc:docMk/>
          <pc:sldMk cId="0" sldId="316"/>
        </pc:sldMkLst>
      </pc:sldChg>
      <pc:sldChg chg="del">
        <pc:chgData name="Amanda Countryman" userId="0be1c61d-c610-49a2-ae7e-a4e60bd07712" providerId="ADAL" clId="{00873937-8841-4394-9081-668AB0E0F950}" dt="2026-08-25T01:56:09.522" v="0" actId="47"/>
        <pc:sldMkLst>
          <pc:docMk/>
          <pc:sldMk cId="0" sldId="317"/>
        </pc:sldMkLst>
      </pc:sldChg>
      <pc:sldChg chg="del">
        <pc:chgData name="Amanda Countryman" userId="0be1c61d-c610-49a2-ae7e-a4e60bd07712" providerId="ADAL" clId="{00873937-8841-4394-9081-668AB0E0F950}" dt="2026-08-25T01:56:09.522" v="0" actId="47"/>
        <pc:sldMkLst>
          <pc:docMk/>
          <pc:sldMk cId="0" sldId="331"/>
        </pc:sldMkLst>
      </pc:sldChg>
      <pc:sldChg chg="del">
        <pc:chgData name="Amanda Countryman" userId="0be1c61d-c610-49a2-ae7e-a4e60bd07712" providerId="ADAL" clId="{00873937-8841-4394-9081-668AB0E0F950}" dt="2026-08-25T01:56:09.522" v="0" actId="47"/>
        <pc:sldMkLst>
          <pc:docMk/>
          <pc:sldMk cId="0" sldId="332"/>
        </pc:sldMkLst>
      </pc:sldChg>
      <pc:sldChg chg="del">
        <pc:chgData name="Amanda Countryman" userId="0be1c61d-c610-49a2-ae7e-a4e60bd07712" providerId="ADAL" clId="{00873937-8841-4394-9081-668AB0E0F950}" dt="2026-08-25T01:56:09.522" v="0" actId="47"/>
        <pc:sldMkLst>
          <pc:docMk/>
          <pc:sldMk cId="0" sldId="333"/>
        </pc:sldMkLst>
      </pc:sldChg>
      <pc:sldChg chg="del">
        <pc:chgData name="Amanda Countryman" userId="0be1c61d-c610-49a2-ae7e-a4e60bd07712" providerId="ADAL" clId="{00873937-8841-4394-9081-668AB0E0F950}" dt="2026-08-25T01:56:09.522" v="0" actId="47"/>
        <pc:sldMkLst>
          <pc:docMk/>
          <pc:sldMk cId="0" sldId="334"/>
        </pc:sldMkLst>
      </pc:sldChg>
      <pc:sldChg chg="del">
        <pc:chgData name="Amanda Countryman" userId="0be1c61d-c610-49a2-ae7e-a4e60bd07712" providerId="ADAL" clId="{00873937-8841-4394-9081-668AB0E0F950}" dt="2026-08-25T01:56:09.522" v="0" actId="47"/>
        <pc:sldMkLst>
          <pc:docMk/>
          <pc:sldMk cId="0" sldId="335"/>
        </pc:sldMkLst>
      </pc:sldChg>
      <pc:sldChg chg="del">
        <pc:chgData name="Amanda Countryman" userId="0be1c61d-c610-49a2-ae7e-a4e60bd07712" providerId="ADAL" clId="{00873937-8841-4394-9081-668AB0E0F950}" dt="2026-08-25T01:56:09.522" v="0" actId="47"/>
        <pc:sldMkLst>
          <pc:docMk/>
          <pc:sldMk cId="0" sldId="336"/>
        </pc:sldMkLst>
      </pc:sldChg>
      <pc:sldChg chg="del">
        <pc:chgData name="Amanda Countryman" userId="0be1c61d-c610-49a2-ae7e-a4e60bd07712" providerId="ADAL" clId="{00873937-8841-4394-9081-668AB0E0F950}" dt="2026-08-25T01:56:09.522" v="0" actId="47"/>
        <pc:sldMkLst>
          <pc:docMk/>
          <pc:sldMk cId="0" sldId="337"/>
        </pc:sldMkLst>
      </pc:sldChg>
      <pc:sldChg chg="del">
        <pc:chgData name="Amanda Countryman" userId="0be1c61d-c610-49a2-ae7e-a4e60bd07712" providerId="ADAL" clId="{00873937-8841-4394-9081-668AB0E0F950}" dt="2026-08-25T01:56:09.522" v="0" actId="47"/>
        <pc:sldMkLst>
          <pc:docMk/>
          <pc:sldMk cId="0" sldId="338"/>
        </pc:sldMkLst>
      </pc:sldChg>
      <pc:sldChg chg="del">
        <pc:chgData name="Amanda Countryman" userId="0be1c61d-c610-49a2-ae7e-a4e60bd07712" providerId="ADAL" clId="{00873937-8841-4394-9081-668AB0E0F950}" dt="2026-08-25T01:56:09.522" v="0" actId="47"/>
        <pc:sldMkLst>
          <pc:docMk/>
          <pc:sldMk cId="0" sldId="339"/>
        </pc:sldMkLst>
      </pc:sldChg>
      <pc:sldChg chg="del">
        <pc:chgData name="Amanda Countryman" userId="0be1c61d-c610-49a2-ae7e-a4e60bd07712" providerId="ADAL" clId="{00873937-8841-4394-9081-668AB0E0F950}" dt="2026-08-25T01:56:09.522" v="0" actId="47"/>
        <pc:sldMkLst>
          <pc:docMk/>
          <pc:sldMk cId="0" sldId="340"/>
        </pc:sldMkLst>
      </pc:sldChg>
      <pc:sldChg chg="del">
        <pc:chgData name="Amanda Countryman" userId="0be1c61d-c610-49a2-ae7e-a4e60bd07712" providerId="ADAL" clId="{00873937-8841-4394-9081-668AB0E0F950}" dt="2026-08-25T01:56:09.522" v="0" actId="47"/>
        <pc:sldMkLst>
          <pc:docMk/>
          <pc:sldMk cId="0" sldId="341"/>
        </pc:sldMkLst>
      </pc:sldChg>
      <pc:sldChg chg="del">
        <pc:chgData name="Amanda Countryman" userId="0be1c61d-c610-49a2-ae7e-a4e60bd07712" providerId="ADAL" clId="{00873937-8841-4394-9081-668AB0E0F950}" dt="2026-08-25T01:56:09.522" v="0" actId="47"/>
        <pc:sldMkLst>
          <pc:docMk/>
          <pc:sldMk cId="0" sldId="342"/>
        </pc:sldMkLst>
      </pc:sldChg>
      <pc:sldChg chg="del">
        <pc:chgData name="Amanda Countryman" userId="0be1c61d-c610-49a2-ae7e-a4e60bd07712" providerId="ADAL" clId="{00873937-8841-4394-9081-668AB0E0F950}" dt="2026-08-25T01:56:09.522" v="0" actId="47"/>
        <pc:sldMkLst>
          <pc:docMk/>
          <pc:sldMk cId="0" sldId="343"/>
        </pc:sldMkLst>
      </pc:sldChg>
      <pc:sldChg chg="del">
        <pc:chgData name="Amanda Countryman" userId="0be1c61d-c610-49a2-ae7e-a4e60bd07712" providerId="ADAL" clId="{00873937-8841-4394-9081-668AB0E0F950}" dt="2026-08-25T01:56:09.522" v="0" actId="47"/>
        <pc:sldMkLst>
          <pc:docMk/>
          <pc:sldMk cId="0" sldId="344"/>
        </pc:sldMkLst>
      </pc:sldChg>
      <pc:sldChg chg="del">
        <pc:chgData name="Amanda Countryman" userId="0be1c61d-c610-49a2-ae7e-a4e60bd07712" providerId="ADAL" clId="{00873937-8841-4394-9081-668AB0E0F950}" dt="2026-08-25T01:56:09.522" v="0" actId="47"/>
        <pc:sldMkLst>
          <pc:docMk/>
          <pc:sldMk cId="0" sldId="345"/>
        </pc:sldMkLst>
      </pc:sldChg>
      <pc:sldChg chg="del">
        <pc:chgData name="Amanda Countryman" userId="0be1c61d-c610-49a2-ae7e-a4e60bd07712" providerId="ADAL" clId="{00873937-8841-4394-9081-668AB0E0F950}" dt="2026-08-25T01:56:09.522" v="0" actId="47"/>
        <pc:sldMkLst>
          <pc:docMk/>
          <pc:sldMk cId="0" sldId="346"/>
        </pc:sldMkLst>
      </pc:sldChg>
      <pc:sldChg chg="del">
        <pc:chgData name="Amanda Countryman" userId="0be1c61d-c610-49a2-ae7e-a4e60bd07712" providerId="ADAL" clId="{00873937-8841-4394-9081-668AB0E0F950}" dt="2026-08-25T01:56:09.522" v="0" actId="47"/>
        <pc:sldMkLst>
          <pc:docMk/>
          <pc:sldMk cId="0" sldId="347"/>
        </pc:sldMkLst>
      </pc:sldChg>
      <pc:sldChg chg="del">
        <pc:chgData name="Amanda Countryman" userId="0be1c61d-c610-49a2-ae7e-a4e60bd07712" providerId="ADAL" clId="{00873937-8841-4394-9081-668AB0E0F950}" dt="2026-08-25T01:56:09.522" v="0" actId="47"/>
        <pc:sldMkLst>
          <pc:docMk/>
          <pc:sldMk cId="0" sldId="348"/>
        </pc:sldMkLst>
      </pc:sldChg>
      <pc:sldChg chg="del">
        <pc:chgData name="Amanda Countryman" userId="0be1c61d-c610-49a2-ae7e-a4e60bd07712" providerId="ADAL" clId="{00873937-8841-4394-9081-668AB0E0F950}" dt="2026-08-25T01:56:09.522" v="0" actId="47"/>
        <pc:sldMkLst>
          <pc:docMk/>
          <pc:sldMk cId="0" sldId="349"/>
        </pc:sldMkLst>
      </pc:sldChg>
      <pc:sldChg chg="del">
        <pc:chgData name="Amanda Countryman" userId="0be1c61d-c610-49a2-ae7e-a4e60bd07712" providerId="ADAL" clId="{00873937-8841-4394-9081-668AB0E0F950}" dt="2026-08-25T01:56:09.522" v="0" actId="47"/>
        <pc:sldMkLst>
          <pc:docMk/>
          <pc:sldMk cId="0" sldId="350"/>
        </pc:sldMkLst>
      </pc:sldChg>
      <pc:sldChg chg="del">
        <pc:chgData name="Amanda Countryman" userId="0be1c61d-c610-49a2-ae7e-a4e60bd07712" providerId="ADAL" clId="{00873937-8841-4394-9081-668AB0E0F950}" dt="2026-08-25T01:56:09.522" v="0" actId="47"/>
        <pc:sldMkLst>
          <pc:docMk/>
          <pc:sldMk cId="0" sldId="351"/>
        </pc:sldMkLst>
      </pc:sldChg>
      <pc:sldChg chg="del">
        <pc:chgData name="Amanda Countryman" userId="0be1c61d-c610-49a2-ae7e-a4e60bd07712" providerId="ADAL" clId="{00873937-8841-4394-9081-668AB0E0F950}" dt="2026-08-25T01:56:09.522" v="0" actId="47"/>
        <pc:sldMkLst>
          <pc:docMk/>
          <pc:sldMk cId="0" sldId="352"/>
        </pc:sldMkLst>
      </pc:sldChg>
      <pc:sldChg chg="del">
        <pc:chgData name="Amanda Countryman" userId="0be1c61d-c610-49a2-ae7e-a4e60bd07712" providerId="ADAL" clId="{00873937-8841-4394-9081-668AB0E0F950}" dt="2026-08-25T01:56:09.522" v="0" actId="47"/>
        <pc:sldMkLst>
          <pc:docMk/>
          <pc:sldMk cId="0" sldId="353"/>
        </pc:sldMkLst>
      </pc:sldChg>
      <pc:sldChg chg="del">
        <pc:chgData name="Amanda Countryman" userId="0be1c61d-c610-49a2-ae7e-a4e60bd07712" providerId="ADAL" clId="{00873937-8841-4394-9081-668AB0E0F950}" dt="2026-08-25T01:56:09.522" v="0" actId="47"/>
        <pc:sldMkLst>
          <pc:docMk/>
          <pc:sldMk cId="0" sldId="354"/>
        </pc:sldMkLst>
      </pc:sldChg>
      <pc:sldChg chg="del">
        <pc:chgData name="Amanda Countryman" userId="0be1c61d-c610-49a2-ae7e-a4e60bd07712" providerId="ADAL" clId="{00873937-8841-4394-9081-668AB0E0F950}" dt="2026-08-25T01:56:09.522" v="0" actId="47"/>
        <pc:sldMkLst>
          <pc:docMk/>
          <pc:sldMk cId="0" sldId="355"/>
        </pc:sldMkLst>
      </pc:sldChg>
      <pc:sldChg chg="del">
        <pc:chgData name="Amanda Countryman" userId="0be1c61d-c610-49a2-ae7e-a4e60bd07712" providerId="ADAL" clId="{00873937-8841-4394-9081-668AB0E0F950}" dt="2026-08-25T01:56:09.522" v="0" actId="47"/>
        <pc:sldMkLst>
          <pc:docMk/>
          <pc:sldMk cId="0" sldId="356"/>
        </pc:sldMkLst>
      </pc:sldChg>
      <pc:sldChg chg="del">
        <pc:chgData name="Amanda Countryman" userId="0be1c61d-c610-49a2-ae7e-a4e60bd07712" providerId="ADAL" clId="{00873937-8841-4394-9081-668AB0E0F950}" dt="2026-08-25T01:56:09.522" v="0" actId="47"/>
        <pc:sldMkLst>
          <pc:docMk/>
          <pc:sldMk cId="0" sldId="357"/>
        </pc:sldMkLst>
      </pc:sldChg>
      <pc:sldChg chg="del">
        <pc:chgData name="Amanda Countryman" userId="0be1c61d-c610-49a2-ae7e-a4e60bd07712" providerId="ADAL" clId="{00873937-8841-4394-9081-668AB0E0F950}" dt="2026-08-25T01:56:09.522" v="0" actId="47"/>
        <pc:sldMkLst>
          <pc:docMk/>
          <pc:sldMk cId="0" sldId="358"/>
        </pc:sldMkLst>
      </pc:sldChg>
      <pc:sldChg chg="del">
        <pc:chgData name="Amanda Countryman" userId="0be1c61d-c610-49a2-ae7e-a4e60bd07712" providerId="ADAL" clId="{00873937-8841-4394-9081-668AB0E0F950}" dt="2026-08-25T01:56:09.522" v="0" actId="47"/>
        <pc:sldMkLst>
          <pc:docMk/>
          <pc:sldMk cId="0" sldId="359"/>
        </pc:sldMkLst>
      </pc:sldChg>
      <pc:sldChg chg="del">
        <pc:chgData name="Amanda Countryman" userId="0be1c61d-c610-49a2-ae7e-a4e60bd07712" providerId="ADAL" clId="{00873937-8841-4394-9081-668AB0E0F950}" dt="2026-08-25T01:56:09.522" v="0" actId="47"/>
        <pc:sldMkLst>
          <pc:docMk/>
          <pc:sldMk cId="0" sldId="360"/>
        </pc:sldMkLst>
      </pc:sldChg>
      <pc:sldChg chg="del">
        <pc:chgData name="Amanda Countryman" userId="0be1c61d-c610-49a2-ae7e-a4e60bd07712" providerId="ADAL" clId="{00873937-8841-4394-9081-668AB0E0F950}" dt="2026-08-25T01:56:09.522" v="0" actId="47"/>
        <pc:sldMkLst>
          <pc:docMk/>
          <pc:sldMk cId="0" sldId="361"/>
        </pc:sldMkLst>
      </pc:sldChg>
      <pc:sldChg chg="del">
        <pc:chgData name="Amanda Countryman" userId="0be1c61d-c610-49a2-ae7e-a4e60bd07712" providerId="ADAL" clId="{00873937-8841-4394-9081-668AB0E0F950}" dt="2026-08-25T01:56:09.522" v="0" actId="47"/>
        <pc:sldMkLst>
          <pc:docMk/>
          <pc:sldMk cId="0" sldId="362"/>
        </pc:sldMkLst>
      </pc:sldChg>
      <pc:sldChg chg="del">
        <pc:chgData name="Amanda Countryman" userId="0be1c61d-c610-49a2-ae7e-a4e60bd07712" providerId="ADAL" clId="{00873937-8841-4394-9081-668AB0E0F950}" dt="2026-08-25T01:56:09.522" v="0" actId="47"/>
        <pc:sldMkLst>
          <pc:docMk/>
          <pc:sldMk cId="0" sldId="363"/>
        </pc:sldMkLst>
      </pc:sldChg>
      <pc:sldChg chg="del">
        <pc:chgData name="Amanda Countryman" userId="0be1c61d-c610-49a2-ae7e-a4e60bd07712" providerId="ADAL" clId="{00873937-8841-4394-9081-668AB0E0F950}" dt="2026-08-25T01:56:09.522" v="0" actId="47"/>
        <pc:sldMkLst>
          <pc:docMk/>
          <pc:sldMk cId="0" sldId="364"/>
        </pc:sldMkLst>
      </pc:sldChg>
      <pc:sldChg chg="del">
        <pc:chgData name="Amanda Countryman" userId="0be1c61d-c610-49a2-ae7e-a4e60bd07712" providerId="ADAL" clId="{00873937-8841-4394-9081-668AB0E0F950}" dt="2026-08-25T01:56:09.522" v="0" actId="47"/>
        <pc:sldMkLst>
          <pc:docMk/>
          <pc:sldMk cId="0" sldId="365"/>
        </pc:sldMkLst>
      </pc:sldChg>
      <pc:sldChg chg="del">
        <pc:chgData name="Amanda Countryman" userId="0be1c61d-c610-49a2-ae7e-a4e60bd07712" providerId="ADAL" clId="{00873937-8841-4394-9081-668AB0E0F950}" dt="2026-08-25T01:56:09.522" v="0" actId="47"/>
        <pc:sldMkLst>
          <pc:docMk/>
          <pc:sldMk cId="0" sldId="366"/>
        </pc:sldMkLst>
      </pc:sldChg>
      <pc:sldChg chg="del">
        <pc:chgData name="Amanda Countryman" userId="0be1c61d-c610-49a2-ae7e-a4e60bd07712" providerId="ADAL" clId="{00873937-8841-4394-9081-668AB0E0F950}" dt="2026-08-25T01:56:09.522" v="0" actId="47"/>
        <pc:sldMkLst>
          <pc:docMk/>
          <pc:sldMk cId="0" sldId="367"/>
        </pc:sldMkLst>
      </pc:sldChg>
      <pc:sldChg chg="del">
        <pc:chgData name="Amanda Countryman" userId="0be1c61d-c610-49a2-ae7e-a4e60bd07712" providerId="ADAL" clId="{00873937-8841-4394-9081-668AB0E0F950}" dt="2026-08-25T01:56:09.522" v="0" actId="47"/>
        <pc:sldMkLst>
          <pc:docMk/>
          <pc:sldMk cId="0" sldId="368"/>
        </pc:sldMkLst>
      </pc:sldChg>
      <pc:sldChg chg="del">
        <pc:chgData name="Amanda Countryman" userId="0be1c61d-c610-49a2-ae7e-a4e60bd07712" providerId="ADAL" clId="{00873937-8841-4394-9081-668AB0E0F950}" dt="2026-08-25T01:56:09.522" v="0" actId="47"/>
        <pc:sldMkLst>
          <pc:docMk/>
          <pc:sldMk cId="0" sldId="369"/>
        </pc:sldMkLst>
      </pc:sldChg>
      <pc:sldChg chg="del">
        <pc:chgData name="Amanda Countryman" userId="0be1c61d-c610-49a2-ae7e-a4e60bd07712" providerId="ADAL" clId="{00873937-8841-4394-9081-668AB0E0F950}" dt="2026-08-25T01:56:09.522" v="0" actId="47"/>
        <pc:sldMkLst>
          <pc:docMk/>
          <pc:sldMk cId="0" sldId="370"/>
        </pc:sldMkLst>
      </pc:sldChg>
      <pc:sldChg chg="del">
        <pc:chgData name="Amanda Countryman" userId="0be1c61d-c610-49a2-ae7e-a4e60bd07712" providerId="ADAL" clId="{00873937-8841-4394-9081-668AB0E0F950}" dt="2026-08-25T01:56:09.522" v="0" actId="47"/>
        <pc:sldMkLst>
          <pc:docMk/>
          <pc:sldMk cId="0" sldId="371"/>
        </pc:sldMkLst>
      </pc:sldChg>
      <pc:sldChg chg="del">
        <pc:chgData name="Amanda Countryman" userId="0be1c61d-c610-49a2-ae7e-a4e60bd07712" providerId="ADAL" clId="{00873937-8841-4394-9081-668AB0E0F950}" dt="2026-08-25T01:56:09.522" v="0" actId="47"/>
        <pc:sldMkLst>
          <pc:docMk/>
          <pc:sldMk cId="0" sldId="372"/>
        </pc:sldMkLst>
      </pc:sldChg>
      <pc:sldChg chg="del">
        <pc:chgData name="Amanda Countryman" userId="0be1c61d-c610-49a2-ae7e-a4e60bd07712" providerId="ADAL" clId="{00873937-8841-4394-9081-668AB0E0F950}" dt="2026-08-25T01:56:09.522" v="0" actId="47"/>
        <pc:sldMkLst>
          <pc:docMk/>
          <pc:sldMk cId="0" sldId="373"/>
        </pc:sldMkLst>
      </pc:sldChg>
      <pc:sldChg chg="del">
        <pc:chgData name="Amanda Countryman" userId="0be1c61d-c610-49a2-ae7e-a4e60bd07712" providerId="ADAL" clId="{00873937-8841-4394-9081-668AB0E0F950}" dt="2026-08-25T01:56:09.522" v="0" actId="47"/>
        <pc:sldMkLst>
          <pc:docMk/>
          <pc:sldMk cId="0" sldId="374"/>
        </pc:sldMkLst>
      </pc:sldChg>
      <pc:sldChg chg="del">
        <pc:chgData name="Amanda Countryman" userId="0be1c61d-c610-49a2-ae7e-a4e60bd07712" providerId="ADAL" clId="{00873937-8841-4394-9081-668AB0E0F950}" dt="2026-08-25T01:56:09.522" v="0" actId="47"/>
        <pc:sldMkLst>
          <pc:docMk/>
          <pc:sldMk cId="0" sldId="375"/>
        </pc:sldMkLst>
      </pc:sldChg>
      <pc:sldChg chg="del">
        <pc:chgData name="Amanda Countryman" userId="0be1c61d-c610-49a2-ae7e-a4e60bd07712" providerId="ADAL" clId="{00873937-8841-4394-9081-668AB0E0F950}" dt="2026-08-25T01:56:09.522" v="0" actId="47"/>
        <pc:sldMkLst>
          <pc:docMk/>
          <pc:sldMk cId="0" sldId="376"/>
        </pc:sldMkLst>
      </pc:sldChg>
      <pc:sldChg chg="del">
        <pc:chgData name="Amanda Countryman" userId="0be1c61d-c610-49a2-ae7e-a4e60bd07712" providerId="ADAL" clId="{00873937-8841-4394-9081-668AB0E0F950}" dt="2026-08-25T01:56:09.522" v="0" actId="47"/>
        <pc:sldMkLst>
          <pc:docMk/>
          <pc:sldMk cId="0" sldId="377"/>
        </pc:sldMkLst>
      </pc:sldChg>
      <pc:sldChg chg="del">
        <pc:chgData name="Amanda Countryman" userId="0be1c61d-c610-49a2-ae7e-a4e60bd07712" providerId="ADAL" clId="{00873937-8841-4394-9081-668AB0E0F950}" dt="2026-08-25T01:56:09.522" v="0" actId="47"/>
        <pc:sldMkLst>
          <pc:docMk/>
          <pc:sldMk cId="0" sldId="378"/>
        </pc:sldMkLst>
      </pc:sldChg>
      <pc:sldChg chg="del">
        <pc:chgData name="Amanda Countryman" userId="0be1c61d-c610-49a2-ae7e-a4e60bd07712" providerId="ADAL" clId="{00873937-8841-4394-9081-668AB0E0F950}" dt="2026-08-25T01:56:09.522" v="0" actId="47"/>
        <pc:sldMkLst>
          <pc:docMk/>
          <pc:sldMk cId="0" sldId="379"/>
        </pc:sldMkLst>
      </pc:sldChg>
      <pc:sldChg chg="del">
        <pc:chgData name="Amanda Countryman" userId="0be1c61d-c610-49a2-ae7e-a4e60bd07712" providerId="ADAL" clId="{00873937-8841-4394-9081-668AB0E0F950}" dt="2026-08-25T01:56:09.522" v="0" actId="47"/>
        <pc:sldMkLst>
          <pc:docMk/>
          <pc:sldMk cId="0" sldId="380"/>
        </pc:sldMkLst>
      </pc:sldChg>
      <pc:sldChg chg="del">
        <pc:chgData name="Amanda Countryman" userId="0be1c61d-c610-49a2-ae7e-a4e60bd07712" providerId="ADAL" clId="{00873937-8841-4394-9081-668AB0E0F950}" dt="2026-08-25T01:56:09.522" v="0" actId="47"/>
        <pc:sldMkLst>
          <pc:docMk/>
          <pc:sldMk cId="0" sldId="381"/>
        </pc:sldMkLst>
      </pc:sldChg>
      <pc:sldChg chg="del">
        <pc:chgData name="Amanda Countryman" userId="0be1c61d-c610-49a2-ae7e-a4e60bd07712" providerId="ADAL" clId="{00873937-8841-4394-9081-668AB0E0F950}" dt="2026-08-25T01:56:09.522" v="0" actId="47"/>
        <pc:sldMkLst>
          <pc:docMk/>
          <pc:sldMk cId="0" sldId="382"/>
        </pc:sldMkLst>
      </pc:sldChg>
      <pc:sldChg chg="del">
        <pc:chgData name="Amanda Countryman" userId="0be1c61d-c610-49a2-ae7e-a4e60bd07712" providerId="ADAL" clId="{00873937-8841-4394-9081-668AB0E0F950}" dt="2026-08-25T01:56:09.522" v="0" actId="47"/>
        <pc:sldMkLst>
          <pc:docMk/>
          <pc:sldMk cId="0" sldId="383"/>
        </pc:sldMkLst>
      </pc:sldChg>
      <pc:sldChg chg="del">
        <pc:chgData name="Amanda Countryman" userId="0be1c61d-c610-49a2-ae7e-a4e60bd07712" providerId="ADAL" clId="{00873937-8841-4394-9081-668AB0E0F950}" dt="2026-08-25T01:56:09.522" v="0" actId="47"/>
        <pc:sldMkLst>
          <pc:docMk/>
          <pc:sldMk cId="0" sldId="384"/>
        </pc:sldMkLst>
      </pc:sldChg>
      <pc:sldChg chg="del">
        <pc:chgData name="Amanda Countryman" userId="0be1c61d-c610-49a2-ae7e-a4e60bd07712" providerId="ADAL" clId="{00873937-8841-4394-9081-668AB0E0F950}" dt="2026-08-25T01:56:09.522" v="0" actId="47"/>
        <pc:sldMkLst>
          <pc:docMk/>
          <pc:sldMk cId="0" sldId="385"/>
        </pc:sldMkLst>
      </pc:sldChg>
      <pc:sldChg chg="del">
        <pc:chgData name="Amanda Countryman" userId="0be1c61d-c610-49a2-ae7e-a4e60bd07712" providerId="ADAL" clId="{00873937-8841-4394-9081-668AB0E0F950}" dt="2026-08-25T01:56:09.522" v="0" actId="47"/>
        <pc:sldMkLst>
          <pc:docMk/>
          <pc:sldMk cId="0" sldId="386"/>
        </pc:sldMkLst>
      </pc:sldChg>
      <pc:sldChg chg="del">
        <pc:chgData name="Amanda Countryman" userId="0be1c61d-c610-49a2-ae7e-a4e60bd07712" providerId="ADAL" clId="{00873937-8841-4394-9081-668AB0E0F950}" dt="2026-08-25T01:56:09.522" v="0" actId="47"/>
        <pc:sldMkLst>
          <pc:docMk/>
          <pc:sldMk cId="0" sldId="387"/>
        </pc:sldMkLst>
      </pc:sldChg>
      <pc:sldChg chg="del">
        <pc:chgData name="Amanda Countryman" userId="0be1c61d-c610-49a2-ae7e-a4e60bd07712" providerId="ADAL" clId="{00873937-8841-4394-9081-668AB0E0F950}" dt="2026-08-25T01:56:09.522" v="0" actId="47"/>
        <pc:sldMkLst>
          <pc:docMk/>
          <pc:sldMk cId="0" sldId="388"/>
        </pc:sldMkLst>
      </pc:sldChg>
      <pc:sldChg chg="del">
        <pc:chgData name="Amanda Countryman" userId="0be1c61d-c610-49a2-ae7e-a4e60bd07712" providerId="ADAL" clId="{00873937-8841-4394-9081-668AB0E0F950}" dt="2026-08-25T01:56:09.522" v="0" actId="47"/>
        <pc:sldMkLst>
          <pc:docMk/>
          <pc:sldMk cId="0" sldId="389"/>
        </pc:sldMkLst>
      </pc:sldChg>
      <pc:sldChg chg="del">
        <pc:chgData name="Amanda Countryman" userId="0be1c61d-c610-49a2-ae7e-a4e60bd07712" providerId="ADAL" clId="{00873937-8841-4394-9081-668AB0E0F950}" dt="2026-08-25T01:56:09.522" v="0" actId="47"/>
        <pc:sldMkLst>
          <pc:docMk/>
          <pc:sldMk cId="0" sldId="390"/>
        </pc:sldMkLst>
      </pc:sldChg>
      <pc:sldChg chg="del">
        <pc:chgData name="Amanda Countryman" userId="0be1c61d-c610-49a2-ae7e-a4e60bd07712" providerId="ADAL" clId="{00873937-8841-4394-9081-668AB0E0F950}" dt="2026-08-25T01:56:09.522" v="0" actId="47"/>
        <pc:sldMkLst>
          <pc:docMk/>
          <pc:sldMk cId="0" sldId="391"/>
        </pc:sldMkLst>
      </pc:sldChg>
      <pc:sldChg chg="del">
        <pc:chgData name="Amanda Countryman" userId="0be1c61d-c610-49a2-ae7e-a4e60bd07712" providerId="ADAL" clId="{00873937-8841-4394-9081-668AB0E0F950}" dt="2026-08-25T01:56:09.522" v="0" actId="47"/>
        <pc:sldMkLst>
          <pc:docMk/>
          <pc:sldMk cId="0" sldId="392"/>
        </pc:sldMkLst>
      </pc:sldChg>
      <pc:sldChg chg="del">
        <pc:chgData name="Amanda Countryman" userId="0be1c61d-c610-49a2-ae7e-a4e60bd07712" providerId="ADAL" clId="{00873937-8841-4394-9081-668AB0E0F950}" dt="2026-08-25T01:56:09.522" v="0" actId="47"/>
        <pc:sldMkLst>
          <pc:docMk/>
          <pc:sldMk cId="0" sldId="393"/>
        </pc:sldMkLst>
      </pc:sldChg>
      <pc:sldChg chg="del">
        <pc:chgData name="Amanda Countryman" userId="0be1c61d-c610-49a2-ae7e-a4e60bd07712" providerId="ADAL" clId="{00873937-8841-4394-9081-668AB0E0F950}" dt="2026-08-25T01:56:09.522" v="0" actId="47"/>
        <pc:sldMkLst>
          <pc:docMk/>
          <pc:sldMk cId="0" sldId="394"/>
        </pc:sldMkLst>
      </pc:sldChg>
      <pc:sldChg chg="del">
        <pc:chgData name="Amanda Countryman" userId="0be1c61d-c610-49a2-ae7e-a4e60bd07712" providerId="ADAL" clId="{00873937-8841-4394-9081-668AB0E0F950}" dt="2026-08-25T01:56:09.522" v="0" actId="47"/>
        <pc:sldMkLst>
          <pc:docMk/>
          <pc:sldMk cId="0" sldId="395"/>
        </pc:sldMkLst>
      </pc:sldChg>
      <pc:sldChg chg="del">
        <pc:chgData name="Amanda Countryman" userId="0be1c61d-c610-49a2-ae7e-a4e60bd07712" providerId="ADAL" clId="{00873937-8841-4394-9081-668AB0E0F950}" dt="2026-08-25T01:56:09.522" v="0" actId="47"/>
        <pc:sldMkLst>
          <pc:docMk/>
          <pc:sldMk cId="0" sldId="396"/>
        </pc:sldMkLst>
      </pc:sldChg>
      <pc:sldChg chg="del">
        <pc:chgData name="Amanda Countryman" userId="0be1c61d-c610-49a2-ae7e-a4e60bd07712" providerId="ADAL" clId="{00873937-8841-4394-9081-668AB0E0F950}" dt="2026-08-25T01:56:09.522" v="0" actId="47"/>
        <pc:sldMkLst>
          <pc:docMk/>
          <pc:sldMk cId="0" sldId="397"/>
        </pc:sldMkLst>
      </pc:sldChg>
      <pc:sldChg chg="del">
        <pc:chgData name="Amanda Countryman" userId="0be1c61d-c610-49a2-ae7e-a4e60bd07712" providerId="ADAL" clId="{00873937-8841-4394-9081-668AB0E0F950}" dt="2026-08-25T01:56:09.522" v="0" actId="47"/>
        <pc:sldMkLst>
          <pc:docMk/>
          <pc:sldMk cId="0" sldId="398"/>
        </pc:sldMkLst>
      </pc:sldChg>
      <pc:sldChg chg="del">
        <pc:chgData name="Amanda Countryman" userId="0be1c61d-c610-49a2-ae7e-a4e60bd07712" providerId="ADAL" clId="{00873937-8841-4394-9081-668AB0E0F950}" dt="2026-08-25T01:56:09.522" v="0" actId="47"/>
        <pc:sldMkLst>
          <pc:docMk/>
          <pc:sldMk cId="0" sldId="399"/>
        </pc:sldMkLst>
      </pc:sldChg>
      <pc:sldChg chg="del">
        <pc:chgData name="Amanda Countryman" userId="0be1c61d-c610-49a2-ae7e-a4e60bd07712" providerId="ADAL" clId="{00873937-8841-4394-9081-668AB0E0F950}" dt="2026-08-25T01:56:09.522" v="0" actId="47"/>
        <pc:sldMkLst>
          <pc:docMk/>
          <pc:sldMk cId="0" sldId="400"/>
        </pc:sldMkLst>
      </pc:sldChg>
      <pc:sldChg chg="del">
        <pc:chgData name="Amanda Countryman" userId="0be1c61d-c610-49a2-ae7e-a4e60bd07712" providerId="ADAL" clId="{00873937-8841-4394-9081-668AB0E0F950}" dt="2026-08-25T01:56:09.522" v="0" actId="47"/>
        <pc:sldMkLst>
          <pc:docMk/>
          <pc:sldMk cId="0" sldId="401"/>
        </pc:sldMkLst>
      </pc:sldChg>
      <pc:sldChg chg="del">
        <pc:chgData name="Amanda Countryman" userId="0be1c61d-c610-49a2-ae7e-a4e60bd07712" providerId="ADAL" clId="{00873937-8841-4394-9081-668AB0E0F950}" dt="2026-08-25T01:56:09.522" v="0" actId="47"/>
        <pc:sldMkLst>
          <pc:docMk/>
          <pc:sldMk cId="0" sldId="402"/>
        </pc:sldMkLst>
      </pc:sldChg>
      <pc:sldChg chg="del">
        <pc:chgData name="Amanda Countryman" userId="0be1c61d-c610-49a2-ae7e-a4e60bd07712" providerId="ADAL" clId="{00873937-8841-4394-9081-668AB0E0F950}" dt="2026-08-25T01:56:09.522" v="0" actId="47"/>
        <pc:sldMkLst>
          <pc:docMk/>
          <pc:sldMk cId="0" sldId="403"/>
        </pc:sldMkLst>
      </pc:sldChg>
      <pc:sldChg chg="del">
        <pc:chgData name="Amanda Countryman" userId="0be1c61d-c610-49a2-ae7e-a4e60bd07712" providerId="ADAL" clId="{00873937-8841-4394-9081-668AB0E0F950}" dt="2026-08-25T01:56:09.522" v="0" actId="47"/>
        <pc:sldMkLst>
          <pc:docMk/>
          <pc:sldMk cId="0" sldId="404"/>
        </pc:sldMkLst>
      </pc:sldChg>
      <pc:sldChg chg="del">
        <pc:chgData name="Amanda Countryman" userId="0be1c61d-c610-49a2-ae7e-a4e60bd07712" providerId="ADAL" clId="{00873937-8841-4394-9081-668AB0E0F950}" dt="2026-08-25T01:56:09.522" v="0" actId="47"/>
        <pc:sldMkLst>
          <pc:docMk/>
          <pc:sldMk cId="0" sldId="405"/>
        </pc:sldMkLst>
      </pc:sldChg>
      <pc:sldChg chg="del">
        <pc:chgData name="Amanda Countryman" userId="0be1c61d-c610-49a2-ae7e-a4e60bd07712" providerId="ADAL" clId="{00873937-8841-4394-9081-668AB0E0F950}" dt="2026-08-25T01:56:09.522" v="0" actId="47"/>
        <pc:sldMkLst>
          <pc:docMk/>
          <pc:sldMk cId="0" sldId="406"/>
        </pc:sldMkLst>
      </pc:sldChg>
      <pc:sldChg chg="del">
        <pc:chgData name="Amanda Countryman" userId="0be1c61d-c610-49a2-ae7e-a4e60bd07712" providerId="ADAL" clId="{00873937-8841-4394-9081-668AB0E0F950}" dt="2026-08-25T01:56:09.522" v="0" actId="47"/>
        <pc:sldMkLst>
          <pc:docMk/>
          <pc:sldMk cId="0" sldId="407"/>
        </pc:sldMkLst>
      </pc:sldChg>
      <pc:sldChg chg="del">
        <pc:chgData name="Amanda Countryman" userId="0be1c61d-c610-49a2-ae7e-a4e60bd07712" providerId="ADAL" clId="{00873937-8841-4394-9081-668AB0E0F950}" dt="2026-08-25T01:56:09.522" v="0" actId="47"/>
        <pc:sldMkLst>
          <pc:docMk/>
          <pc:sldMk cId="0" sldId="408"/>
        </pc:sldMkLst>
      </pc:sldChg>
      <pc:sldChg chg="del">
        <pc:chgData name="Amanda Countryman" userId="0be1c61d-c610-49a2-ae7e-a4e60bd07712" providerId="ADAL" clId="{00873937-8841-4394-9081-668AB0E0F950}" dt="2026-08-25T01:56:09.522" v="0" actId="47"/>
        <pc:sldMkLst>
          <pc:docMk/>
          <pc:sldMk cId="0" sldId="409"/>
        </pc:sldMkLst>
      </pc:sldChg>
      <pc:sldChg chg="del">
        <pc:chgData name="Amanda Countryman" userId="0be1c61d-c610-49a2-ae7e-a4e60bd07712" providerId="ADAL" clId="{00873937-8841-4394-9081-668AB0E0F950}" dt="2026-08-25T01:56:09.522" v="0" actId="47"/>
        <pc:sldMkLst>
          <pc:docMk/>
          <pc:sldMk cId="0" sldId="410"/>
        </pc:sldMkLst>
      </pc:sldChg>
      <pc:sldChg chg="del">
        <pc:chgData name="Amanda Countryman" userId="0be1c61d-c610-49a2-ae7e-a4e60bd07712" providerId="ADAL" clId="{00873937-8841-4394-9081-668AB0E0F950}" dt="2026-08-25T01:56:09.522" v="0" actId="47"/>
        <pc:sldMkLst>
          <pc:docMk/>
          <pc:sldMk cId="0" sldId="411"/>
        </pc:sldMkLst>
      </pc:sldChg>
      <pc:sldChg chg="del">
        <pc:chgData name="Amanda Countryman" userId="0be1c61d-c610-49a2-ae7e-a4e60bd07712" providerId="ADAL" clId="{00873937-8841-4394-9081-668AB0E0F950}" dt="2026-08-25T01:56:09.522" v="0" actId="47"/>
        <pc:sldMkLst>
          <pc:docMk/>
          <pc:sldMk cId="0" sldId="412"/>
        </pc:sldMkLst>
      </pc:sldChg>
      <pc:sldChg chg="del">
        <pc:chgData name="Amanda Countryman" userId="0be1c61d-c610-49a2-ae7e-a4e60bd07712" providerId="ADAL" clId="{00873937-8841-4394-9081-668AB0E0F950}" dt="2026-08-25T01:56:09.522" v="0" actId="47"/>
        <pc:sldMkLst>
          <pc:docMk/>
          <pc:sldMk cId="0" sldId="413"/>
        </pc:sldMkLst>
      </pc:sldChg>
      <pc:sldChg chg="del">
        <pc:chgData name="Amanda Countryman" userId="0be1c61d-c610-49a2-ae7e-a4e60bd07712" providerId="ADAL" clId="{00873937-8841-4394-9081-668AB0E0F950}" dt="2026-08-25T01:56:09.522" v="0" actId="47"/>
        <pc:sldMkLst>
          <pc:docMk/>
          <pc:sldMk cId="0" sldId="414"/>
        </pc:sldMkLst>
      </pc:sldChg>
      <pc:sldChg chg="del">
        <pc:chgData name="Amanda Countryman" userId="0be1c61d-c610-49a2-ae7e-a4e60bd07712" providerId="ADAL" clId="{00873937-8841-4394-9081-668AB0E0F950}" dt="2026-08-25T01:56:09.522" v="0" actId="47"/>
        <pc:sldMkLst>
          <pc:docMk/>
          <pc:sldMk cId="0" sldId="415"/>
        </pc:sldMkLst>
      </pc:sldChg>
      <pc:sldChg chg="del">
        <pc:chgData name="Amanda Countryman" userId="0be1c61d-c610-49a2-ae7e-a4e60bd07712" providerId="ADAL" clId="{00873937-8841-4394-9081-668AB0E0F950}" dt="2026-08-25T01:56:09.522" v="0" actId="47"/>
        <pc:sldMkLst>
          <pc:docMk/>
          <pc:sldMk cId="0" sldId="416"/>
        </pc:sldMkLst>
      </pc:sldChg>
      <pc:sldChg chg="del">
        <pc:chgData name="Amanda Countryman" userId="0be1c61d-c610-49a2-ae7e-a4e60bd07712" providerId="ADAL" clId="{00873937-8841-4394-9081-668AB0E0F950}" dt="2026-08-25T01:56:09.522" v="0" actId="47"/>
        <pc:sldMkLst>
          <pc:docMk/>
          <pc:sldMk cId="0" sldId="417"/>
        </pc:sldMkLst>
      </pc:sldChg>
      <pc:sldChg chg="del">
        <pc:chgData name="Amanda Countryman" userId="0be1c61d-c610-49a2-ae7e-a4e60bd07712" providerId="ADAL" clId="{00873937-8841-4394-9081-668AB0E0F950}" dt="2026-08-25T01:56:09.522" v="0" actId="47"/>
        <pc:sldMkLst>
          <pc:docMk/>
          <pc:sldMk cId="0" sldId="418"/>
        </pc:sldMkLst>
      </pc:sldChg>
      <pc:sldChg chg="del">
        <pc:chgData name="Amanda Countryman" userId="0be1c61d-c610-49a2-ae7e-a4e60bd07712" providerId="ADAL" clId="{00873937-8841-4394-9081-668AB0E0F950}" dt="2026-08-25T01:56:09.522" v="0" actId="47"/>
        <pc:sldMkLst>
          <pc:docMk/>
          <pc:sldMk cId="0" sldId="419"/>
        </pc:sldMkLst>
      </pc:sldChg>
      <pc:sldChg chg="del">
        <pc:chgData name="Amanda Countryman" userId="0be1c61d-c610-49a2-ae7e-a4e60bd07712" providerId="ADAL" clId="{00873937-8841-4394-9081-668AB0E0F950}" dt="2026-08-25T01:56:09.522" v="0" actId="47"/>
        <pc:sldMkLst>
          <pc:docMk/>
          <pc:sldMk cId="0" sldId="420"/>
        </pc:sldMkLst>
      </pc:sldChg>
      <pc:sldChg chg="del">
        <pc:chgData name="Amanda Countryman" userId="0be1c61d-c610-49a2-ae7e-a4e60bd07712" providerId="ADAL" clId="{00873937-8841-4394-9081-668AB0E0F950}" dt="2026-08-25T01:56:09.522" v="0" actId="47"/>
        <pc:sldMkLst>
          <pc:docMk/>
          <pc:sldMk cId="0" sldId="421"/>
        </pc:sldMkLst>
      </pc:sldChg>
      <pc:sldChg chg="del">
        <pc:chgData name="Amanda Countryman" userId="0be1c61d-c610-49a2-ae7e-a4e60bd07712" providerId="ADAL" clId="{00873937-8841-4394-9081-668AB0E0F950}" dt="2026-08-25T01:56:09.522" v="0" actId="47"/>
        <pc:sldMkLst>
          <pc:docMk/>
          <pc:sldMk cId="0" sldId="422"/>
        </pc:sldMkLst>
      </pc:sldChg>
      <pc:sldChg chg="del">
        <pc:chgData name="Amanda Countryman" userId="0be1c61d-c610-49a2-ae7e-a4e60bd07712" providerId="ADAL" clId="{00873937-8841-4394-9081-668AB0E0F950}" dt="2026-08-25T01:56:09.522" v="0" actId="47"/>
        <pc:sldMkLst>
          <pc:docMk/>
          <pc:sldMk cId="0" sldId="423"/>
        </pc:sldMkLst>
      </pc:sldChg>
      <pc:sldChg chg="del">
        <pc:chgData name="Amanda Countryman" userId="0be1c61d-c610-49a2-ae7e-a4e60bd07712" providerId="ADAL" clId="{00873937-8841-4394-9081-668AB0E0F950}" dt="2026-08-25T01:56:09.522" v="0" actId="47"/>
        <pc:sldMkLst>
          <pc:docMk/>
          <pc:sldMk cId="0" sldId="424"/>
        </pc:sldMkLst>
      </pc:sldChg>
      <pc:sldChg chg="del">
        <pc:chgData name="Amanda Countryman" userId="0be1c61d-c610-49a2-ae7e-a4e60bd07712" providerId="ADAL" clId="{00873937-8841-4394-9081-668AB0E0F950}" dt="2026-08-25T01:56:09.522" v="0" actId="47"/>
        <pc:sldMkLst>
          <pc:docMk/>
          <pc:sldMk cId="0" sldId="425"/>
        </pc:sldMkLst>
      </pc:sldChg>
      <pc:sldChg chg="del">
        <pc:chgData name="Amanda Countryman" userId="0be1c61d-c610-49a2-ae7e-a4e60bd07712" providerId="ADAL" clId="{00873937-8841-4394-9081-668AB0E0F950}" dt="2026-08-25T01:56:09.522" v="0" actId="47"/>
        <pc:sldMkLst>
          <pc:docMk/>
          <pc:sldMk cId="0" sldId="426"/>
        </pc:sldMkLst>
      </pc:sldChg>
      <pc:sldChg chg="del">
        <pc:chgData name="Amanda Countryman" userId="0be1c61d-c610-49a2-ae7e-a4e60bd07712" providerId="ADAL" clId="{00873937-8841-4394-9081-668AB0E0F950}" dt="2026-08-25T01:56:09.522" v="0" actId="47"/>
        <pc:sldMkLst>
          <pc:docMk/>
          <pc:sldMk cId="0" sldId="427"/>
        </pc:sldMkLst>
      </pc:sldChg>
      <pc:sldChg chg="del">
        <pc:chgData name="Amanda Countryman" userId="0be1c61d-c610-49a2-ae7e-a4e60bd07712" providerId="ADAL" clId="{00873937-8841-4394-9081-668AB0E0F950}" dt="2026-08-25T01:56:09.522" v="0" actId="47"/>
        <pc:sldMkLst>
          <pc:docMk/>
          <pc:sldMk cId="0" sldId="428"/>
        </pc:sldMkLst>
      </pc:sldChg>
      <pc:sldChg chg="del">
        <pc:chgData name="Amanda Countryman" userId="0be1c61d-c610-49a2-ae7e-a4e60bd07712" providerId="ADAL" clId="{00873937-8841-4394-9081-668AB0E0F950}" dt="2026-08-25T01:56:09.522" v="0" actId="47"/>
        <pc:sldMkLst>
          <pc:docMk/>
          <pc:sldMk cId="0" sldId="429"/>
        </pc:sldMkLst>
      </pc:sldChg>
      <pc:sldChg chg="del">
        <pc:chgData name="Amanda Countryman" userId="0be1c61d-c610-49a2-ae7e-a4e60bd07712" providerId="ADAL" clId="{00873937-8841-4394-9081-668AB0E0F950}" dt="2026-08-25T01:56:09.522" v="0" actId="47"/>
        <pc:sldMkLst>
          <pc:docMk/>
          <pc:sldMk cId="0" sldId="430"/>
        </pc:sldMkLst>
      </pc:sldChg>
      <pc:sldChg chg="del">
        <pc:chgData name="Amanda Countryman" userId="0be1c61d-c610-49a2-ae7e-a4e60bd07712" providerId="ADAL" clId="{00873937-8841-4394-9081-668AB0E0F950}" dt="2026-08-25T01:56:09.522" v="0" actId="47"/>
        <pc:sldMkLst>
          <pc:docMk/>
          <pc:sldMk cId="0" sldId="431"/>
        </pc:sldMkLst>
      </pc:sldChg>
      <pc:sldChg chg="del">
        <pc:chgData name="Amanda Countryman" userId="0be1c61d-c610-49a2-ae7e-a4e60bd07712" providerId="ADAL" clId="{00873937-8841-4394-9081-668AB0E0F950}" dt="2026-08-25T01:56:09.522" v="0" actId="47"/>
        <pc:sldMkLst>
          <pc:docMk/>
          <pc:sldMk cId="0" sldId="432"/>
        </pc:sldMkLst>
      </pc:sldChg>
      <pc:sldChg chg="del">
        <pc:chgData name="Amanda Countryman" userId="0be1c61d-c610-49a2-ae7e-a4e60bd07712" providerId="ADAL" clId="{00873937-8841-4394-9081-668AB0E0F950}" dt="2026-08-25T01:56:09.522" v="0" actId="47"/>
        <pc:sldMkLst>
          <pc:docMk/>
          <pc:sldMk cId="0" sldId="433"/>
        </pc:sldMkLst>
      </pc:sldChg>
      <pc:sldChg chg="del">
        <pc:chgData name="Amanda Countryman" userId="0be1c61d-c610-49a2-ae7e-a4e60bd07712" providerId="ADAL" clId="{00873937-8841-4394-9081-668AB0E0F950}" dt="2026-08-25T01:56:09.522" v="0" actId="47"/>
        <pc:sldMkLst>
          <pc:docMk/>
          <pc:sldMk cId="0" sldId="434"/>
        </pc:sldMkLst>
      </pc:sldChg>
      <pc:sldChg chg="del">
        <pc:chgData name="Amanda Countryman" userId="0be1c61d-c610-49a2-ae7e-a4e60bd07712" providerId="ADAL" clId="{00873937-8841-4394-9081-668AB0E0F950}" dt="2026-08-25T01:56:09.522" v="0" actId="47"/>
        <pc:sldMkLst>
          <pc:docMk/>
          <pc:sldMk cId="0" sldId="435"/>
        </pc:sldMkLst>
      </pc:sldChg>
      <pc:sldChg chg="del">
        <pc:chgData name="Amanda Countryman" userId="0be1c61d-c610-49a2-ae7e-a4e60bd07712" providerId="ADAL" clId="{00873937-8841-4394-9081-668AB0E0F950}" dt="2026-08-25T01:56:09.522" v="0" actId="47"/>
        <pc:sldMkLst>
          <pc:docMk/>
          <pc:sldMk cId="0" sldId="436"/>
        </pc:sldMkLst>
      </pc:sldChg>
      <pc:sldChg chg="del">
        <pc:chgData name="Amanda Countryman" userId="0be1c61d-c610-49a2-ae7e-a4e60bd07712" providerId="ADAL" clId="{00873937-8841-4394-9081-668AB0E0F950}" dt="2026-08-25T01:56:09.522" v="0" actId="47"/>
        <pc:sldMkLst>
          <pc:docMk/>
          <pc:sldMk cId="0" sldId="437"/>
        </pc:sldMkLst>
      </pc:sldChg>
      <pc:sldChg chg="del">
        <pc:chgData name="Amanda Countryman" userId="0be1c61d-c610-49a2-ae7e-a4e60bd07712" providerId="ADAL" clId="{00873937-8841-4394-9081-668AB0E0F950}" dt="2026-08-25T01:56:09.522" v="0" actId="47"/>
        <pc:sldMkLst>
          <pc:docMk/>
          <pc:sldMk cId="0" sldId="438"/>
        </pc:sldMkLst>
      </pc:sldChg>
      <pc:sldChg chg="del">
        <pc:chgData name="Amanda Countryman" userId="0be1c61d-c610-49a2-ae7e-a4e60bd07712" providerId="ADAL" clId="{00873937-8841-4394-9081-668AB0E0F950}" dt="2026-08-25T01:56:09.522" v="0" actId="47"/>
        <pc:sldMkLst>
          <pc:docMk/>
          <pc:sldMk cId="0" sldId="439"/>
        </pc:sldMkLst>
      </pc:sldChg>
      <pc:sldChg chg="del">
        <pc:chgData name="Amanda Countryman" userId="0be1c61d-c610-49a2-ae7e-a4e60bd07712" providerId="ADAL" clId="{00873937-8841-4394-9081-668AB0E0F950}" dt="2026-08-25T01:56:09.522" v="0" actId="47"/>
        <pc:sldMkLst>
          <pc:docMk/>
          <pc:sldMk cId="0" sldId="440"/>
        </pc:sldMkLst>
      </pc:sldChg>
      <pc:sldChg chg="del">
        <pc:chgData name="Amanda Countryman" userId="0be1c61d-c610-49a2-ae7e-a4e60bd07712" providerId="ADAL" clId="{00873937-8841-4394-9081-668AB0E0F950}" dt="2026-08-25T01:56:09.522" v="0" actId="47"/>
        <pc:sldMkLst>
          <pc:docMk/>
          <pc:sldMk cId="0" sldId="441"/>
        </pc:sldMkLst>
      </pc:sldChg>
      <pc:sldChg chg="del">
        <pc:chgData name="Amanda Countryman" userId="0be1c61d-c610-49a2-ae7e-a4e60bd07712" providerId="ADAL" clId="{00873937-8841-4394-9081-668AB0E0F950}" dt="2026-08-25T01:56:09.522" v="0" actId="47"/>
        <pc:sldMkLst>
          <pc:docMk/>
          <pc:sldMk cId="0" sldId="442"/>
        </pc:sldMkLst>
      </pc:sldChg>
      <pc:sldChg chg="del">
        <pc:chgData name="Amanda Countryman" userId="0be1c61d-c610-49a2-ae7e-a4e60bd07712" providerId="ADAL" clId="{00873937-8841-4394-9081-668AB0E0F950}" dt="2026-08-25T01:56:09.522" v="0" actId="47"/>
        <pc:sldMkLst>
          <pc:docMk/>
          <pc:sldMk cId="0" sldId="443"/>
        </pc:sldMkLst>
      </pc:sldChg>
      <pc:sldChg chg="del">
        <pc:chgData name="Amanda Countryman" userId="0be1c61d-c610-49a2-ae7e-a4e60bd07712" providerId="ADAL" clId="{00873937-8841-4394-9081-668AB0E0F950}" dt="2026-08-25T01:56:09.522" v="0" actId="47"/>
        <pc:sldMkLst>
          <pc:docMk/>
          <pc:sldMk cId="0" sldId="444"/>
        </pc:sldMkLst>
      </pc:sldChg>
      <pc:sldChg chg="del">
        <pc:chgData name="Amanda Countryman" userId="0be1c61d-c610-49a2-ae7e-a4e60bd07712" providerId="ADAL" clId="{00873937-8841-4394-9081-668AB0E0F950}" dt="2026-08-25T01:56:09.522" v="0" actId="47"/>
        <pc:sldMkLst>
          <pc:docMk/>
          <pc:sldMk cId="0" sldId="445"/>
        </pc:sldMkLst>
      </pc:sldChg>
      <pc:sldChg chg="del">
        <pc:chgData name="Amanda Countryman" userId="0be1c61d-c610-49a2-ae7e-a4e60bd07712" providerId="ADAL" clId="{00873937-8841-4394-9081-668AB0E0F950}" dt="2026-08-25T01:56:09.522" v="0" actId="47"/>
        <pc:sldMkLst>
          <pc:docMk/>
          <pc:sldMk cId="0" sldId="446"/>
        </pc:sldMkLst>
      </pc:sldChg>
      <pc:sldChg chg="del">
        <pc:chgData name="Amanda Countryman" userId="0be1c61d-c610-49a2-ae7e-a4e60bd07712" providerId="ADAL" clId="{00873937-8841-4394-9081-668AB0E0F950}" dt="2026-08-25T01:56:09.522" v="0" actId="47"/>
        <pc:sldMkLst>
          <pc:docMk/>
          <pc:sldMk cId="0" sldId="447"/>
        </pc:sldMkLst>
      </pc:sldChg>
      <pc:sldChg chg="del">
        <pc:chgData name="Amanda Countryman" userId="0be1c61d-c610-49a2-ae7e-a4e60bd07712" providerId="ADAL" clId="{00873937-8841-4394-9081-668AB0E0F950}" dt="2026-08-25T01:56:09.522" v="0" actId="47"/>
        <pc:sldMkLst>
          <pc:docMk/>
          <pc:sldMk cId="0" sldId="448"/>
        </pc:sldMkLst>
      </pc:sldChg>
      <pc:sldChg chg="del">
        <pc:chgData name="Amanda Countryman" userId="0be1c61d-c610-49a2-ae7e-a4e60bd07712" providerId="ADAL" clId="{00873937-8841-4394-9081-668AB0E0F950}" dt="2026-08-25T01:56:09.522" v="0" actId="47"/>
        <pc:sldMkLst>
          <pc:docMk/>
          <pc:sldMk cId="0" sldId="449"/>
        </pc:sldMkLst>
      </pc:sldChg>
      <pc:sldChg chg="del">
        <pc:chgData name="Amanda Countryman" userId="0be1c61d-c610-49a2-ae7e-a4e60bd07712" providerId="ADAL" clId="{00873937-8841-4394-9081-668AB0E0F950}" dt="2026-08-25T01:56:09.522" v="0" actId="47"/>
        <pc:sldMkLst>
          <pc:docMk/>
          <pc:sldMk cId="0" sldId="450"/>
        </pc:sldMkLst>
      </pc:sldChg>
      <pc:sldChg chg="del">
        <pc:chgData name="Amanda Countryman" userId="0be1c61d-c610-49a2-ae7e-a4e60bd07712" providerId="ADAL" clId="{00873937-8841-4394-9081-668AB0E0F950}" dt="2026-08-25T01:56:09.522" v="0" actId="47"/>
        <pc:sldMkLst>
          <pc:docMk/>
          <pc:sldMk cId="0" sldId="451"/>
        </pc:sldMkLst>
      </pc:sldChg>
      <pc:sldChg chg="del">
        <pc:chgData name="Amanda Countryman" userId="0be1c61d-c610-49a2-ae7e-a4e60bd07712" providerId="ADAL" clId="{00873937-8841-4394-9081-668AB0E0F950}" dt="2026-08-25T01:56:09.522" v="0" actId="47"/>
        <pc:sldMkLst>
          <pc:docMk/>
          <pc:sldMk cId="0" sldId="452"/>
        </pc:sldMkLst>
      </pc:sldChg>
      <pc:sldChg chg="del">
        <pc:chgData name="Amanda Countryman" userId="0be1c61d-c610-49a2-ae7e-a4e60bd07712" providerId="ADAL" clId="{00873937-8841-4394-9081-668AB0E0F950}" dt="2026-08-25T01:56:09.522" v="0" actId="47"/>
        <pc:sldMkLst>
          <pc:docMk/>
          <pc:sldMk cId="0" sldId="454"/>
        </pc:sldMkLst>
      </pc:sldChg>
      <pc:sldChg chg="del">
        <pc:chgData name="Amanda Countryman" userId="0be1c61d-c610-49a2-ae7e-a4e60bd07712" providerId="ADAL" clId="{00873937-8841-4394-9081-668AB0E0F950}" dt="2026-08-25T01:56:09.522" v="0" actId="47"/>
        <pc:sldMkLst>
          <pc:docMk/>
          <pc:sldMk cId="0" sldId="455"/>
        </pc:sldMkLst>
      </pc:sldChg>
      <pc:sldChg chg="del">
        <pc:chgData name="Amanda Countryman" userId="0be1c61d-c610-49a2-ae7e-a4e60bd07712" providerId="ADAL" clId="{00873937-8841-4394-9081-668AB0E0F950}" dt="2026-08-25T01:56:09.522" v="0" actId="47"/>
        <pc:sldMkLst>
          <pc:docMk/>
          <pc:sldMk cId="0" sldId="456"/>
        </pc:sldMkLst>
      </pc:sldChg>
      <pc:sldChg chg="del">
        <pc:chgData name="Amanda Countryman" userId="0be1c61d-c610-49a2-ae7e-a4e60bd07712" providerId="ADAL" clId="{00873937-8841-4394-9081-668AB0E0F950}" dt="2026-08-25T01:56:09.522" v="0" actId="47"/>
        <pc:sldMkLst>
          <pc:docMk/>
          <pc:sldMk cId="0" sldId="457"/>
        </pc:sldMkLst>
      </pc:sldChg>
      <pc:sldChg chg="del">
        <pc:chgData name="Amanda Countryman" userId="0be1c61d-c610-49a2-ae7e-a4e60bd07712" providerId="ADAL" clId="{00873937-8841-4394-9081-668AB0E0F950}" dt="2026-08-25T01:56:09.522" v="0" actId="47"/>
        <pc:sldMkLst>
          <pc:docMk/>
          <pc:sldMk cId="0" sldId="458"/>
        </pc:sldMkLst>
      </pc:sldChg>
      <pc:sldChg chg="del">
        <pc:chgData name="Amanda Countryman" userId="0be1c61d-c610-49a2-ae7e-a4e60bd07712" providerId="ADAL" clId="{00873937-8841-4394-9081-668AB0E0F950}" dt="2026-08-25T01:56:09.522" v="0" actId="47"/>
        <pc:sldMkLst>
          <pc:docMk/>
          <pc:sldMk cId="0" sldId="459"/>
        </pc:sldMkLst>
      </pc:sldChg>
      <pc:sldChg chg="del">
        <pc:chgData name="Amanda Countryman" userId="0be1c61d-c610-49a2-ae7e-a4e60bd07712" providerId="ADAL" clId="{00873937-8841-4394-9081-668AB0E0F950}" dt="2026-08-25T01:56:09.522" v="0" actId="47"/>
        <pc:sldMkLst>
          <pc:docMk/>
          <pc:sldMk cId="0" sldId="460"/>
        </pc:sldMkLst>
      </pc:sldChg>
      <pc:sldChg chg="del">
        <pc:chgData name="Amanda Countryman" userId="0be1c61d-c610-49a2-ae7e-a4e60bd07712" providerId="ADAL" clId="{00873937-8841-4394-9081-668AB0E0F950}" dt="2026-08-25T01:56:09.522" v="0" actId="47"/>
        <pc:sldMkLst>
          <pc:docMk/>
          <pc:sldMk cId="0" sldId="461"/>
        </pc:sldMkLst>
      </pc:sldChg>
      <pc:sldChg chg="del">
        <pc:chgData name="Amanda Countryman" userId="0be1c61d-c610-49a2-ae7e-a4e60bd07712" providerId="ADAL" clId="{00873937-8841-4394-9081-668AB0E0F950}" dt="2026-08-25T01:56:09.522" v="0" actId="47"/>
        <pc:sldMkLst>
          <pc:docMk/>
          <pc:sldMk cId="0" sldId="462"/>
        </pc:sldMkLst>
      </pc:sldChg>
      <pc:sldChg chg="del">
        <pc:chgData name="Amanda Countryman" userId="0be1c61d-c610-49a2-ae7e-a4e60bd07712" providerId="ADAL" clId="{00873937-8841-4394-9081-668AB0E0F950}" dt="2026-08-25T01:56:09.522" v="0" actId="47"/>
        <pc:sldMkLst>
          <pc:docMk/>
          <pc:sldMk cId="0" sldId="463"/>
        </pc:sldMkLst>
      </pc:sldChg>
      <pc:sldChg chg="del">
        <pc:chgData name="Amanda Countryman" userId="0be1c61d-c610-49a2-ae7e-a4e60bd07712" providerId="ADAL" clId="{00873937-8841-4394-9081-668AB0E0F950}" dt="2026-08-25T01:56:09.522" v="0" actId="47"/>
        <pc:sldMkLst>
          <pc:docMk/>
          <pc:sldMk cId="0" sldId="464"/>
        </pc:sldMkLst>
      </pc:sldChg>
      <pc:sldChg chg="del">
        <pc:chgData name="Amanda Countryman" userId="0be1c61d-c610-49a2-ae7e-a4e60bd07712" providerId="ADAL" clId="{00873937-8841-4394-9081-668AB0E0F950}" dt="2026-08-25T01:56:09.522" v="0" actId="47"/>
        <pc:sldMkLst>
          <pc:docMk/>
          <pc:sldMk cId="0" sldId="465"/>
        </pc:sldMkLst>
      </pc:sldChg>
      <pc:sldChg chg="del">
        <pc:chgData name="Amanda Countryman" userId="0be1c61d-c610-49a2-ae7e-a4e60bd07712" providerId="ADAL" clId="{00873937-8841-4394-9081-668AB0E0F950}" dt="2026-08-25T01:56:09.522" v="0" actId="47"/>
        <pc:sldMkLst>
          <pc:docMk/>
          <pc:sldMk cId="0" sldId="466"/>
        </pc:sldMkLst>
      </pc:sldChg>
      <pc:sldChg chg="del">
        <pc:chgData name="Amanda Countryman" userId="0be1c61d-c610-49a2-ae7e-a4e60bd07712" providerId="ADAL" clId="{00873937-8841-4394-9081-668AB0E0F950}" dt="2026-08-25T01:56:09.522" v="0" actId="47"/>
        <pc:sldMkLst>
          <pc:docMk/>
          <pc:sldMk cId="0" sldId="467"/>
        </pc:sldMkLst>
      </pc:sldChg>
      <pc:sldChg chg="del">
        <pc:chgData name="Amanda Countryman" userId="0be1c61d-c610-49a2-ae7e-a4e60bd07712" providerId="ADAL" clId="{00873937-8841-4394-9081-668AB0E0F950}" dt="2026-08-25T01:56:09.522" v="0" actId="47"/>
        <pc:sldMkLst>
          <pc:docMk/>
          <pc:sldMk cId="0" sldId="468"/>
        </pc:sldMkLst>
      </pc:sldChg>
      <pc:sldChg chg="del">
        <pc:chgData name="Amanda Countryman" userId="0be1c61d-c610-49a2-ae7e-a4e60bd07712" providerId="ADAL" clId="{00873937-8841-4394-9081-668AB0E0F950}" dt="2026-08-25T01:56:09.522" v="0" actId="47"/>
        <pc:sldMkLst>
          <pc:docMk/>
          <pc:sldMk cId="0" sldId="469"/>
        </pc:sldMkLst>
      </pc:sldChg>
      <pc:sldChg chg="del">
        <pc:chgData name="Amanda Countryman" userId="0be1c61d-c610-49a2-ae7e-a4e60bd07712" providerId="ADAL" clId="{00873937-8841-4394-9081-668AB0E0F950}" dt="2026-08-25T01:56:09.522" v="0" actId="47"/>
        <pc:sldMkLst>
          <pc:docMk/>
          <pc:sldMk cId="0" sldId="470"/>
        </pc:sldMkLst>
      </pc:sldChg>
      <pc:sldChg chg="del">
        <pc:chgData name="Amanda Countryman" userId="0be1c61d-c610-49a2-ae7e-a4e60bd07712" providerId="ADAL" clId="{00873937-8841-4394-9081-668AB0E0F950}" dt="2026-08-25T01:56:09.522" v="0" actId="47"/>
        <pc:sldMkLst>
          <pc:docMk/>
          <pc:sldMk cId="0" sldId="471"/>
        </pc:sldMkLst>
      </pc:sldChg>
      <pc:sldChg chg="del">
        <pc:chgData name="Amanda Countryman" userId="0be1c61d-c610-49a2-ae7e-a4e60bd07712" providerId="ADAL" clId="{00873937-8841-4394-9081-668AB0E0F950}" dt="2026-08-25T01:56:09.522" v="0" actId="47"/>
        <pc:sldMkLst>
          <pc:docMk/>
          <pc:sldMk cId="0" sldId="472"/>
        </pc:sldMkLst>
      </pc:sldChg>
      <pc:sldChg chg="del">
        <pc:chgData name="Amanda Countryman" userId="0be1c61d-c610-49a2-ae7e-a4e60bd07712" providerId="ADAL" clId="{00873937-8841-4394-9081-668AB0E0F950}" dt="2026-08-25T01:56:09.522" v="0" actId="47"/>
        <pc:sldMkLst>
          <pc:docMk/>
          <pc:sldMk cId="0" sldId="473"/>
        </pc:sldMkLst>
      </pc:sldChg>
      <pc:sldChg chg="del">
        <pc:chgData name="Amanda Countryman" userId="0be1c61d-c610-49a2-ae7e-a4e60bd07712" providerId="ADAL" clId="{00873937-8841-4394-9081-668AB0E0F950}" dt="2026-08-25T01:56:09.522" v="0" actId="47"/>
        <pc:sldMkLst>
          <pc:docMk/>
          <pc:sldMk cId="0" sldId="474"/>
        </pc:sldMkLst>
      </pc:sldChg>
      <pc:sldChg chg="del">
        <pc:chgData name="Amanda Countryman" userId="0be1c61d-c610-49a2-ae7e-a4e60bd07712" providerId="ADAL" clId="{00873937-8841-4394-9081-668AB0E0F950}" dt="2026-08-25T01:56:09.522" v="0" actId="47"/>
        <pc:sldMkLst>
          <pc:docMk/>
          <pc:sldMk cId="0" sldId="475"/>
        </pc:sldMkLst>
      </pc:sldChg>
      <pc:sldChg chg="del">
        <pc:chgData name="Amanda Countryman" userId="0be1c61d-c610-49a2-ae7e-a4e60bd07712" providerId="ADAL" clId="{00873937-8841-4394-9081-668AB0E0F950}" dt="2026-08-25T01:56:09.522" v="0" actId="47"/>
        <pc:sldMkLst>
          <pc:docMk/>
          <pc:sldMk cId="0" sldId="476"/>
        </pc:sldMkLst>
      </pc:sldChg>
      <pc:sldChg chg="del">
        <pc:chgData name="Amanda Countryman" userId="0be1c61d-c610-49a2-ae7e-a4e60bd07712" providerId="ADAL" clId="{00873937-8841-4394-9081-668AB0E0F950}" dt="2026-08-25T01:56:09.522" v="0" actId="47"/>
        <pc:sldMkLst>
          <pc:docMk/>
          <pc:sldMk cId="0" sldId="477"/>
        </pc:sldMkLst>
      </pc:sldChg>
      <pc:sldChg chg="del">
        <pc:chgData name="Amanda Countryman" userId="0be1c61d-c610-49a2-ae7e-a4e60bd07712" providerId="ADAL" clId="{00873937-8841-4394-9081-668AB0E0F950}" dt="2026-08-25T01:56:09.522" v="0" actId="47"/>
        <pc:sldMkLst>
          <pc:docMk/>
          <pc:sldMk cId="0" sldId="478"/>
        </pc:sldMkLst>
      </pc:sldChg>
      <pc:sldChg chg="del">
        <pc:chgData name="Amanda Countryman" userId="0be1c61d-c610-49a2-ae7e-a4e60bd07712" providerId="ADAL" clId="{00873937-8841-4394-9081-668AB0E0F950}" dt="2026-08-25T01:56:09.522" v="0" actId="47"/>
        <pc:sldMkLst>
          <pc:docMk/>
          <pc:sldMk cId="0" sldId="479"/>
        </pc:sldMkLst>
      </pc:sldChg>
      <pc:sldChg chg="del">
        <pc:chgData name="Amanda Countryman" userId="0be1c61d-c610-49a2-ae7e-a4e60bd07712" providerId="ADAL" clId="{00873937-8841-4394-9081-668AB0E0F950}" dt="2026-08-25T01:56:09.522" v="0" actId="47"/>
        <pc:sldMkLst>
          <pc:docMk/>
          <pc:sldMk cId="0" sldId="480"/>
        </pc:sldMkLst>
      </pc:sldChg>
      <pc:sldChg chg="del">
        <pc:chgData name="Amanda Countryman" userId="0be1c61d-c610-49a2-ae7e-a4e60bd07712" providerId="ADAL" clId="{00873937-8841-4394-9081-668AB0E0F950}" dt="2026-08-25T01:56:09.522" v="0" actId="47"/>
        <pc:sldMkLst>
          <pc:docMk/>
          <pc:sldMk cId="0" sldId="481"/>
        </pc:sldMkLst>
      </pc:sldChg>
      <pc:sldChg chg="del">
        <pc:chgData name="Amanda Countryman" userId="0be1c61d-c610-49a2-ae7e-a4e60bd07712" providerId="ADAL" clId="{00873937-8841-4394-9081-668AB0E0F950}" dt="2026-08-25T01:56:09.522" v="0" actId="47"/>
        <pc:sldMkLst>
          <pc:docMk/>
          <pc:sldMk cId="0" sldId="482"/>
        </pc:sldMkLst>
      </pc:sldChg>
      <pc:sldChg chg="del">
        <pc:chgData name="Amanda Countryman" userId="0be1c61d-c610-49a2-ae7e-a4e60bd07712" providerId="ADAL" clId="{00873937-8841-4394-9081-668AB0E0F950}" dt="2026-08-25T01:56:09.522" v="0" actId="47"/>
        <pc:sldMkLst>
          <pc:docMk/>
          <pc:sldMk cId="0" sldId="483"/>
        </pc:sldMkLst>
      </pc:sldChg>
      <pc:sldChg chg="del">
        <pc:chgData name="Amanda Countryman" userId="0be1c61d-c610-49a2-ae7e-a4e60bd07712" providerId="ADAL" clId="{00873937-8841-4394-9081-668AB0E0F950}" dt="2026-08-25T01:56:09.522" v="0" actId="47"/>
        <pc:sldMkLst>
          <pc:docMk/>
          <pc:sldMk cId="0" sldId="484"/>
        </pc:sldMkLst>
      </pc:sldChg>
      <pc:sldChg chg="del">
        <pc:chgData name="Amanda Countryman" userId="0be1c61d-c610-49a2-ae7e-a4e60bd07712" providerId="ADAL" clId="{00873937-8841-4394-9081-668AB0E0F950}" dt="2026-08-25T01:56:09.522" v="0" actId="47"/>
        <pc:sldMkLst>
          <pc:docMk/>
          <pc:sldMk cId="0" sldId="485"/>
        </pc:sldMkLst>
      </pc:sldChg>
      <pc:sldChg chg="del">
        <pc:chgData name="Amanda Countryman" userId="0be1c61d-c610-49a2-ae7e-a4e60bd07712" providerId="ADAL" clId="{00873937-8841-4394-9081-668AB0E0F950}" dt="2026-08-25T01:56:09.522" v="0" actId="47"/>
        <pc:sldMkLst>
          <pc:docMk/>
          <pc:sldMk cId="0" sldId="486"/>
        </pc:sldMkLst>
      </pc:sldChg>
      <pc:sldChg chg="del">
        <pc:chgData name="Amanda Countryman" userId="0be1c61d-c610-49a2-ae7e-a4e60bd07712" providerId="ADAL" clId="{00873937-8841-4394-9081-668AB0E0F950}" dt="2026-08-25T01:56:09.522" v="0" actId="47"/>
        <pc:sldMkLst>
          <pc:docMk/>
          <pc:sldMk cId="0" sldId="487"/>
        </pc:sldMkLst>
      </pc:sldChg>
      <pc:sldChg chg="del">
        <pc:chgData name="Amanda Countryman" userId="0be1c61d-c610-49a2-ae7e-a4e60bd07712" providerId="ADAL" clId="{00873937-8841-4394-9081-668AB0E0F950}" dt="2026-08-25T01:56:09.522" v="0" actId="47"/>
        <pc:sldMkLst>
          <pc:docMk/>
          <pc:sldMk cId="0" sldId="488"/>
        </pc:sldMkLst>
      </pc:sldChg>
      <pc:sldChg chg="del">
        <pc:chgData name="Amanda Countryman" userId="0be1c61d-c610-49a2-ae7e-a4e60bd07712" providerId="ADAL" clId="{00873937-8841-4394-9081-668AB0E0F950}" dt="2026-08-25T01:56:09.522" v="0" actId="47"/>
        <pc:sldMkLst>
          <pc:docMk/>
          <pc:sldMk cId="0" sldId="489"/>
        </pc:sldMkLst>
      </pc:sldChg>
      <pc:sldChg chg="del">
        <pc:chgData name="Amanda Countryman" userId="0be1c61d-c610-49a2-ae7e-a4e60bd07712" providerId="ADAL" clId="{00873937-8841-4394-9081-668AB0E0F950}" dt="2026-08-25T01:56:09.522" v="0" actId="47"/>
        <pc:sldMkLst>
          <pc:docMk/>
          <pc:sldMk cId="0" sldId="490"/>
        </pc:sldMkLst>
      </pc:sldChg>
      <pc:sldChg chg="del">
        <pc:chgData name="Amanda Countryman" userId="0be1c61d-c610-49a2-ae7e-a4e60bd07712" providerId="ADAL" clId="{00873937-8841-4394-9081-668AB0E0F950}" dt="2026-08-25T01:56:09.522" v="0" actId="47"/>
        <pc:sldMkLst>
          <pc:docMk/>
          <pc:sldMk cId="0" sldId="491"/>
        </pc:sldMkLst>
      </pc:sldChg>
      <pc:sldChg chg="del">
        <pc:chgData name="Amanda Countryman" userId="0be1c61d-c610-49a2-ae7e-a4e60bd07712" providerId="ADAL" clId="{00873937-8841-4394-9081-668AB0E0F950}" dt="2026-08-25T01:56:09.522" v="0" actId="47"/>
        <pc:sldMkLst>
          <pc:docMk/>
          <pc:sldMk cId="0" sldId="492"/>
        </pc:sldMkLst>
      </pc:sldChg>
      <pc:sldChg chg="del">
        <pc:chgData name="Amanda Countryman" userId="0be1c61d-c610-49a2-ae7e-a4e60bd07712" providerId="ADAL" clId="{00873937-8841-4394-9081-668AB0E0F950}" dt="2026-08-25T01:56:09.522" v="0" actId="47"/>
        <pc:sldMkLst>
          <pc:docMk/>
          <pc:sldMk cId="0" sldId="493"/>
        </pc:sldMkLst>
      </pc:sldChg>
      <pc:sldChg chg="del">
        <pc:chgData name="Amanda Countryman" userId="0be1c61d-c610-49a2-ae7e-a4e60bd07712" providerId="ADAL" clId="{00873937-8841-4394-9081-668AB0E0F950}" dt="2026-08-25T01:56:09.522" v="0" actId="47"/>
        <pc:sldMkLst>
          <pc:docMk/>
          <pc:sldMk cId="0" sldId="494"/>
        </pc:sldMkLst>
      </pc:sldChg>
      <pc:sldChg chg="del">
        <pc:chgData name="Amanda Countryman" userId="0be1c61d-c610-49a2-ae7e-a4e60bd07712" providerId="ADAL" clId="{00873937-8841-4394-9081-668AB0E0F950}" dt="2026-08-25T01:56:09.522" v="0" actId="47"/>
        <pc:sldMkLst>
          <pc:docMk/>
          <pc:sldMk cId="0" sldId="495"/>
        </pc:sldMkLst>
      </pc:sldChg>
      <pc:sldChg chg="del">
        <pc:chgData name="Amanda Countryman" userId="0be1c61d-c610-49a2-ae7e-a4e60bd07712" providerId="ADAL" clId="{00873937-8841-4394-9081-668AB0E0F950}" dt="2026-08-25T01:56:09.522" v="0" actId="47"/>
        <pc:sldMkLst>
          <pc:docMk/>
          <pc:sldMk cId="0" sldId="496"/>
        </pc:sldMkLst>
      </pc:sldChg>
      <pc:sldChg chg="del">
        <pc:chgData name="Amanda Countryman" userId="0be1c61d-c610-49a2-ae7e-a4e60bd07712" providerId="ADAL" clId="{00873937-8841-4394-9081-668AB0E0F950}" dt="2026-08-25T01:56:09.522" v="0" actId="47"/>
        <pc:sldMkLst>
          <pc:docMk/>
          <pc:sldMk cId="0" sldId="497"/>
        </pc:sldMkLst>
      </pc:sldChg>
      <pc:sldChg chg="del">
        <pc:chgData name="Amanda Countryman" userId="0be1c61d-c610-49a2-ae7e-a4e60bd07712" providerId="ADAL" clId="{00873937-8841-4394-9081-668AB0E0F950}" dt="2026-08-25T01:56:09.522" v="0" actId="47"/>
        <pc:sldMkLst>
          <pc:docMk/>
          <pc:sldMk cId="0" sldId="498"/>
        </pc:sldMkLst>
      </pc:sldChg>
      <pc:sldChg chg="del">
        <pc:chgData name="Amanda Countryman" userId="0be1c61d-c610-49a2-ae7e-a4e60bd07712" providerId="ADAL" clId="{00873937-8841-4394-9081-668AB0E0F950}" dt="2026-08-25T01:56:09.522" v="0" actId="47"/>
        <pc:sldMkLst>
          <pc:docMk/>
          <pc:sldMk cId="0" sldId="499"/>
        </pc:sldMkLst>
      </pc:sldChg>
      <pc:sldChg chg="del">
        <pc:chgData name="Amanda Countryman" userId="0be1c61d-c610-49a2-ae7e-a4e60bd07712" providerId="ADAL" clId="{00873937-8841-4394-9081-668AB0E0F950}" dt="2026-08-25T01:56:09.522" v="0" actId="47"/>
        <pc:sldMkLst>
          <pc:docMk/>
          <pc:sldMk cId="0" sldId="500"/>
        </pc:sldMkLst>
      </pc:sldChg>
      <pc:sldChg chg="del">
        <pc:chgData name="Amanda Countryman" userId="0be1c61d-c610-49a2-ae7e-a4e60bd07712" providerId="ADAL" clId="{00873937-8841-4394-9081-668AB0E0F950}" dt="2026-08-25T01:56:09.522" v="0" actId="47"/>
        <pc:sldMkLst>
          <pc:docMk/>
          <pc:sldMk cId="0" sldId="501"/>
        </pc:sldMkLst>
      </pc:sldChg>
      <pc:sldChg chg="del">
        <pc:chgData name="Amanda Countryman" userId="0be1c61d-c610-49a2-ae7e-a4e60bd07712" providerId="ADAL" clId="{00873937-8841-4394-9081-668AB0E0F950}" dt="2026-08-25T01:56:09.522" v="0" actId="47"/>
        <pc:sldMkLst>
          <pc:docMk/>
          <pc:sldMk cId="0" sldId="502"/>
        </pc:sldMkLst>
      </pc:sldChg>
      <pc:sldChg chg="del">
        <pc:chgData name="Amanda Countryman" userId="0be1c61d-c610-49a2-ae7e-a4e60bd07712" providerId="ADAL" clId="{00873937-8841-4394-9081-668AB0E0F950}" dt="2026-08-25T01:56:09.522" v="0" actId="47"/>
        <pc:sldMkLst>
          <pc:docMk/>
          <pc:sldMk cId="0" sldId="503"/>
        </pc:sldMkLst>
      </pc:sldChg>
      <pc:sldChg chg="del">
        <pc:chgData name="Amanda Countryman" userId="0be1c61d-c610-49a2-ae7e-a4e60bd07712" providerId="ADAL" clId="{00873937-8841-4394-9081-668AB0E0F950}" dt="2026-08-25T01:56:09.522" v="0" actId="47"/>
        <pc:sldMkLst>
          <pc:docMk/>
          <pc:sldMk cId="0" sldId="504"/>
        </pc:sldMkLst>
      </pc:sldChg>
      <pc:sldChg chg="del">
        <pc:chgData name="Amanda Countryman" userId="0be1c61d-c610-49a2-ae7e-a4e60bd07712" providerId="ADAL" clId="{00873937-8841-4394-9081-668AB0E0F950}" dt="2026-08-25T01:56:09.522" v="0" actId="47"/>
        <pc:sldMkLst>
          <pc:docMk/>
          <pc:sldMk cId="0" sldId="505"/>
        </pc:sldMkLst>
      </pc:sldChg>
      <pc:sldChg chg="del">
        <pc:chgData name="Amanda Countryman" userId="0be1c61d-c610-49a2-ae7e-a4e60bd07712" providerId="ADAL" clId="{00873937-8841-4394-9081-668AB0E0F950}" dt="2026-08-25T01:56:09.522" v="0" actId="47"/>
        <pc:sldMkLst>
          <pc:docMk/>
          <pc:sldMk cId="0" sldId="506"/>
        </pc:sldMkLst>
      </pc:sldChg>
      <pc:sldChg chg="del">
        <pc:chgData name="Amanda Countryman" userId="0be1c61d-c610-49a2-ae7e-a4e60bd07712" providerId="ADAL" clId="{00873937-8841-4394-9081-668AB0E0F950}" dt="2026-08-25T01:56:09.522" v="0" actId="47"/>
        <pc:sldMkLst>
          <pc:docMk/>
          <pc:sldMk cId="0" sldId="507"/>
        </pc:sldMkLst>
      </pc:sldChg>
      <pc:sldChg chg="del">
        <pc:chgData name="Amanda Countryman" userId="0be1c61d-c610-49a2-ae7e-a4e60bd07712" providerId="ADAL" clId="{00873937-8841-4394-9081-668AB0E0F950}" dt="2026-08-25T01:56:09.522" v="0" actId="47"/>
        <pc:sldMkLst>
          <pc:docMk/>
          <pc:sldMk cId="0" sldId="508"/>
        </pc:sldMkLst>
      </pc:sldChg>
      <pc:sldChg chg="del">
        <pc:chgData name="Amanda Countryman" userId="0be1c61d-c610-49a2-ae7e-a4e60bd07712" providerId="ADAL" clId="{00873937-8841-4394-9081-668AB0E0F950}" dt="2026-08-25T01:56:09.522" v="0" actId="47"/>
        <pc:sldMkLst>
          <pc:docMk/>
          <pc:sldMk cId="0" sldId="509"/>
        </pc:sldMkLst>
      </pc:sldChg>
      <pc:sldChg chg="del">
        <pc:chgData name="Amanda Countryman" userId="0be1c61d-c610-49a2-ae7e-a4e60bd07712" providerId="ADAL" clId="{00873937-8841-4394-9081-668AB0E0F950}" dt="2026-08-25T01:56:09.522" v="0" actId="47"/>
        <pc:sldMkLst>
          <pc:docMk/>
          <pc:sldMk cId="0" sldId="510"/>
        </pc:sldMkLst>
      </pc:sldChg>
      <pc:sldChg chg="del">
        <pc:chgData name="Amanda Countryman" userId="0be1c61d-c610-49a2-ae7e-a4e60bd07712" providerId="ADAL" clId="{00873937-8841-4394-9081-668AB0E0F950}" dt="2026-08-25T01:56:09.522" v="0" actId="47"/>
        <pc:sldMkLst>
          <pc:docMk/>
          <pc:sldMk cId="0" sldId="511"/>
        </pc:sldMkLst>
      </pc:sldChg>
      <pc:sldChg chg="del">
        <pc:chgData name="Amanda Countryman" userId="0be1c61d-c610-49a2-ae7e-a4e60bd07712" providerId="ADAL" clId="{00873937-8841-4394-9081-668AB0E0F950}" dt="2026-08-25T01:56:09.522" v="0" actId="47"/>
        <pc:sldMkLst>
          <pc:docMk/>
          <pc:sldMk cId="0" sldId="512"/>
        </pc:sldMkLst>
      </pc:sldChg>
      <pc:sldChg chg="del">
        <pc:chgData name="Amanda Countryman" userId="0be1c61d-c610-49a2-ae7e-a4e60bd07712" providerId="ADAL" clId="{00873937-8841-4394-9081-668AB0E0F950}" dt="2026-08-25T01:56:09.522" v="0" actId="47"/>
        <pc:sldMkLst>
          <pc:docMk/>
          <pc:sldMk cId="0" sldId="513"/>
        </pc:sldMkLst>
      </pc:sldChg>
      <pc:sldChg chg="del">
        <pc:chgData name="Amanda Countryman" userId="0be1c61d-c610-49a2-ae7e-a4e60bd07712" providerId="ADAL" clId="{00873937-8841-4394-9081-668AB0E0F950}" dt="2026-08-25T01:56:09.522" v="0" actId="47"/>
        <pc:sldMkLst>
          <pc:docMk/>
          <pc:sldMk cId="0" sldId="514"/>
        </pc:sldMkLst>
      </pc:sldChg>
      <pc:sldChg chg="del">
        <pc:chgData name="Amanda Countryman" userId="0be1c61d-c610-49a2-ae7e-a4e60bd07712" providerId="ADAL" clId="{00873937-8841-4394-9081-668AB0E0F950}" dt="2026-08-25T01:56:09.522" v="0" actId="47"/>
        <pc:sldMkLst>
          <pc:docMk/>
          <pc:sldMk cId="0" sldId="515"/>
        </pc:sldMkLst>
      </pc:sldChg>
      <pc:sldChg chg="del">
        <pc:chgData name="Amanda Countryman" userId="0be1c61d-c610-49a2-ae7e-a4e60bd07712" providerId="ADAL" clId="{00873937-8841-4394-9081-668AB0E0F950}" dt="2026-08-25T01:56:09.522" v="0" actId="47"/>
        <pc:sldMkLst>
          <pc:docMk/>
          <pc:sldMk cId="0" sldId="516"/>
        </pc:sldMkLst>
      </pc:sldChg>
      <pc:sldChg chg="del">
        <pc:chgData name="Amanda Countryman" userId="0be1c61d-c610-49a2-ae7e-a4e60bd07712" providerId="ADAL" clId="{00873937-8841-4394-9081-668AB0E0F950}" dt="2026-08-25T01:56:09.522" v="0" actId="47"/>
        <pc:sldMkLst>
          <pc:docMk/>
          <pc:sldMk cId="0" sldId="518"/>
        </pc:sldMkLst>
      </pc:sldChg>
      <pc:sldChg chg="del">
        <pc:chgData name="Amanda Countryman" userId="0be1c61d-c610-49a2-ae7e-a4e60bd07712" providerId="ADAL" clId="{00873937-8841-4394-9081-668AB0E0F950}" dt="2026-08-25T01:56:09.522" v="0" actId="47"/>
        <pc:sldMkLst>
          <pc:docMk/>
          <pc:sldMk cId="0" sldId="519"/>
        </pc:sldMkLst>
      </pc:sldChg>
      <pc:sldChg chg="del">
        <pc:chgData name="Amanda Countryman" userId="0be1c61d-c610-49a2-ae7e-a4e60bd07712" providerId="ADAL" clId="{00873937-8841-4394-9081-668AB0E0F950}" dt="2026-08-25T01:56:09.522" v="0" actId="47"/>
        <pc:sldMkLst>
          <pc:docMk/>
          <pc:sldMk cId="0" sldId="520"/>
        </pc:sldMkLst>
      </pc:sldChg>
      <pc:sldChg chg="del">
        <pc:chgData name="Amanda Countryman" userId="0be1c61d-c610-49a2-ae7e-a4e60bd07712" providerId="ADAL" clId="{00873937-8841-4394-9081-668AB0E0F950}" dt="2026-08-25T01:56:09.522" v="0" actId="47"/>
        <pc:sldMkLst>
          <pc:docMk/>
          <pc:sldMk cId="0" sldId="521"/>
        </pc:sldMkLst>
      </pc:sldChg>
      <pc:sldChg chg="del">
        <pc:chgData name="Amanda Countryman" userId="0be1c61d-c610-49a2-ae7e-a4e60bd07712" providerId="ADAL" clId="{00873937-8841-4394-9081-668AB0E0F950}" dt="2026-08-25T01:56:09.522" v="0" actId="47"/>
        <pc:sldMkLst>
          <pc:docMk/>
          <pc:sldMk cId="0" sldId="522"/>
        </pc:sldMkLst>
      </pc:sldChg>
      <pc:sldChg chg="del">
        <pc:chgData name="Amanda Countryman" userId="0be1c61d-c610-49a2-ae7e-a4e60bd07712" providerId="ADAL" clId="{00873937-8841-4394-9081-668AB0E0F950}" dt="2026-08-25T01:56:09.522" v="0" actId="47"/>
        <pc:sldMkLst>
          <pc:docMk/>
          <pc:sldMk cId="0" sldId="523"/>
        </pc:sldMkLst>
      </pc:sldChg>
      <pc:sldChg chg="del">
        <pc:chgData name="Amanda Countryman" userId="0be1c61d-c610-49a2-ae7e-a4e60bd07712" providerId="ADAL" clId="{00873937-8841-4394-9081-668AB0E0F950}" dt="2026-08-25T01:56:09.522" v="0" actId="47"/>
        <pc:sldMkLst>
          <pc:docMk/>
          <pc:sldMk cId="0" sldId="524"/>
        </pc:sldMkLst>
      </pc:sldChg>
      <pc:sldChg chg="del">
        <pc:chgData name="Amanda Countryman" userId="0be1c61d-c610-49a2-ae7e-a4e60bd07712" providerId="ADAL" clId="{00873937-8841-4394-9081-668AB0E0F950}" dt="2026-08-25T01:56:09.522" v="0" actId="47"/>
        <pc:sldMkLst>
          <pc:docMk/>
          <pc:sldMk cId="0" sldId="525"/>
        </pc:sldMkLst>
      </pc:sldChg>
      <pc:sldChg chg="del">
        <pc:chgData name="Amanda Countryman" userId="0be1c61d-c610-49a2-ae7e-a4e60bd07712" providerId="ADAL" clId="{00873937-8841-4394-9081-668AB0E0F950}" dt="2026-08-25T01:56:09.522" v="0" actId="47"/>
        <pc:sldMkLst>
          <pc:docMk/>
          <pc:sldMk cId="0" sldId="526"/>
        </pc:sldMkLst>
      </pc:sldChg>
      <pc:sldChg chg="del">
        <pc:chgData name="Amanda Countryman" userId="0be1c61d-c610-49a2-ae7e-a4e60bd07712" providerId="ADAL" clId="{00873937-8841-4394-9081-668AB0E0F950}" dt="2026-08-25T01:56:09.522" v="0" actId="47"/>
        <pc:sldMkLst>
          <pc:docMk/>
          <pc:sldMk cId="0" sldId="527"/>
        </pc:sldMkLst>
      </pc:sldChg>
      <pc:sldChg chg="del">
        <pc:chgData name="Amanda Countryman" userId="0be1c61d-c610-49a2-ae7e-a4e60bd07712" providerId="ADAL" clId="{00873937-8841-4394-9081-668AB0E0F950}" dt="2026-08-25T01:56:09.522" v="0" actId="47"/>
        <pc:sldMkLst>
          <pc:docMk/>
          <pc:sldMk cId="0" sldId="528"/>
        </pc:sldMkLst>
      </pc:sldChg>
      <pc:sldChg chg="del">
        <pc:chgData name="Amanda Countryman" userId="0be1c61d-c610-49a2-ae7e-a4e60bd07712" providerId="ADAL" clId="{00873937-8841-4394-9081-668AB0E0F950}" dt="2026-08-25T01:56:09.522" v="0" actId="47"/>
        <pc:sldMkLst>
          <pc:docMk/>
          <pc:sldMk cId="0" sldId="529"/>
        </pc:sldMkLst>
      </pc:sldChg>
      <pc:sldChg chg="del">
        <pc:chgData name="Amanda Countryman" userId="0be1c61d-c610-49a2-ae7e-a4e60bd07712" providerId="ADAL" clId="{00873937-8841-4394-9081-668AB0E0F950}" dt="2026-08-25T01:56:09.522" v="0" actId="47"/>
        <pc:sldMkLst>
          <pc:docMk/>
          <pc:sldMk cId="0" sldId="530"/>
        </pc:sldMkLst>
      </pc:sldChg>
      <pc:sldChg chg="del">
        <pc:chgData name="Amanda Countryman" userId="0be1c61d-c610-49a2-ae7e-a4e60bd07712" providerId="ADAL" clId="{00873937-8841-4394-9081-668AB0E0F950}" dt="2026-08-25T01:56:09.522" v="0" actId="47"/>
        <pc:sldMkLst>
          <pc:docMk/>
          <pc:sldMk cId="0" sldId="531"/>
        </pc:sldMkLst>
      </pc:sldChg>
      <pc:sldChg chg="del">
        <pc:chgData name="Amanda Countryman" userId="0be1c61d-c610-49a2-ae7e-a4e60bd07712" providerId="ADAL" clId="{00873937-8841-4394-9081-668AB0E0F950}" dt="2026-08-25T01:56:09.522" v="0" actId="47"/>
        <pc:sldMkLst>
          <pc:docMk/>
          <pc:sldMk cId="0" sldId="532"/>
        </pc:sldMkLst>
      </pc:sldChg>
      <pc:sldChg chg="del">
        <pc:chgData name="Amanda Countryman" userId="0be1c61d-c610-49a2-ae7e-a4e60bd07712" providerId="ADAL" clId="{00873937-8841-4394-9081-668AB0E0F950}" dt="2026-08-25T01:56:09.522" v="0" actId="47"/>
        <pc:sldMkLst>
          <pc:docMk/>
          <pc:sldMk cId="0" sldId="533"/>
        </pc:sldMkLst>
      </pc:sldChg>
      <pc:sldChg chg="del">
        <pc:chgData name="Amanda Countryman" userId="0be1c61d-c610-49a2-ae7e-a4e60bd07712" providerId="ADAL" clId="{00873937-8841-4394-9081-668AB0E0F950}" dt="2026-08-25T01:56:09.522" v="0" actId="47"/>
        <pc:sldMkLst>
          <pc:docMk/>
          <pc:sldMk cId="0" sldId="534"/>
        </pc:sldMkLst>
      </pc:sldChg>
      <pc:sldChg chg="del">
        <pc:chgData name="Amanda Countryman" userId="0be1c61d-c610-49a2-ae7e-a4e60bd07712" providerId="ADAL" clId="{00873937-8841-4394-9081-668AB0E0F950}" dt="2026-08-25T01:56:09.522" v="0" actId="47"/>
        <pc:sldMkLst>
          <pc:docMk/>
          <pc:sldMk cId="0" sldId="535"/>
        </pc:sldMkLst>
      </pc:sldChg>
      <pc:sldChg chg="del">
        <pc:chgData name="Amanda Countryman" userId="0be1c61d-c610-49a2-ae7e-a4e60bd07712" providerId="ADAL" clId="{00873937-8841-4394-9081-668AB0E0F950}" dt="2026-08-25T01:56:09.522" v="0" actId="47"/>
        <pc:sldMkLst>
          <pc:docMk/>
          <pc:sldMk cId="0" sldId="536"/>
        </pc:sldMkLst>
      </pc:sldChg>
      <pc:sldChg chg="del">
        <pc:chgData name="Amanda Countryman" userId="0be1c61d-c610-49a2-ae7e-a4e60bd07712" providerId="ADAL" clId="{00873937-8841-4394-9081-668AB0E0F950}" dt="2026-08-25T01:56:09.522" v="0" actId="47"/>
        <pc:sldMkLst>
          <pc:docMk/>
          <pc:sldMk cId="0" sldId="537"/>
        </pc:sldMkLst>
      </pc:sldChg>
      <pc:sldChg chg="del">
        <pc:chgData name="Amanda Countryman" userId="0be1c61d-c610-49a2-ae7e-a4e60bd07712" providerId="ADAL" clId="{00873937-8841-4394-9081-668AB0E0F950}" dt="2026-08-25T01:56:09.522" v="0" actId="47"/>
        <pc:sldMkLst>
          <pc:docMk/>
          <pc:sldMk cId="0" sldId="538"/>
        </pc:sldMkLst>
      </pc:sldChg>
      <pc:sldChg chg="del">
        <pc:chgData name="Amanda Countryman" userId="0be1c61d-c610-49a2-ae7e-a4e60bd07712" providerId="ADAL" clId="{00873937-8841-4394-9081-668AB0E0F950}" dt="2026-08-25T01:56:09.522" v="0" actId="47"/>
        <pc:sldMkLst>
          <pc:docMk/>
          <pc:sldMk cId="0" sldId="539"/>
        </pc:sldMkLst>
      </pc:sldChg>
      <pc:sldChg chg="del">
        <pc:chgData name="Amanda Countryman" userId="0be1c61d-c610-49a2-ae7e-a4e60bd07712" providerId="ADAL" clId="{00873937-8841-4394-9081-668AB0E0F950}" dt="2026-08-25T01:56:09.522" v="0" actId="47"/>
        <pc:sldMkLst>
          <pc:docMk/>
          <pc:sldMk cId="0" sldId="540"/>
        </pc:sldMkLst>
      </pc:sldChg>
      <pc:sldChg chg="del">
        <pc:chgData name="Amanda Countryman" userId="0be1c61d-c610-49a2-ae7e-a4e60bd07712" providerId="ADAL" clId="{00873937-8841-4394-9081-668AB0E0F950}" dt="2026-08-25T01:56:09.522" v="0" actId="47"/>
        <pc:sldMkLst>
          <pc:docMk/>
          <pc:sldMk cId="0" sldId="541"/>
        </pc:sldMkLst>
      </pc:sldChg>
      <pc:sldChg chg="del">
        <pc:chgData name="Amanda Countryman" userId="0be1c61d-c610-49a2-ae7e-a4e60bd07712" providerId="ADAL" clId="{00873937-8841-4394-9081-668AB0E0F950}" dt="2026-08-25T01:56:09.522" v="0" actId="47"/>
        <pc:sldMkLst>
          <pc:docMk/>
          <pc:sldMk cId="0" sldId="542"/>
        </pc:sldMkLst>
      </pc:sldChg>
      <pc:sldChg chg="del">
        <pc:chgData name="Amanda Countryman" userId="0be1c61d-c610-49a2-ae7e-a4e60bd07712" providerId="ADAL" clId="{00873937-8841-4394-9081-668AB0E0F950}" dt="2026-08-25T01:56:09.522" v="0" actId="47"/>
        <pc:sldMkLst>
          <pc:docMk/>
          <pc:sldMk cId="0" sldId="543"/>
        </pc:sldMkLst>
      </pc:sldChg>
      <pc:sldChg chg="del">
        <pc:chgData name="Amanda Countryman" userId="0be1c61d-c610-49a2-ae7e-a4e60bd07712" providerId="ADAL" clId="{00873937-8841-4394-9081-668AB0E0F950}" dt="2026-08-25T01:56:09.522" v="0" actId="47"/>
        <pc:sldMkLst>
          <pc:docMk/>
          <pc:sldMk cId="0" sldId="544"/>
        </pc:sldMkLst>
      </pc:sldChg>
      <pc:sldChg chg="del">
        <pc:chgData name="Amanda Countryman" userId="0be1c61d-c610-49a2-ae7e-a4e60bd07712" providerId="ADAL" clId="{00873937-8841-4394-9081-668AB0E0F950}" dt="2026-08-25T01:56:09.522" v="0" actId="47"/>
        <pc:sldMkLst>
          <pc:docMk/>
          <pc:sldMk cId="0" sldId="545"/>
        </pc:sldMkLst>
      </pc:sldChg>
      <pc:sldChg chg="del">
        <pc:chgData name="Amanda Countryman" userId="0be1c61d-c610-49a2-ae7e-a4e60bd07712" providerId="ADAL" clId="{00873937-8841-4394-9081-668AB0E0F950}" dt="2026-08-25T01:57:14.459" v="1" actId="47"/>
        <pc:sldMkLst>
          <pc:docMk/>
          <pc:sldMk cId="0" sldId="546"/>
        </pc:sldMkLst>
      </pc:sldChg>
      <pc:sldChg chg="del">
        <pc:chgData name="Amanda Countryman" userId="0be1c61d-c610-49a2-ae7e-a4e60bd07712" providerId="ADAL" clId="{00873937-8841-4394-9081-668AB0E0F950}" dt="2026-08-25T01:57:14.459" v="1" actId="47"/>
        <pc:sldMkLst>
          <pc:docMk/>
          <pc:sldMk cId="0" sldId="547"/>
        </pc:sldMkLst>
      </pc:sldChg>
      <pc:sldChg chg="del">
        <pc:chgData name="Amanda Countryman" userId="0be1c61d-c610-49a2-ae7e-a4e60bd07712" providerId="ADAL" clId="{00873937-8841-4394-9081-668AB0E0F950}" dt="2026-08-25T01:57:14.459" v="1" actId="47"/>
        <pc:sldMkLst>
          <pc:docMk/>
          <pc:sldMk cId="0" sldId="548"/>
        </pc:sldMkLst>
      </pc:sldChg>
      <pc:sldChg chg="del">
        <pc:chgData name="Amanda Countryman" userId="0be1c61d-c610-49a2-ae7e-a4e60bd07712" providerId="ADAL" clId="{00873937-8841-4394-9081-668AB0E0F950}" dt="2026-08-25T01:57:14.459" v="1" actId="47"/>
        <pc:sldMkLst>
          <pc:docMk/>
          <pc:sldMk cId="0" sldId="549"/>
        </pc:sldMkLst>
      </pc:sldChg>
      <pc:sldChg chg="del">
        <pc:chgData name="Amanda Countryman" userId="0be1c61d-c610-49a2-ae7e-a4e60bd07712" providerId="ADAL" clId="{00873937-8841-4394-9081-668AB0E0F950}" dt="2026-08-25T01:57:14.459" v="1" actId="47"/>
        <pc:sldMkLst>
          <pc:docMk/>
          <pc:sldMk cId="0" sldId="550"/>
        </pc:sldMkLst>
      </pc:sldChg>
      <pc:sldChg chg="del">
        <pc:chgData name="Amanda Countryman" userId="0be1c61d-c610-49a2-ae7e-a4e60bd07712" providerId="ADAL" clId="{00873937-8841-4394-9081-668AB0E0F950}" dt="2026-08-25T01:57:14.459" v="1" actId="47"/>
        <pc:sldMkLst>
          <pc:docMk/>
          <pc:sldMk cId="0" sldId="551"/>
        </pc:sldMkLst>
      </pc:sldChg>
      <pc:sldChg chg="del">
        <pc:chgData name="Amanda Countryman" userId="0be1c61d-c610-49a2-ae7e-a4e60bd07712" providerId="ADAL" clId="{00873937-8841-4394-9081-668AB0E0F950}" dt="2026-08-25T01:57:14.459" v="1" actId="47"/>
        <pc:sldMkLst>
          <pc:docMk/>
          <pc:sldMk cId="0" sldId="552"/>
        </pc:sldMkLst>
      </pc:sldChg>
      <pc:sldChg chg="del">
        <pc:chgData name="Amanda Countryman" userId="0be1c61d-c610-49a2-ae7e-a4e60bd07712" providerId="ADAL" clId="{00873937-8841-4394-9081-668AB0E0F950}" dt="2026-08-25T01:57:14.459" v="1" actId="47"/>
        <pc:sldMkLst>
          <pc:docMk/>
          <pc:sldMk cId="0" sldId="553"/>
        </pc:sldMkLst>
      </pc:sldChg>
      <pc:sldChg chg="del">
        <pc:chgData name="Amanda Countryman" userId="0be1c61d-c610-49a2-ae7e-a4e60bd07712" providerId="ADAL" clId="{00873937-8841-4394-9081-668AB0E0F950}" dt="2026-08-25T01:57:14.459" v="1" actId="47"/>
        <pc:sldMkLst>
          <pc:docMk/>
          <pc:sldMk cId="0" sldId="554"/>
        </pc:sldMkLst>
      </pc:sldChg>
      <pc:sldChg chg="del">
        <pc:chgData name="Amanda Countryman" userId="0be1c61d-c610-49a2-ae7e-a4e60bd07712" providerId="ADAL" clId="{00873937-8841-4394-9081-668AB0E0F950}" dt="2026-08-25T01:57:14.459" v="1" actId="47"/>
        <pc:sldMkLst>
          <pc:docMk/>
          <pc:sldMk cId="0" sldId="555"/>
        </pc:sldMkLst>
      </pc:sldChg>
      <pc:sldChg chg="del">
        <pc:chgData name="Amanda Countryman" userId="0be1c61d-c610-49a2-ae7e-a4e60bd07712" providerId="ADAL" clId="{00873937-8841-4394-9081-668AB0E0F950}" dt="2026-08-25T01:57:14.459" v="1" actId="47"/>
        <pc:sldMkLst>
          <pc:docMk/>
          <pc:sldMk cId="0" sldId="574"/>
        </pc:sldMkLst>
      </pc:sldChg>
      <pc:sldChg chg="del">
        <pc:chgData name="Amanda Countryman" userId="0be1c61d-c610-49a2-ae7e-a4e60bd07712" providerId="ADAL" clId="{00873937-8841-4394-9081-668AB0E0F950}" dt="2026-08-25T01:57:14.459" v="1" actId="47"/>
        <pc:sldMkLst>
          <pc:docMk/>
          <pc:sldMk cId="0" sldId="575"/>
        </pc:sldMkLst>
      </pc:sldChg>
      <pc:sldChg chg="del">
        <pc:chgData name="Amanda Countryman" userId="0be1c61d-c610-49a2-ae7e-a4e60bd07712" providerId="ADAL" clId="{00873937-8841-4394-9081-668AB0E0F950}" dt="2026-08-25T01:57:14.459" v="1" actId="47"/>
        <pc:sldMkLst>
          <pc:docMk/>
          <pc:sldMk cId="0" sldId="576"/>
        </pc:sldMkLst>
      </pc:sldChg>
      <pc:sldChg chg="del">
        <pc:chgData name="Amanda Countryman" userId="0be1c61d-c610-49a2-ae7e-a4e60bd07712" providerId="ADAL" clId="{00873937-8841-4394-9081-668AB0E0F950}" dt="2026-08-25T01:57:14.459" v="1" actId="47"/>
        <pc:sldMkLst>
          <pc:docMk/>
          <pc:sldMk cId="0" sldId="577"/>
        </pc:sldMkLst>
      </pc:sldChg>
      <pc:sldChg chg="del">
        <pc:chgData name="Amanda Countryman" userId="0be1c61d-c610-49a2-ae7e-a4e60bd07712" providerId="ADAL" clId="{00873937-8841-4394-9081-668AB0E0F950}" dt="2026-08-25T01:57:14.459" v="1" actId="47"/>
        <pc:sldMkLst>
          <pc:docMk/>
          <pc:sldMk cId="0" sldId="578"/>
        </pc:sldMkLst>
      </pc:sldChg>
      <pc:sldChg chg="del">
        <pc:chgData name="Amanda Countryman" userId="0be1c61d-c610-49a2-ae7e-a4e60bd07712" providerId="ADAL" clId="{00873937-8841-4394-9081-668AB0E0F950}" dt="2026-08-25T01:57:14.459" v="1" actId="47"/>
        <pc:sldMkLst>
          <pc:docMk/>
          <pc:sldMk cId="0" sldId="579"/>
        </pc:sldMkLst>
      </pc:sldChg>
      <pc:sldChg chg="del">
        <pc:chgData name="Amanda Countryman" userId="0be1c61d-c610-49a2-ae7e-a4e60bd07712" providerId="ADAL" clId="{00873937-8841-4394-9081-668AB0E0F950}" dt="2026-08-25T01:57:14.459" v="1" actId="47"/>
        <pc:sldMkLst>
          <pc:docMk/>
          <pc:sldMk cId="0" sldId="580"/>
        </pc:sldMkLst>
      </pc:sldChg>
      <pc:sldChg chg="del">
        <pc:chgData name="Amanda Countryman" userId="0be1c61d-c610-49a2-ae7e-a4e60bd07712" providerId="ADAL" clId="{00873937-8841-4394-9081-668AB0E0F950}" dt="2026-08-25T01:57:14.459" v="1" actId="47"/>
        <pc:sldMkLst>
          <pc:docMk/>
          <pc:sldMk cId="0" sldId="581"/>
        </pc:sldMkLst>
      </pc:sldChg>
      <pc:sldChg chg="del">
        <pc:chgData name="Amanda Countryman" userId="0be1c61d-c610-49a2-ae7e-a4e60bd07712" providerId="ADAL" clId="{00873937-8841-4394-9081-668AB0E0F950}" dt="2026-08-25T01:57:14.459" v="1" actId="47"/>
        <pc:sldMkLst>
          <pc:docMk/>
          <pc:sldMk cId="0" sldId="582"/>
        </pc:sldMkLst>
      </pc:sldChg>
      <pc:sldChg chg="del">
        <pc:chgData name="Amanda Countryman" userId="0be1c61d-c610-49a2-ae7e-a4e60bd07712" providerId="ADAL" clId="{00873937-8841-4394-9081-668AB0E0F950}" dt="2026-08-25T01:57:14.459" v="1" actId="47"/>
        <pc:sldMkLst>
          <pc:docMk/>
          <pc:sldMk cId="0" sldId="583"/>
        </pc:sldMkLst>
      </pc:sldChg>
      <pc:sldChg chg="del">
        <pc:chgData name="Amanda Countryman" userId="0be1c61d-c610-49a2-ae7e-a4e60bd07712" providerId="ADAL" clId="{00873937-8841-4394-9081-668AB0E0F950}" dt="2026-08-25T01:57:14.459" v="1" actId="47"/>
        <pc:sldMkLst>
          <pc:docMk/>
          <pc:sldMk cId="0" sldId="584"/>
        </pc:sldMkLst>
      </pc:sldChg>
      <pc:sldChg chg="del">
        <pc:chgData name="Amanda Countryman" userId="0be1c61d-c610-49a2-ae7e-a4e60bd07712" providerId="ADAL" clId="{00873937-8841-4394-9081-668AB0E0F950}" dt="2026-08-25T01:57:14.459" v="1" actId="47"/>
        <pc:sldMkLst>
          <pc:docMk/>
          <pc:sldMk cId="0" sldId="585"/>
        </pc:sldMkLst>
      </pc:sldChg>
      <pc:sldChg chg="del">
        <pc:chgData name="Amanda Countryman" userId="0be1c61d-c610-49a2-ae7e-a4e60bd07712" providerId="ADAL" clId="{00873937-8841-4394-9081-668AB0E0F950}" dt="2026-08-25T01:57:14.459" v="1" actId="47"/>
        <pc:sldMkLst>
          <pc:docMk/>
          <pc:sldMk cId="0" sldId="586"/>
        </pc:sldMkLst>
      </pc:sldChg>
      <pc:sldChg chg="del">
        <pc:chgData name="Amanda Countryman" userId="0be1c61d-c610-49a2-ae7e-a4e60bd07712" providerId="ADAL" clId="{00873937-8841-4394-9081-668AB0E0F950}" dt="2026-08-25T01:57:14.459" v="1" actId="47"/>
        <pc:sldMkLst>
          <pc:docMk/>
          <pc:sldMk cId="0" sldId="587"/>
        </pc:sldMkLst>
      </pc:sldChg>
      <pc:sldChg chg="del">
        <pc:chgData name="Amanda Countryman" userId="0be1c61d-c610-49a2-ae7e-a4e60bd07712" providerId="ADAL" clId="{00873937-8841-4394-9081-668AB0E0F950}" dt="2026-08-25T01:57:14.459" v="1" actId="47"/>
        <pc:sldMkLst>
          <pc:docMk/>
          <pc:sldMk cId="0" sldId="588"/>
        </pc:sldMkLst>
      </pc:sldChg>
      <pc:sldChg chg="del">
        <pc:chgData name="Amanda Countryman" userId="0be1c61d-c610-49a2-ae7e-a4e60bd07712" providerId="ADAL" clId="{00873937-8841-4394-9081-668AB0E0F950}" dt="2026-08-25T01:57:14.459" v="1" actId="47"/>
        <pc:sldMkLst>
          <pc:docMk/>
          <pc:sldMk cId="0" sldId="589"/>
        </pc:sldMkLst>
      </pc:sldChg>
      <pc:sldChg chg="del">
        <pc:chgData name="Amanda Countryman" userId="0be1c61d-c610-49a2-ae7e-a4e60bd07712" providerId="ADAL" clId="{00873937-8841-4394-9081-668AB0E0F950}" dt="2026-08-25T01:57:14.459" v="1" actId="47"/>
        <pc:sldMkLst>
          <pc:docMk/>
          <pc:sldMk cId="0" sldId="590"/>
        </pc:sldMkLst>
      </pc:sldChg>
      <pc:sldChg chg="del">
        <pc:chgData name="Amanda Countryman" userId="0be1c61d-c610-49a2-ae7e-a4e60bd07712" providerId="ADAL" clId="{00873937-8841-4394-9081-668AB0E0F950}" dt="2026-08-25T01:57:14.459" v="1" actId="47"/>
        <pc:sldMkLst>
          <pc:docMk/>
          <pc:sldMk cId="0" sldId="591"/>
        </pc:sldMkLst>
      </pc:sldChg>
      <pc:sldChg chg="del">
        <pc:chgData name="Amanda Countryman" userId="0be1c61d-c610-49a2-ae7e-a4e60bd07712" providerId="ADAL" clId="{00873937-8841-4394-9081-668AB0E0F950}" dt="2026-08-25T01:57:14.459" v="1" actId="47"/>
        <pc:sldMkLst>
          <pc:docMk/>
          <pc:sldMk cId="0" sldId="592"/>
        </pc:sldMkLst>
      </pc:sldChg>
      <pc:sldChg chg="del">
        <pc:chgData name="Amanda Countryman" userId="0be1c61d-c610-49a2-ae7e-a4e60bd07712" providerId="ADAL" clId="{00873937-8841-4394-9081-668AB0E0F950}" dt="2026-08-25T01:57:14.459" v="1" actId="47"/>
        <pc:sldMkLst>
          <pc:docMk/>
          <pc:sldMk cId="0" sldId="593"/>
        </pc:sldMkLst>
      </pc:sldChg>
      <pc:sldChg chg="del">
        <pc:chgData name="Amanda Countryman" userId="0be1c61d-c610-49a2-ae7e-a4e60bd07712" providerId="ADAL" clId="{00873937-8841-4394-9081-668AB0E0F950}" dt="2026-08-25T01:57:14.459" v="1" actId="47"/>
        <pc:sldMkLst>
          <pc:docMk/>
          <pc:sldMk cId="0" sldId="594"/>
        </pc:sldMkLst>
      </pc:sldChg>
      <pc:sldChg chg="del">
        <pc:chgData name="Amanda Countryman" userId="0be1c61d-c610-49a2-ae7e-a4e60bd07712" providerId="ADAL" clId="{00873937-8841-4394-9081-668AB0E0F950}" dt="2026-08-25T01:57:14.459" v="1" actId="47"/>
        <pc:sldMkLst>
          <pc:docMk/>
          <pc:sldMk cId="0" sldId="595"/>
        </pc:sldMkLst>
      </pc:sldChg>
      <pc:sldChg chg="del">
        <pc:chgData name="Amanda Countryman" userId="0be1c61d-c610-49a2-ae7e-a4e60bd07712" providerId="ADAL" clId="{00873937-8841-4394-9081-668AB0E0F950}" dt="2026-08-25T01:57:14.459" v="1" actId="47"/>
        <pc:sldMkLst>
          <pc:docMk/>
          <pc:sldMk cId="0" sldId="596"/>
        </pc:sldMkLst>
      </pc:sldChg>
      <pc:sldChg chg="del">
        <pc:chgData name="Amanda Countryman" userId="0be1c61d-c610-49a2-ae7e-a4e60bd07712" providerId="ADAL" clId="{00873937-8841-4394-9081-668AB0E0F950}" dt="2026-08-25T01:57:14.459" v="1" actId="47"/>
        <pc:sldMkLst>
          <pc:docMk/>
          <pc:sldMk cId="0" sldId="597"/>
        </pc:sldMkLst>
      </pc:sldChg>
      <pc:sldChg chg="del">
        <pc:chgData name="Amanda Countryman" userId="0be1c61d-c610-49a2-ae7e-a4e60bd07712" providerId="ADAL" clId="{00873937-8841-4394-9081-668AB0E0F950}" dt="2026-08-25T01:57:14.459" v="1" actId="47"/>
        <pc:sldMkLst>
          <pc:docMk/>
          <pc:sldMk cId="0" sldId="598"/>
        </pc:sldMkLst>
      </pc:sldChg>
      <pc:sldChg chg="del">
        <pc:chgData name="Amanda Countryman" userId="0be1c61d-c610-49a2-ae7e-a4e60bd07712" providerId="ADAL" clId="{00873937-8841-4394-9081-668AB0E0F950}" dt="2026-08-25T01:57:14.459" v="1" actId="47"/>
        <pc:sldMkLst>
          <pc:docMk/>
          <pc:sldMk cId="0" sldId="599"/>
        </pc:sldMkLst>
      </pc:sldChg>
      <pc:sldChg chg="del">
        <pc:chgData name="Amanda Countryman" userId="0be1c61d-c610-49a2-ae7e-a4e60bd07712" providerId="ADAL" clId="{00873937-8841-4394-9081-668AB0E0F950}" dt="2026-08-25T01:57:14.459" v="1" actId="47"/>
        <pc:sldMkLst>
          <pc:docMk/>
          <pc:sldMk cId="0" sldId="600"/>
        </pc:sldMkLst>
      </pc:sldChg>
      <pc:sldChg chg="del">
        <pc:chgData name="Amanda Countryman" userId="0be1c61d-c610-49a2-ae7e-a4e60bd07712" providerId="ADAL" clId="{00873937-8841-4394-9081-668AB0E0F950}" dt="2026-08-25T01:57:14.459" v="1" actId="47"/>
        <pc:sldMkLst>
          <pc:docMk/>
          <pc:sldMk cId="0" sldId="601"/>
        </pc:sldMkLst>
      </pc:sldChg>
      <pc:sldChg chg="del">
        <pc:chgData name="Amanda Countryman" userId="0be1c61d-c610-49a2-ae7e-a4e60bd07712" providerId="ADAL" clId="{00873937-8841-4394-9081-668AB0E0F950}" dt="2026-08-25T01:57:14.459" v="1" actId="47"/>
        <pc:sldMkLst>
          <pc:docMk/>
          <pc:sldMk cId="0" sldId="602"/>
        </pc:sldMkLst>
      </pc:sldChg>
      <pc:sldChg chg="del">
        <pc:chgData name="Amanda Countryman" userId="0be1c61d-c610-49a2-ae7e-a4e60bd07712" providerId="ADAL" clId="{00873937-8841-4394-9081-668AB0E0F950}" dt="2026-08-25T01:57:14.459" v="1" actId="47"/>
        <pc:sldMkLst>
          <pc:docMk/>
          <pc:sldMk cId="0" sldId="603"/>
        </pc:sldMkLst>
      </pc:sldChg>
      <pc:sldChg chg="del">
        <pc:chgData name="Amanda Countryman" userId="0be1c61d-c610-49a2-ae7e-a4e60bd07712" providerId="ADAL" clId="{00873937-8841-4394-9081-668AB0E0F950}" dt="2026-08-25T01:57:14.459" v="1" actId="47"/>
        <pc:sldMkLst>
          <pc:docMk/>
          <pc:sldMk cId="0" sldId="604"/>
        </pc:sldMkLst>
      </pc:sldChg>
      <pc:sldChg chg="del">
        <pc:chgData name="Amanda Countryman" userId="0be1c61d-c610-49a2-ae7e-a4e60bd07712" providerId="ADAL" clId="{00873937-8841-4394-9081-668AB0E0F950}" dt="2026-08-25T01:57:14.459" v="1" actId="47"/>
        <pc:sldMkLst>
          <pc:docMk/>
          <pc:sldMk cId="0" sldId="605"/>
        </pc:sldMkLst>
      </pc:sldChg>
      <pc:sldChg chg="del">
        <pc:chgData name="Amanda Countryman" userId="0be1c61d-c610-49a2-ae7e-a4e60bd07712" providerId="ADAL" clId="{00873937-8841-4394-9081-668AB0E0F950}" dt="2026-08-25T01:57:14.459" v="1" actId="47"/>
        <pc:sldMkLst>
          <pc:docMk/>
          <pc:sldMk cId="0" sldId="606"/>
        </pc:sldMkLst>
      </pc:sldChg>
      <pc:sldChg chg="del">
        <pc:chgData name="Amanda Countryman" userId="0be1c61d-c610-49a2-ae7e-a4e60bd07712" providerId="ADAL" clId="{00873937-8841-4394-9081-668AB0E0F950}" dt="2026-08-25T01:57:14.459" v="1" actId="47"/>
        <pc:sldMkLst>
          <pc:docMk/>
          <pc:sldMk cId="0" sldId="607"/>
        </pc:sldMkLst>
      </pc:sldChg>
      <pc:sldChg chg="del">
        <pc:chgData name="Amanda Countryman" userId="0be1c61d-c610-49a2-ae7e-a4e60bd07712" providerId="ADAL" clId="{00873937-8841-4394-9081-668AB0E0F950}" dt="2026-08-25T01:57:14.459" v="1" actId="47"/>
        <pc:sldMkLst>
          <pc:docMk/>
          <pc:sldMk cId="0" sldId="608"/>
        </pc:sldMkLst>
      </pc:sldChg>
      <pc:sldChg chg="del">
        <pc:chgData name="Amanda Countryman" userId="0be1c61d-c610-49a2-ae7e-a4e60bd07712" providerId="ADAL" clId="{00873937-8841-4394-9081-668AB0E0F950}" dt="2026-08-25T01:57:14.459" v="1" actId="47"/>
        <pc:sldMkLst>
          <pc:docMk/>
          <pc:sldMk cId="0" sldId="609"/>
        </pc:sldMkLst>
      </pc:sldChg>
      <pc:sldChg chg="del">
        <pc:chgData name="Amanda Countryman" userId="0be1c61d-c610-49a2-ae7e-a4e60bd07712" providerId="ADAL" clId="{00873937-8841-4394-9081-668AB0E0F950}" dt="2026-08-25T01:57:14.459" v="1" actId="47"/>
        <pc:sldMkLst>
          <pc:docMk/>
          <pc:sldMk cId="0" sldId="610"/>
        </pc:sldMkLst>
      </pc:sldChg>
      <pc:sldChg chg="del">
        <pc:chgData name="Amanda Countryman" userId="0be1c61d-c610-49a2-ae7e-a4e60bd07712" providerId="ADAL" clId="{00873937-8841-4394-9081-668AB0E0F950}" dt="2026-08-25T01:57:14.459" v="1" actId="47"/>
        <pc:sldMkLst>
          <pc:docMk/>
          <pc:sldMk cId="0" sldId="611"/>
        </pc:sldMkLst>
      </pc:sldChg>
      <pc:sldChg chg="del">
        <pc:chgData name="Amanda Countryman" userId="0be1c61d-c610-49a2-ae7e-a4e60bd07712" providerId="ADAL" clId="{00873937-8841-4394-9081-668AB0E0F950}" dt="2026-08-25T01:57:14.459" v="1" actId="47"/>
        <pc:sldMkLst>
          <pc:docMk/>
          <pc:sldMk cId="0" sldId="612"/>
        </pc:sldMkLst>
      </pc:sldChg>
      <pc:sldChg chg="del">
        <pc:chgData name="Amanda Countryman" userId="0be1c61d-c610-49a2-ae7e-a4e60bd07712" providerId="ADAL" clId="{00873937-8841-4394-9081-668AB0E0F950}" dt="2026-08-25T01:57:14.459" v="1" actId="47"/>
        <pc:sldMkLst>
          <pc:docMk/>
          <pc:sldMk cId="0" sldId="613"/>
        </pc:sldMkLst>
      </pc:sldChg>
      <pc:sldChg chg="del">
        <pc:chgData name="Amanda Countryman" userId="0be1c61d-c610-49a2-ae7e-a4e60bd07712" providerId="ADAL" clId="{00873937-8841-4394-9081-668AB0E0F950}" dt="2026-08-25T01:57:14.459" v="1" actId="47"/>
        <pc:sldMkLst>
          <pc:docMk/>
          <pc:sldMk cId="0" sldId="614"/>
        </pc:sldMkLst>
      </pc:sldChg>
      <pc:sldChg chg="del">
        <pc:chgData name="Amanda Countryman" userId="0be1c61d-c610-49a2-ae7e-a4e60bd07712" providerId="ADAL" clId="{00873937-8841-4394-9081-668AB0E0F950}" dt="2026-08-25T01:57:14.459" v="1" actId="47"/>
        <pc:sldMkLst>
          <pc:docMk/>
          <pc:sldMk cId="0" sldId="615"/>
        </pc:sldMkLst>
      </pc:sldChg>
      <pc:sldChg chg="del">
        <pc:chgData name="Amanda Countryman" userId="0be1c61d-c610-49a2-ae7e-a4e60bd07712" providerId="ADAL" clId="{00873937-8841-4394-9081-668AB0E0F950}" dt="2026-08-25T01:57:14.459" v="1" actId="47"/>
        <pc:sldMkLst>
          <pc:docMk/>
          <pc:sldMk cId="0" sldId="616"/>
        </pc:sldMkLst>
      </pc:sldChg>
      <pc:sldChg chg="del">
        <pc:chgData name="Amanda Countryman" userId="0be1c61d-c610-49a2-ae7e-a4e60bd07712" providerId="ADAL" clId="{00873937-8841-4394-9081-668AB0E0F950}" dt="2026-08-25T01:57:14.459" v="1" actId="47"/>
        <pc:sldMkLst>
          <pc:docMk/>
          <pc:sldMk cId="0" sldId="617"/>
        </pc:sldMkLst>
      </pc:sldChg>
      <pc:sldChg chg="del">
        <pc:chgData name="Amanda Countryman" userId="0be1c61d-c610-49a2-ae7e-a4e60bd07712" providerId="ADAL" clId="{00873937-8841-4394-9081-668AB0E0F950}" dt="2026-08-25T01:57:14.459" v="1" actId="47"/>
        <pc:sldMkLst>
          <pc:docMk/>
          <pc:sldMk cId="0" sldId="618"/>
        </pc:sldMkLst>
      </pc:sldChg>
      <pc:sldChg chg="del">
        <pc:chgData name="Amanda Countryman" userId="0be1c61d-c610-49a2-ae7e-a4e60bd07712" providerId="ADAL" clId="{00873937-8841-4394-9081-668AB0E0F950}" dt="2026-08-25T01:57:14.459" v="1" actId="47"/>
        <pc:sldMkLst>
          <pc:docMk/>
          <pc:sldMk cId="0" sldId="619"/>
        </pc:sldMkLst>
      </pc:sldChg>
      <pc:sldChg chg="del">
        <pc:chgData name="Amanda Countryman" userId="0be1c61d-c610-49a2-ae7e-a4e60bd07712" providerId="ADAL" clId="{00873937-8841-4394-9081-668AB0E0F950}" dt="2026-08-25T01:57:14.459" v="1" actId="47"/>
        <pc:sldMkLst>
          <pc:docMk/>
          <pc:sldMk cId="0" sldId="620"/>
        </pc:sldMkLst>
      </pc:sldChg>
      <pc:sldChg chg="del">
        <pc:chgData name="Amanda Countryman" userId="0be1c61d-c610-49a2-ae7e-a4e60bd07712" providerId="ADAL" clId="{00873937-8841-4394-9081-668AB0E0F950}" dt="2026-08-25T01:57:14.459" v="1" actId="47"/>
        <pc:sldMkLst>
          <pc:docMk/>
          <pc:sldMk cId="0" sldId="621"/>
        </pc:sldMkLst>
      </pc:sldChg>
      <pc:sldChg chg="del">
        <pc:chgData name="Amanda Countryman" userId="0be1c61d-c610-49a2-ae7e-a4e60bd07712" providerId="ADAL" clId="{00873937-8841-4394-9081-668AB0E0F950}" dt="2026-08-25T01:57:14.459" v="1" actId="47"/>
        <pc:sldMkLst>
          <pc:docMk/>
          <pc:sldMk cId="0" sldId="622"/>
        </pc:sldMkLst>
      </pc:sldChg>
      <pc:sldChg chg="del">
        <pc:chgData name="Amanda Countryman" userId="0be1c61d-c610-49a2-ae7e-a4e60bd07712" providerId="ADAL" clId="{00873937-8841-4394-9081-668AB0E0F950}" dt="2026-08-25T01:56:09.522" v="0" actId="47"/>
        <pc:sldMkLst>
          <pc:docMk/>
          <pc:sldMk cId="2406920554" sldId="623"/>
        </pc:sldMkLst>
      </pc:sldChg>
      <pc:sldChg chg="del">
        <pc:chgData name="Amanda Countryman" userId="0be1c61d-c610-49a2-ae7e-a4e60bd07712" providerId="ADAL" clId="{00873937-8841-4394-9081-668AB0E0F950}" dt="2026-08-25T01:56:09.522" v="0" actId="47"/>
        <pc:sldMkLst>
          <pc:docMk/>
          <pc:sldMk cId="1461415041" sldId="624"/>
        </pc:sldMkLst>
      </pc:sldChg>
      <pc:sldChg chg="del">
        <pc:chgData name="Amanda Countryman" userId="0be1c61d-c610-49a2-ae7e-a4e60bd07712" providerId="ADAL" clId="{00873937-8841-4394-9081-668AB0E0F950}" dt="2026-08-25T01:56:09.522" v="0" actId="47"/>
        <pc:sldMkLst>
          <pc:docMk/>
          <pc:sldMk cId="3456568805" sldId="625"/>
        </pc:sldMkLst>
      </pc:sldChg>
      <pc:sldChg chg="del">
        <pc:chgData name="Amanda Countryman" userId="0be1c61d-c610-49a2-ae7e-a4e60bd07712" providerId="ADAL" clId="{00873937-8841-4394-9081-668AB0E0F950}" dt="2026-08-25T01:56:09.522" v="0" actId="47"/>
        <pc:sldMkLst>
          <pc:docMk/>
          <pc:sldMk cId="2974497477" sldId="626"/>
        </pc:sldMkLst>
      </pc:sldChg>
      <pc:sldChg chg="del">
        <pc:chgData name="Amanda Countryman" userId="0be1c61d-c610-49a2-ae7e-a4e60bd07712" providerId="ADAL" clId="{00873937-8841-4394-9081-668AB0E0F950}" dt="2026-08-25T01:56:09.522" v="0" actId="47"/>
        <pc:sldMkLst>
          <pc:docMk/>
          <pc:sldMk cId="3220196752" sldId="627"/>
        </pc:sldMkLst>
      </pc:sldChg>
      <pc:sldChg chg="del">
        <pc:chgData name="Amanda Countryman" userId="0be1c61d-c610-49a2-ae7e-a4e60bd07712" providerId="ADAL" clId="{00873937-8841-4394-9081-668AB0E0F950}" dt="2026-08-25T01:56:09.522" v="0" actId="47"/>
        <pc:sldMkLst>
          <pc:docMk/>
          <pc:sldMk cId="4290813059" sldId="628"/>
        </pc:sldMkLst>
      </pc:sldChg>
      <pc:sldChg chg="del">
        <pc:chgData name="Amanda Countryman" userId="0be1c61d-c610-49a2-ae7e-a4e60bd07712" providerId="ADAL" clId="{00873937-8841-4394-9081-668AB0E0F950}" dt="2026-08-25T01:56:09.522" v="0" actId="47"/>
        <pc:sldMkLst>
          <pc:docMk/>
          <pc:sldMk cId="3979346413" sldId="629"/>
        </pc:sldMkLst>
      </pc:sldChg>
      <pc:sldChg chg="del">
        <pc:chgData name="Amanda Countryman" userId="0be1c61d-c610-49a2-ae7e-a4e60bd07712" providerId="ADAL" clId="{00873937-8841-4394-9081-668AB0E0F950}" dt="2026-08-25T01:56:09.522" v="0" actId="47"/>
        <pc:sldMkLst>
          <pc:docMk/>
          <pc:sldMk cId="3005082278" sldId="630"/>
        </pc:sldMkLst>
      </pc:sldChg>
      <pc:sldChg chg="del">
        <pc:chgData name="Amanda Countryman" userId="0be1c61d-c610-49a2-ae7e-a4e60bd07712" providerId="ADAL" clId="{00873937-8841-4394-9081-668AB0E0F950}" dt="2026-08-25T01:56:09.522" v="0" actId="47"/>
        <pc:sldMkLst>
          <pc:docMk/>
          <pc:sldMk cId="1331653884" sldId="631"/>
        </pc:sldMkLst>
      </pc:sldChg>
      <pc:sldChg chg="del">
        <pc:chgData name="Amanda Countryman" userId="0be1c61d-c610-49a2-ae7e-a4e60bd07712" providerId="ADAL" clId="{00873937-8841-4394-9081-668AB0E0F950}" dt="2026-08-25T01:56:09.522" v="0" actId="47"/>
        <pc:sldMkLst>
          <pc:docMk/>
          <pc:sldMk cId="3018907001" sldId="632"/>
        </pc:sldMkLst>
      </pc:sldChg>
      <pc:sldChg chg="del">
        <pc:chgData name="Amanda Countryman" userId="0be1c61d-c610-49a2-ae7e-a4e60bd07712" providerId="ADAL" clId="{00873937-8841-4394-9081-668AB0E0F950}" dt="2026-08-25T01:56:09.522" v="0" actId="47"/>
        <pc:sldMkLst>
          <pc:docMk/>
          <pc:sldMk cId="3294043409" sldId="634"/>
        </pc:sldMkLst>
      </pc:sldChg>
      <pc:sldChg chg="del">
        <pc:chgData name="Amanda Countryman" userId="0be1c61d-c610-49a2-ae7e-a4e60bd07712" providerId="ADAL" clId="{00873937-8841-4394-9081-668AB0E0F950}" dt="2026-08-25T01:56:09.522" v="0" actId="47"/>
        <pc:sldMkLst>
          <pc:docMk/>
          <pc:sldMk cId="3591963411" sldId="636"/>
        </pc:sldMkLst>
      </pc:sldChg>
      <pc:sldChg chg="del">
        <pc:chgData name="Amanda Countryman" userId="0be1c61d-c610-49a2-ae7e-a4e60bd07712" providerId="ADAL" clId="{00873937-8841-4394-9081-668AB0E0F950}" dt="2026-08-25T01:56:09.522" v="0" actId="47"/>
        <pc:sldMkLst>
          <pc:docMk/>
          <pc:sldMk cId="4147910204" sldId="637"/>
        </pc:sldMkLst>
      </pc:sldChg>
      <pc:sldChg chg="del">
        <pc:chgData name="Amanda Countryman" userId="0be1c61d-c610-49a2-ae7e-a4e60bd07712" providerId="ADAL" clId="{00873937-8841-4394-9081-668AB0E0F950}" dt="2026-08-25T01:56:09.522" v="0" actId="47"/>
        <pc:sldMkLst>
          <pc:docMk/>
          <pc:sldMk cId="4086080035" sldId="638"/>
        </pc:sldMkLst>
      </pc:sldChg>
      <pc:sldChg chg="del">
        <pc:chgData name="Amanda Countryman" userId="0be1c61d-c610-49a2-ae7e-a4e60bd07712" providerId="ADAL" clId="{00873937-8841-4394-9081-668AB0E0F950}" dt="2026-08-25T01:56:09.522" v="0" actId="47"/>
        <pc:sldMkLst>
          <pc:docMk/>
          <pc:sldMk cId="541951211" sldId="640"/>
        </pc:sldMkLst>
      </pc:sldChg>
      <pc:sldChg chg="del">
        <pc:chgData name="Amanda Countryman" userId="0be1c61d-c610-49a2-ae7e-a4e60bd07712" providerId="ADAL" clId="{00873937-8841-4394-9081-668AB0E0F950}" dt="2026-08-25T01:56:09.522" v="0" actId="47"/>
        <pc:sldMkLst>
          <pc:docMk/>
          <pc:sldMk cId="3554610212" sldId="641"/>
        </pc:sldMkLst>
      </pc:sldChg>
      <pc:sldChg chg="del">
        <pc:chgData name="Amanda Countryman" userId="0be1c61d-c610-49a2-ae7e-a4e60bd07712" providerId="ADAL" clId="{00873937-8841-4394-9081-668AB0E0F950}" dt="2026-08-25T01:56:09.522" v="0" actId="47"/>
        <pc:sldMkLst>
          <pc:docMk/>
          <pc:sldMk cId="84309754" sldId="642"/>
        </pc:sldMkLst>
      </pc:sldChg>
      <pc:sldChg chg="del">
        <pc:chgData name="Amanda Countryman" userId="0be1c61d-c610-49a2-ae7e-a4e60bd07712" providerId="ADAL" clId="{00873937-8841-4394-9081-668AB0E0F950}" dt="2026-08-25T01:56:09.522" v="0" actId="47"/>
        <pc:sldMkLst>
          <pc:docMk/>
          <pc:sldMk cId="4132345226" sldId="643"/>
        </pc:sldMkLst>
      </pc:sldChg>
      <pc:sldChg chg="del">
        <pc:chgData name="Amanda Countryman" userId="0be1c61d-c610-49a2-ae7e-a4e60bd07712" providerId="ADAL" clId="{00873937-8841-4394-9081-668AB0E0F950}" dt="2026-08-25T01:56:09.522" v="0" actId="47"/>
        <pc:sldMkLst>
          <pc:docMk/>
          <pc:sldMk cId="4231278966" sldId="644"/>
        </pc:sldMkLst>
      </pc:sldChg>
      <pc:sldChg chg="del">
        <pc:chgData name="Amanda Countryman" userId="0be1c61d-c610-49a2-ae7e-a4e60bd07712" providerId="ADAL" clId="{00873937-8841-4394-9081-668AB0E0F950}" dt="2026-08-25T01:56:09.522" v="0" actId="47"/>
        <pc:sldMkLst>
          <pc:docMk/>
          <pc:sldMk cId="1725424007" sldId="645"/>
        </pc:sldMkLst>
      </pc:sldChg>
      <pc:sldChg chg="del">
        <pc:chgData name="Amanda Countryman" userId="0be1c61d-c610-49a2-ae7e-a4e60bd07712" providerId="ADAL" clId="{00873937-8841-4394-9081-668AB0E0F950}" dt="2026-08-25T01:56:09.522" v="0" actId="47"/>
        <pc:sldMkLst>
          <pc:docMk/>
          <pc:sldMk cId="2345553980" sldId="646"/>
        </pc:sldMkLst>
      </pc:sldChg>
      <pc:sldChg chg="del">
        <pc:chgData name="Amanda Countryman" userId="0be1c61d-c610-49a2-ae7e-a4e60bd07712" providerId="ADAL" clId="{00873937-8841-4394-9081-668AB0E0F950}" dt="2026-08-25T01:56:09.522" v="0" actId="47"/>
        <pc:sldMkLst>
          <pc:docMk/>
          <pc:sldMk cId="2803429261" sldId="647"/>
        </pc:sldMkLst>
      </pc:sldChg>
      <pc:sldChg chg="del">
        <pc:chgData name="Amanda Countryman" userId="0be1c61d-c610-49a2-ae7e-a4e60bd07712" providerId="ADAL" clId="{00873937-8841-4394-9081-668AB0E0F950}" dt="2026-08-25T01:56:09.522" v="0" actId="47"/>
        <pc:sldMkLst>
          <pc:docMk/>
          <pc:sldMk cId="3017040870" sldId="648"/>
        </pc:sldMkLst>
      </pc:sldChg>
      <pc:sldChg chg="del">
        <pc:chgData name="Amanda Countryman" userId="0be1c61d-c610-49a2-ae7e-a4e60bd07712" providerId="ADAL" clId="{00873937-8841-4394-9081-668AB0E0F950}" dt="2026-08-25T01:56:09.522" v="0" actId="47"/>
        <pc:sldMkLst>
          <pc:docMk/>
          <pc:sldMk cId="831580178" sldId="649"/>
        </pc:sldMkLst>
      </pc:sldChg>
      <pc:sldChg chg="del">
        <pc:chgData name="Amanda Countryman" userId="0be1c61d-c610-49a2-ae7e-a4e60bd07712" providerId="ADAL" clId="{00873937-8841-4394-9081-668AB0E0F950}" dt="2026-08-25T01:56:09.522" v="0" actId="47"/>
        <pc:sldMkLst>
          <pc:docMk/>
          <pc:sldMk cId="822023103" sldId="650"/>
        </pc:sldMkLst>
      </pc:sldChg>
      <pc:sldChg chg="del">
        <pc:chgData name="Amanda Countryman" userId="0be1c61d-c610-49a2-ae7e-a4e60bd07712" providerId="ADAL" clId="{00873937-8841-4394-9081-668AB0E0F950}" dt="2026-08-25T01:56:09.522" v="0" actId="47"/>
        <pc:sldMkLst>
          <pc:docMk/>
          <pc:sldMk cId="2325916051" sldId="651"/>
        </pc:sldMkLst>
      </pc:sldChg>
      <pc:sldChg chg="del">
        <pc:chgData name="Amanda Countryman" userId="0be1c61d-c610-49a2-ae7e-a4e60bd07712" providerId="ADAL" clId="{00873937-8841-4394-9081-668AB0E0F950}" dt="2026-08-25T01:56:09.522" v="0" actId="47"/>
        <pc:sldMkLst>
          <pc:docMk/>
          <pc:sldMk cId="1099178025" sldId="652"/>
        </pc:sldMkLst>
      </pc:sldChg>
      <pc:sldChg chg="del">
        <pc:chgData name="Amanda Countryman" userId="0be1c61d-c610-49a2-ae7e-a4e60bd07712" providerId="ADAL" clId="{00873937-8841-4394-9081-668AB0E0F950}" dt="2026-08-25T01:56:09.522" v="0" actId="47"/>
        <pc:sldMkLst>
          <pc:docMk/>
          <pc:sldMk cId="547711769" sldId="653"/>
        </pc:sldMkLst>
      </pc:sldChg>
      <pc:sldChg chg="del">
        <pc:chgData name="Amanda Countryman" userId="0be1c61d-c610-49a2-ae7e-a4e60bd07712" providerId="ADAL" clId="{00873937-8841-4394-9081-668AB0E0F950}" dt="2026-08-25T01:56:09.522" v="0" actId="47"/>
        <pc:sldMkLst>
          <pc:docMk/>
          <pc:sldMk cId="1879296121" sldId="654"/>
        </pc:sldMkLst>
      </pc:sldChg>
      <pc:sldChg chg="del">
        <pc:chgData name="Amanda Countryman" userId="0be1c61d-c610-49a2-ae7e-a4e60bd07712" providerId="ADAL" clId="{00873937-8841-4394-9081-668AB0E0F950}" dt="2026-08-25T01:56:09.522" v="0" actId="47"/>
        <pc:sldMkLst>
          <pc:docMk/>
          <pc:sldMk cId="846787941" sldId="655"/>
        </pc:sldMkLst>
      </pc:sldChg>
      <pc:sldChg chg="del">
        <pc:chgData name="Amanda Countryman" userId="0be1c61d-c610-49a2-ae7e-a4e60bd07712" providerId="ADAL" clId="{00873937-8841-4394-9081-668AB0E0F950}" dt="2026-08-25T01:56:09.522" v="0" actId="47"/>
        <pc:sldMkLst>
          <pc:docMk/>
          <pc:sldMk cId="2007472656" sldId="656"/>
        </pc:sldMkLst>
      </pc:sldChg>
      <pc:sldChg chg="del">
        <pc:chgData name="Amanda Countryman" userId="0be1c61d-c610-49a2-ae7e-a4e60bd07712" providerId="ADAL" clId="{00873937-8841-4394-9081-668AB0E0F950}" dt="2026-08-25T01:56:09.522" v="0" actId="47"/>
        <pc:sldMkLst>
          <pc:docMk/>
          <pc:sldMk cId="3791664624" sldId="657"/>
        </pc:sldMkLst>
      </pc:sldChg>
      <pc:sldChg chg="del">
        <pc:chgData name="Amanda Countryman" userId="0be1c61d-c610-49a2-ae7e-a4e60bd07712" providerId="ADAL" clId="{00873937-8841-4394-9081-668AB0E0F950}" dt="2026-08-25T01:56:09.522" v="0" actId="47"/>
        <pc:sldMkLst>
          <pc:docMk/>
          <pc:sldMk cId="910570828" sldId="658"/>
        </pc:sldMkLst>
      </pc:sldChg>
      <pc:sldChg chg="del">
        <pc:chgData name="Amanda Countryman" userId="0be1c61d-c610-49a2-ae7e-a4e60bd07712" providerId="ADAL" clId="{00873937-8841-4394-9081-668AB0E0F950}" dt="2026-08-25T01:56:09.522" v="0" actId="47"/>
        <pc:sldMkLst>
          <pc:docMk/>
          <pc:sldMk cId="1203829888" sldId="659"/>
        </pc:sldMkLst>
      </pc:sldChg>
      <pc:sldChg chg="del">
        <pc:chgData name="Amanda Countryman" userId="0be1c61d-c610-49a2-ae7e-a4e60bd07712" providerId="ADAL" clId="{00873937-8841-4394-9081-668AB0E0F950}" dt="2026-08-25T01:56:09.522" v="0" actId="47"/>
        <pc:sldMkLst>
          <pc:docMk/>
          <pc:sldMk cId="3016396798" sldId="660"/>
        </pc:sldMkLst>
      </pc:sldChg>
      <pc:sldChg chg="del">
        <pc:chgData name="Amanda Countryman" userId="0be1c61d-c610-49a2-ae7e-a4e60bd07712" providerId="ADAL" clId="{00873937-8841-4394-9081-668AB0E0F950}" dt="2026-08-25T01:56:09.522" v="0" actId="47"/>
        <pc:sldMkLst>
          <pc:docMk/>
          <pc:sldMk cId="529741311" sldId="661"/>
        </pc:sldMkLst>
      </pc:sldChg>
      <pc:sldChg chg="del">
        <pc:chgData name="Amanda Countryman" userId="0be1c61d-c610-49a2-ae7e-a4e60bd07712" providerId="ADAL" clId="{00873937-8841-4394-9081-668AB0E0F950}" dt="2026-08-25T01:56:09.522" v="0" actId="47"/>
        <pc:sldMkLst>
          <pc:docMk/>
          <pc:sldMk cId="1496512939" sldId="662"/>
        </pc:sldMkLst>
      </pc:sldChg>
      <pc:sldChg chg="del">
        <pc:chgData name="Amanda Countryman" userId="0be1c61d-c610-49a2-ae7e-a4e60bd07712" providerId="ADAL" clId="{00873937-8841-4394-9081-668AB0E0F950}" dt="2026-08-25T01:56:09.522" v="0" actId="47"/>
        <pc:sldMkLst>
          <pc:docMk/>
          <pc:sldMk cId="3311294054" sldId="663"/>
        </pc:sldMkLst>
      </pc:sldChg>
      <pc:sldChg chg="del">
        <pc:chgData name="Amanda Countryman" userId="0be1c61d-c610-49a2-ae7e-a4e60bd07712" providerId="ADAL" clId="{00873937-8841-4394-9081-668AB0E0F950}" dt="2026-08-25T01:56:09.522" v="0" actId="47"/>
        <pc:sldMkLst>
          <pc:docMk/>
          <pc:sldMk cId="1370277252" sldId="664"/>
        </pc:sldMkLst>
      </pc:sldChg>
      <pc:sldChg chg="del">
        <pc:chgData name="Amanda Countryman" userId="0be1c61d-c610-49a2-ae7e-a4e60bd07712" providerId="ADAL" clId="{00873937-8841-4394-9081-668AB0E0F950}" dt="2026-08-25T01:57:14.459" v="1" actId="47"/>
        <pc:sldMkLst>
          <pc:docMk/>
          <pc:sldMk cId="1472161643" sldId="665"/>
        </pc:sldMkLst>
      </pc:sldChg>
      <pc:sldChg chg="del">
        <pc:chgData name="Amanda Countryman" userId="0be1c61d-c610-49a2-ae7e-a4e60bd07712" providerId="ADAL" clId="{00873937-8841-4394-9081-668AB0E0F950}" dt="2026-08-25T01:57:14.459" v="1" actId="47"/>
        <pc:sldMkLst>
          <pc:docMk/>
          <pc:sldMk cId="981778250" sldId="666"/>
        </pc:sldMkLst>
      </pc:sldChg>
      <pc:sldChg chg="del">
        <pc:chgData name="Amanda Countryman" userId="0be1c61d-c610-49a2-ae7e-a4e60bd07712" providerId="ADAL" clId="{00873937-8841-4394-9081-668AB0E0F950}" dt="2026-08-25T01:57:14.459" v="1" actId="47"/>
        <pc:sldMkLst>
          <pc:docMk/>
          <pc:sldMk cId="3393674583" sldId="667"/>
        </pc:sldMkLst>
      </pc:sldChg>
      <pc:sldChg chg="del">
        <pc:chgData name="Amanda Countryman" userId="0be1c61d-c610-49a2-ae7e-a4e60bd07712" providerId="ADAL" clId="{00873937-8841-4394-9081-668AB0E0F950}" dt="2026-08-25T01:57:14.459" v="1" actId="47"/>
        <pc:sldMkLst>
          <pc:docMk/>
          <pc:sldMk cId="3445159686" sldId="668"/>
        </pc:sldMkLst>
      </pc:sldChg>
      <pc:sldChg chg="del">
        <pc:chgData name="Amanda Countryman" userId="0be1c61d-c610-49a2-ae7e-a4e60bd07712" providerId="ADAL" clId="{00873937-8841-4394-9081-668AB0E0F950}" dt="2026-08-25T01:57:14.459" v="1" actId="47"/>
        <pc:sldMkLst>
          <pc:docMk/>
          <pc:sldMk cId="1178867473" sldId="669"/>
        </pc:sldMkLst>
      </pc:sldChg>
      <pc:sldChg chg="del">
        <pc:chgData name="Amanda Countryman" userId="0be1c61d-c610-49a2-ae7e-a4e60bd07712" providerId="ADAL" clId="{00873937-8841-4394-9081-668AB0E0F950}" dt="2026-08-25T01:57:14.459" v="1" actId="47"/>
        <pc:sldMkLst>
          <pc:docMk/>
          <pc:sldMk cId="3637227542" sldId="671"/>
        </pc:sldMkLst>
      </pc:sldChg>
      <pc:sldChg chg="del">
        <pc:chgData name="Amanda Countryman" userId="0be1c61d-c610-49a2-ae7e-a4e60bd07712" providerId="ADAL" clId="{00873937-8841-4394-9081-668AB0E0F950}" dt="2026-08-25T01:57:14.459" v="1" actId="47"/>
        <pc:sldMkLst>
          <pc:docMk/>
          <pc:sldMk cId="2901803682" sldId="672"/>
        </pc:sldMkLst>
      </pc:sldChg>
      <pc:sldChg chg="del">
        <pc:chgData name="Amanda Countryman" userId="0be1c61d-c610-49a2-ae7e-a4e60bd07712" providerId="ADAL" clId="{00873937-8841-4394-9081-668AB0E0F950}" dt="2026-08-25T01:57:14.459" v="1" actId="47"/>
        <pc:sldMkLst>
          <pc:docMk/>
          <pc:sldMk cId="2892761762" sldId="673"/>
        </pc:sldMkLst>
      </pc:sldChg>
      <pc:sldChg chg="del">
        <pc:chgData name="Amanda Countryman" userId="0be1c61d-c610-49a2-ae7e-a4e60bd07712" providerId="ADAL" clId="{00873937-8841-4394-9081-668AB0E0F950}" dt="2026-08-25T01:56:09.522" v="0" actId="47"/>
        <pc:sldMkLst>
          <pc:docMk/>
          <pc:sldMk cId="2905375063" sldId="674"/>
        </pc:sldMkLst>
      </pc:sldChg>
      <pc:sldChg chg="del">
        <pc:chgData name="Amanda Countryman" userId="0be1c61d-c610-49a2-ae7e-a4e60bd07712" providerId="ADAL" clId="{00873937-8841-4394-9081-668AB0E0F950}" dt="2026-08-25T01:56:09.522" v="0" actId="47"/>
        <pc:sldMkLst>
          <pc:docMk/>
          <pc:sldMk cId="1867379302" sldId="675"/>
        </pc:sldMkLst>
      </pc:sldChg>
      <pc:sldChg chg="del">
        <pc:chgData name="Amanda Countryman" userId="0be1c61d-c610-49a2-ae7e-a4e60bd07712" providerId="ADAL" clId="{00873937-8841-4394-9081-668AB0E0F950}" dt="2026-08-25T01:56:09.522" v="0" actId="47"/>
        <pc:sldMkLst>
          <pc:docMk/>
          <pc:sldMk cId="920164417" sldId="676"/>
        </pc:sldMkLst>
      </pc:sldChg>
      <pc:sldChg chg="del">
        <pc:chgData name="Amanda Countryman" userId="0be1c61d-c610-49a2-ae7e-a4e60bd07712" providerId="ADAL" clId="{00873937-8841-4394-9081-668AB0E0F950}" dt="2026-08-25T01:56:09.522" v="0" actId="47"/>
        <pc:sldMkLst>
          <pc:docMk/>
          <pc:sldMk cId="1790891452" sldId="677"/>
        </pc:sldMkLst>
      </pc:sldChg>
      <pc:sldChg chg="del">
        <pc:chgData name="Amanda Countryman" userId="0be1c61d-c610-49a2-ae7e-a4e60bd07712" providerId="ADAL" clId="{00873937-8841-4394-9081-668AB0E0F950}" dt="2026-08-25T01:56:09.522" v="0" actId="47"/>
        <pc:sldMkLst>
          <pc:docMk/>
          <pc:sldMk cId="1964728646" sldId="678"/>
        </pc:sldMkLst>
      </pc:sldChg>
      <pc:sldChg chg="del">
        <pc:chgData name="Amanda Countryman" userId="0be1c61d-c610-49a2-ae7e-a4e60bd07712" providerId="ADAL" clId="{00873937-8841-4394-9081-668AB0E0F950}" dt="2026-08-25T01:56:09.522" v="0" actId="47"/>
        <pc:sldMkLst>
          <pc:docMk/>
          <pc:sldMk cId="3209933386" sldId="680"/>
        </pc:sldMkLst>
      </pc:sldChg>
      <pc:sldChg chg="del">
        <pc:chgData name="Amanda Countryman" userId="0be1c61d-c610-49a2-ae7e-a4e60bd07712" providerId="ADAL" clId="{00873937-8841-4394-9081-668AB0E0F950}" dt="2026-08-25T01:56:09.522" v="0" actId="47"/>
        <pc:sldMkLst>
          <pc:docMk/>
          <pc:sldMk cId="189957461" sldId="681"/>
        </pc:sldMkLst>
      </pc:sldChg>
      <pc:sldMasterChg chg="delSldLayout">
        <pc:chgData name="Amanda Countryman" userId="0be1c61d-c610-49a2-ae7e-a4e60bd07712" providerId="ADAL" clId="{00873937-8841-4394-9081-668AB0E0F950}" dt="2026-08-25T01:56:09.522" v="0" actId="47"/>
        <pc:sldMasterMkLst>
          <pc:docMk/>
          <pc:sldMasterMk cId="0" sldId="2147483659"/>
        </pc:sldMasterMkLst>
        <pc:sldLayoutChg chg="del">
          <pc:chgData name="Amanda Countryman" userId="0be1c61d-c610-49a2-ae7e-a4e60bd07712" providerId="ADAL" clId="{00873937-8841-4394-9081-668AB0E0F950}" dt="2026-08-25T01:56:09.522" v="0" actId="47"/>
          <pc:sldLayoutMkLst>
            <pc:docMk/>
            <pc:sldMasterMk cId="0" sldId="2147483659"/>
            <pc:sldLayoutMk cId="0" sldId="2147483652"/>
          </pc:sldLayoutMkLst>
        </pc:sldLayoutChg>
        <pc:sldLayoutChg chg="del">
          <pc:chgData name="Amanda Countryman" userId="0be1c61d-c610-49a2-ae7e-a4e60bd07712" providerId="ADAL" clId="{00873937-8841-4394-9081-668AB0E0F950}" dt="2026-08-25T01:56:09.522" v="0" actId="47"/>
          <pc:sldLayoutMkLst>
            <pc:docMk/>
            <pc:sldMasterMk cId="0" sldId="2147483659"/>
            <pc:sldLayoutMk cId="0" sldId="2147483654"/>
          </pc:sldLayoutMkLst>
        </pc:sldLayoutChg>
        <pc:sldLayoutChg chg="del">
          <pc:chgData name="Amanda Countryman" userId="0be1c61d-c610-49a2-ae7e-a4e60bd07712" providerId="ADAL" clId="{00873937-8841-4394-9081-668AB0E0F950}" dt="2026-08-25T01:56:09.522" v="0" actId="47"/>
          <pc:sldLayoutMkLst>
            <pc:docMk/>
            <pc:sldMasterMk cId="0" sldId="2147483659"/>
            <pc:sldLayoutMk cId="0" sldId="214748365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e8fa69a014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e8fa69a014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6"/>
        <p:cNvGrpSpPr/>
        <p:nvPr/>
      </p:nvGrpSpPr>
      <p:grpSpPr>
        <a:xfrm>
          <a:off x="0" y="0"/>
          <a:ext cx="0" cy="0"/>
          <a:chOff x="0" y="0"/>
          <a:chExt cx="0" cy="0"/>
        </a:xfrm>
      </p:grpSpPr>
      <p:sp>
        <p:nvSpPr>
          <p:cNvPr id="1857" name="Google Shape;1857;g101788ba4a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8" name="Google Shape;1858;g101788ba4a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1"/>
        <p:cNvGrpSpPr/>
        <p:nvPr/>
      </p:nvGrpSpPr>
      <p:grpSpPr>
        <a:xfrm>
          <a:off x="0" y="0"/>
          <a:ext cx="0" cy="0"/>
          <a:chOff x="0" y="0"/>
          <a:chExt cx="0" cy="0"/>
        </a:xfrm>
      </p:grpSpPr>
      <p:sp>
        <p:nvSpPr>
          <p:cNvPr id="1862" name="Google Shape;1862;g101788ba4a7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3" name="Google Shape;1863;g101788ba4a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7"/>
        <p:cNvGrpSpPr/>
        <p:nvPr/>
      </p:nvGrpSpPr>
      <p:grpSpPr>
        <a:xfrm>
          <a:off x="0" y="0"/>
          <a:ext cx="0" cy="0"/>
          <a:chOff x="0" y="0"/>
          <a:chExt cx="0" cy="0"/>
        </a:xfrm>
      </p:grpSpPr>
      <p:sp>
        <p:nvSpPr>
          <p:cNvPr id="1868" name="Google Shape;1868;g101788ba4a7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9" name="Google Shape;1869;g101788ba4a7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3"/>
        <p:cNvGrpSpPr/>
        <p:nvPr/>
      </p:nvGrpSpPr>
      <p:grpSpPr>
        <a:xfrm>
          <a:off x="0" y="0"/>
          <a:ext cx="0" cy="0"/>
          <a:chOff x="0" y="0"/>
          <a:chExt cx="0" cy="0"/>
        </a:xfrm>
      </p:grpSpPr>
      <p:sp>
        <p:nvSpPr>
          <p:cNvPr id="1874" name="Google Shape;1874;g101788ba4a7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5" name="Google Shape;1875;g101788ba4a7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9"/>
        <p:cNvGrpSpPr/>
        <p:nvPr/>
      </p:nvGrpSpPr>
      <p:grpSpPr>
        <a:xfrm>
          <a:off x="0" y="0"/>
          <a:ext cx="0" cy="0"/>
          <a:chOff x="0" y="0"/>
          <a:chExt cx="0" cy="0"/>
        </a:xfrm>
      </p:grpSpPr>
      <p:sp>
        <p:nvSpPr>
          <p:cNvPr id="1880" name="Google Shape;1880;g101788ba4a7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1" name="Google Shape;1881;g101788ba4a7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5"/>
        <p:cNvGrpSpPr/>
        <p:nvPr/>
      </p:nvGrpSpPr>
      <p:grpSpPr>
        <a:xfrm>
          <a:off x="0" y="0"/>
          <a:ext cx="0" cy="0"/>
          <a:chOff x="0" y="0"/>
          <a:chExt cx="0" cy="0"/>
        </a:xfrm>
      </p:grpSpPr>
      <p:sp>
        <p:nvSpPr>
          <p:cNvPr id="1886" name="Google Shape;1886;g101788ba4a7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7" name="Google Shape;1887;g101788ba4a7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1"/>
        <p:cNvGrpSpPr/>
        <p:nvPr/>
      </p:nvGrpSpPr>
      <p:grpSpPr>
        <a:xfrm>
          <a:off x="0" y="0"/>
          <a:ext cx="0" cy="0"/>
          <a:chOff x="0" y="0"/>
          <a:chExt cx="0" cy="0"/>
        </a:xfrm>
      </p:grpSpPr>
      <p:sp>
        <p:nvSpPr>
          <p:cNvPr id="1892" name="Google Shape;1892;g101788ba4a7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3" name="Google Shape;1893;g101788ba4a7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6"/>
        <p:cNvGrpSpPr/>
        <p:nvPr/>
      </p:nvGrpSpPr>
      <p:grpSpPr>
        <a:xfrm>
          <a:off x="0" y="0"/>
          <a:ext cx="0" cy="0"/>
          <a:chOff x="0" y="0"/>
          <a:chExt cx="0" cy="0"/>
        </a:xfrm>
      </p:grpSpPr>
      <p:sp>
        <p:nvSpPr>
          <p:cNvPr id="1897" name="Google Shape;1897;g101788ba4a7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8" name="Google Shape;1898;g101788ba4a7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2"/>
        <p:cNvGrpSpPr/>
        <p:nvPr/>
      </p:nvGrpSpPr>
      <p:grpSpPr>
        <a:xfrm>
          <a:off x="0" y="0"/>
          <a:ext cx="0" cy="0"/>
          <a:chOff x="0" y="0"/>
          <a:chExt cx="0" cy="0"/>
        </a:xfrm>
      </p:grpSpPr>
      <p:sp>
        <p:nvSpPr>
          <p:cNvPr id="1903" name="Google Shape;1903;g101788ba4a7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4" name="Google Shape;1904;g101788ba4a7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9"/>
        <p:cNvGrpSpPr/>
        <p:nvPr/>
      </p:nvGrpSpPr>
      <p:grpSpPr>
        <a:xfrm>
          <a:off x="0" y="0"/>
          <a:ext cx="0" cy="0"/>
          <a:chOff x="0" y="0"/>
          <a:chExt cx="0" cy="0"/>
        </a:xfrm>
      </p:grpSpPr>
      <p:sp>
        <p:nvSpPr>
          <p:cNvPr id="1910" name="Google Shape;1910;gfa8ffc1c9e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1" name="Google Shape;1911;gfa8ffc1c9e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4"/>
        <p:cNvGrpSpPr/>
        <p:nvPr/>
      </p:nvGrpSpPr>
      <p:grpSpPr>
        <a:xfrm>
          <a:off x="0" y="0"/>
          <a:ext cx="0" cy="0"/>
          <a:chOff x="0" y="0"/>
          <a:chExt cx="0" cy="0"/>
        </a:xfrm>
      </p:grpSpPr>
      <p:sp>
        <p:nvSpPr>
          <p:cNvPr id="1915" name="Google Shape;1915;gfa8ffc1c9e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6" name="Google Shape;1916;gfa8ffc1c9e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0"/>
        <p:cNvGrpSpPr/>
        <p:nvPr/>
      </p:nvGrpSpPr>
      <p:grpSpPr>
        <a:xfrm>
          <a:off x="0" y="0"/>
          <a:ext cx="0" cy="0"/>
          <a:chOff x="0" y="0"/>
          <a:chExt cx="0" cy="0"/>
        </a:xfrm>
      </p:grpSpPr>
      <p:sp>
        <p:nvSpPr>
          <p:cNvPr id="1921" name="Google Shape;1921;gfa8ffc1c9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2" name="Google Shape;1922;gfa8ffc1c9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6"/>
        <p:cNvGrpSpPr/>
        <p:nvPr/>
      </p:nvGrpSpPr>
      <p:grpSpPr>
        <a:xfrm>
          <a:off x="0" y="0"/>
          <a:ext cx="0" cy="0"/>
          <a:chOff x="0" y="0"/>
          <a:chExt cx="0" cy="0"/>
        </a:xfrm>
      </p:grpSpPr>
      <p:sp>
        <p:nvSpPr>
          <p:cNvPr id="1927" name="Google Shape;1927;gfa8ffc1c9e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8" name="Google Shape;1928;gfa8ffc1c9e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101df85690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101df85690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8"/>
        <p:cNvGrpSpPr/>
        <p:nvPr/>
      </p:nvGrpSpPr>
      <p:grpSpPr>
        <a:xfrm>
          <a:off x="0" y="0"/>
          <a:ext cx="0" cy="0"/>
          <a:chOff x="0" y="0"/>
          <a:chExt cx="0" cy="0"/>
        </a:xfrm>
      </p:grpSpPr>
      <p:sp>
        <p:nvSpPr>
          <p:cNvPr id="1939" name="Google Shape;1939;gfa8ffc1c9e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0" name="Google Shape;1940;gfa8ffc1c9e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4"/>
        <p:cNvGrpSpPr/>
        <p:nvPr/>
      </p:nvGrpSpPr>
      <p:grpSpPr>
        <a:xfrm>
          <a:off x="0" y="0"/>
          <a:ext cx="0" cy="0"/>
          <a:chOff x="0" y="0"/>
          <a:chExt cx="0" cy="0"/>
        </a:xfrm>
      </p:grpSpPr>
      <p:sp>
        <p:nvSpPr>
          <p:cNvPr id="1945" name="Google Shape;1945;gfa8ffc1c9e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6" name="Google Shape;1946;gfa8ffc1c9e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0"/>
        <p:cNvGrpSpPr/>
        <p:nvPr/>
      </p:nvGrpSpPr>
      <p:grpSpPr>
        <a:xfrm>
          <a:off x="0" y="0"/>
          <a:ext cx="0" cy="0"/>
          <a:chOff x="0" y="0"/>
          <a:chExt cx="0" cy="0"/>
        </a:xfrm>
      </p:grpSpPr>
      <p:sp>
        <p:nvSpPr>
          <p:cNvPr id="1951" name="Google Shape;1951;gfa8ffc1c9e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2" name="Google Shape;1952;gfa8ffc1c9e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6"/>
        <p:cNvGrpSpPr/>
        <p:nvPr/>
      </p:nvGrpSpPr>
      <p:grpSpPr>
        <a:xfrm>
          <a:off x="0" y="0"/>
          <a:ext cx="0" cy="0"/>
          <a:chOff x="0" y="0"/>
          <a:chExt cx="0" cy="0"/>
        </a:xfrm>
      </p:grpSpPr>
      <p:sp>
        <p:nvSpPr>
          <p:cNvPr id="1957" name="Google Shape;1957;g101df85690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8" name="Google Shape;1958;g101df85690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5" r:id="rId6"/>
    <p:sldLayoutId id="2147483656" r:id="rId7"/>
    <p:sldLayoutId id="2147483657"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AREC 570 Slides</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Shape 1859"/>
        <p:cNvGrpSpPr/>
        <p:nvPr/>
      </p:nvGrpSpPr>
      <p:grpSpPr>
        <a:xfrm>
          <a:off x="0" y="0"/>
          <a:ext cx="0" cy="0"/>
          <a:chOff x="0" y="0"/>
          <a:chExt cx="0" cy="0"/>
        </a:xfrm>
      </p:grpSpPr>
      <p:sp>
        <p:nvSpPr>
          <p:cNvPr id="1860" name="Google Shape;1860;p31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Unit 7</a:t>
            </a:r>
            <a:br>
              <a:rPr lang="en" dirty="0"/>
            </a:br>
            <a:r>
              <a:rPr lang="en" dirty="0"/>
              <a:t>Reviewing</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64"/>
        <p:cNvGrpSpPr/>
        <p:nvPr/>
      </p:nvGrpSpPr>
      <p:grpSpPr>
        <a:xfrm>
          <a:off x="0" y="0"/>
          <a:ext cx="0" cy="0"/>
          <a:chOff x="0" y="0"/>
          <a:chExt cx="0" cy="0"/>
        </a:xfrm>
      </p:grpSpPr>
      <p:sp>
        <p:nvSpPr>
          <p:cNvPr id="1865" name="Google Shape;1865;p3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Publication Process</a:t>
            </a:r>
            <a:endParaRPr/>
          </a:p>
        </p:txBody>
      </p:sp>
      <p:sp>
        <p:nvSpPr>
          <p:cNvPr id="1866" name="Google Shape;1866;p314"/>
          <p:cNvSpPr txBox="1">
            <a:spLocks noGrp="1"/>
          </p:cNvSpPr>
          <p:nvPr>
            <p:ph type="body" idx="1"/>
          </p:nvPr>
        </p:nvSpPr>
        <p:spPr>
          <a:xfrm>
            <a:off x="311700" y="1152475"/>
            <a:ext cx="8520600" cy="374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submit a manuscript and it goes to an editor – usually a senior person with expertise in the area.</a:t>
            </a:r>
            <a:endParaRPr/>
          </a:p>
          <a:p>
            <a:pPr marL="0" lvl="0" indent="0" algn="l" rtl="0">
              <a:spcBef>
                <a:spcPts val="1600"/>
              </a:spcBef>
              <a:spcAft>
                <a:spcPts val="0"/>
              </a:spcAft>
              <a:buClr>
                <a:schemeClr val="dk1"/>
              </a:buClr>
              <a:buSzPts val="1100"/>
              <a:buFont typeface="Arial"/>
              <a:buNone/>
            </a:pPr>
            <a:r>
              <a:rPr lang="en"/>
              <a:t>The editor takes a quick look and makes a decision to “desk reject” or send it along for more in depth review.</a:t>
            </a:r>
            <a:endParaRPr/>
          </a:p>
          <a:p>
            <a:pPr marL="0" lvl="0" indent="0" algn="l" rtl="0">
              <a:spcBef>
                <a:spcPts val="1600"/>
              </a:spcBef>
              <a:spcAft>
                <a:spcPts val="0"/>
              </a:spcAft>
              <a:buClr>
                <a:schemeClr val="dk1"/>
              </a:buClr>
              <a:buSzPts val="1100"/>
              <a:buFont typeface="Arial"/>
              <a:buNone/>
            </a:pPr>
            <a:r>
              <a:rPr lang="en"/>
              <a:t>The editor chooses reviewers based on their knowledge of the field or looking through the references.</a:t>
            </a:r>
            <a:endParaRPr/>
          </a:p>
          <a:p>
            <a:pPr marL="0" lvl="0" indent="0" algn="l" rtl="0">
              <a:spcBef>
                <a:spcPts val="1600"/>
              </a:spcBef>
              <a:spcAft>
                <a:spcPts val="0"/>
              </a:spcAft>
              <a:buClr>
                <a:schemeClr val="dk1"/>
              </a:buClr>
              <a:buSzPts val="1100"/>
              <a:buFont typeface="Arial"/>
              <a:buNone/>
            </a:pPr>
            <a:r>
              <a:rPr lang="en"/>
              <a:t>Reviewers are not forced but asked to serve.  They may decline but are usually asked to provide alternatives.</a:t>
            </a:r>
            <a:endParaRPr/>
          </a:p>
          <a:p>
            <a:pPr marL="0" lvl="0" indent="0" algn="l" rtl="0">
              <a:spcBef>
                <a:spcPts val="1600"/>
              </a:spcBef>
              <a:spcAft>
                <a:spcPts val="1600"/>
              </a:spcAft>
              <a:buNone/>
            </a:pPr>
            <a:r>
              <a:rPr lang="en"/>
              <a:t>Blindness: mix of double and single blind process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70"/>
        <p:cNvGrpSpPr/>
        <p:nvPr/>
      </p:nvGrpSpPr>
      <p:grpSpPr>
        <a:xfrm>
          <a:off x="0" y="0"/>
          <a:ext cx="0" cy="0"/>
          <a:chOff x="0" y="0"/>
          <a:chExt cx="0" cy="0"/>
        </a:xfrm>
      </p:grpSpPr>
      <p:sp>
        <p:nvSpPr>
          <p:cNvPr id="1871" name="Google Shape;1871;p3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Role of Referee</a:t>
            </a:r>
            <a:endParaRPr/>
          </a:p>
        </p:txBody>
      </p:sp>
      <p:sp>
        <p:nvSpPr>
          <p:cNvPr id="1872" name="Google Shape;1872;p3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Job of the referee is to provide expert and unambiguous advice to the editor about whether the paper is publishable.</a:t>
            </a:r>
            <a:endParaRPr/>
          </a:p>
          <a:p>
            <a:pPr marL="0" lvl="0" indent="0" algn="l" rtl="0">
              <a:spcBef>
                <a:spcPts val="1600"/>
              </a:spcBef>
              <a:spcAft>
                <a:spcPts val="0"/>
              </a:spcAft>
              <a:buNone/>
            </a:pPr>
            <a:r>
              <a:rPr lang="en"/>
              <a:t>Good critique deals with general flow and organization of the paper and the details of the analysis.</a:t>
            </a:r>
            <a:endParaRPr/>
          </a:p>
          <a:p>
            <a:pPr marL="0" lvl="0" indent="0" algn="l" rtl="0">
              <a:spcBef>
                <a:spcPts val="1600"/>
              </a:spcBef>
              <a:spcAft>
                <a:spcPts val="0"/>
              </a:spcAft>
              <a:buNone/>
            </a:pPr>
            <a:r>
              <a:rPr lang="en"/>
              <a:t>We have spent the whole semester talking about “good” research.  Does the paper fit the description of good research.</a:t>
            </a:r>
            <a:endParaRPr/>
          </a:p>
          <a:p>
            <a:pPr marL="0" lvl="0" indent="0" algn="l" rtl="0">
              <a:spcBef>
                <a:spcPts val="1600"/>
              </a:spcBef>
              <a:spcAft>
                <a:spcPts val="0"/>
              </a:spcAft>
              <a:buNone/>
            </a:pPr>
            <a:r>
              <a:rPr lang="en"/>
              <a:t>Make an effort to engage with the material that you are reading.  </a:t>
            </a:r>
            <a:endParaRPr/>
          </a:p>
          <a:p>
            <a:pPr marL="457200" lvl="0" indent="-342900" algn="l" rtl="0">
              <a:spcBef>
                <a:spcPts val="1600"/>
              </a:spcBef>
              <a:spcAft>
                <a:spcPts val="0"/>
              </a:spcAft>
              <a:buSzPts val="1800"/>
              <a:buChar char="●"/>
            </a:pPr>
            <a:r>
              <a:rPr lang="en"/>
              <a:t>Ask questions</a:t>
            </a:r>
            <a:endParaRPr/>
          </a:p>
          <a:p>
            <a:pPr marL="457200" lvl="0" indent="-342900" algn="l" rtl="0">
              <a:spcBef>
                <a:spcPts val="0"/>
              </a:spcBef>
              <a:spcAft>
                <a:spcPts val="0"/>
              </a:spcAft>
              <a:buSzPts val="1800"/>
              <a:buChar char="●"/>
            </a:pPr>
            <a:r>
              <a:rPr lang="en"/>
              <a:t>Think about the topic</a:t>
            </a:r>
            <a:endParaRPr/>
          </a:p>
          <a:p>
            <a:pPr marL="457200" lvl="0" indent="-342900" algn="l" rtl="0">
              <a:spcBef>
                <a:spcPts val="0"/>
              </a:spcBef>
              <a:spcAft>
                <a:spcPts val="0"/>
              </a:spcAft>
              <a:buSzPts val="1800"/>
              <a:buChar char="●"/>
            </a:pPr>
            <a:r>
              <a:rPr lang="en"/>
              <a:t>Compare analysis/results with intuition.</a:t>
            </a: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76"/>
        <p:cNvGrpSpPr/>
        <p:nvPr/>
      </p:nvGrpSpPr>
      <p:grpSpPr>
        <a:xfrm>
          <a:off x="0" y="0"/>
          <a:ext cx="0" cy="0"/>
          <a:chOff x="0" y="0"/>
          <a:chExt cx="0" cy="0"/>
        </a:xfrm>
      </p:grpSpPr>
      <p:sp>
        <p:nvSpPr>
          <p:cNvPr id="1877" name="Google Shape;1877;p3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Role cont.</a:t>
            </a:r>
            <a:endParaRPr/>
          </a:p>
        </p:txBody>
      </p:sp>
      <p:sp>
        <p:nvSpPr>
          <p:cNvPr id="1878" name="Google Shape;1878;p3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Intend to be critical but with a goal of being constructive.  You are trying to help the author write a better paper.</a:t>
            </a:r>
            <a:endParaRPr/>
          </a:p>
          <a:p>
            <a:pPr marL="0" lvl="0" indent="0" algn="l" rtl="0">
              <a:spcBef>
                <a:spcPts val="1600"/>
              </a:spcBef>
              <a:spcAft>
                <a:spcPts val="0"/>
              </a:spcAft>
              <a:buClr>
                <a:schemeClr val="dk1"/>
              </a:buClr>
              <a:buSzPts val="1100"/>
              <a:buFont typeface="Arial"/>
              <a:buNone/>
            </a:pPr>
            <a:r>
              <a:rPr lang="en"/>
              <a:t>Be tactful and not rude but you can be direct.  There is a balance. My tone changes if the authors ignore my point or say that they address it but do not.</a:t>
            </a:r>
            <a:endParaRPr/>
          </a:p>
          <a:p>
            <a:pPr marL="0" lvl="0" indent="0" algn="l" rtl="0">
              <a:spcBef>
                <a:spcPts val="1600"/>
              </a:spcBef>
              <a:spcAft>
                <a:spcPts val="0"/>
              </a:spcAft>
              <a:buClr>
                <a:schemeClr val="dk1"/>
              </a:buClr>
              <a:buSzPts val="1100"/>
              <a:buFont typeface="Arial"/>
              <a:buNone/>
            </a:pPr>
            <a:r>
              <a:rPr lang="en"/>
              <a:t>Avoid telling the authors to write a new paper even if you think this new paper would be more interesting/valuable.  Try to evaluate the paper in front of you.  If it doesn’t succeed, then you need to tell the editor.</a:t>
            </a:r>
            <a:endParaRPr/>
          </a:p>
          <a:p>
            <a:pPr marL="0" lvl="0" indent="0" algn="l" rtl="0">
              <a:spcBef>
                <a:spcPts val="1600"/>
              </a:spcBef>
              <a:spcAft>
                <a:spcPts val="0"/>
              </a:spcAft>
              <a:buClr>
                <a:schemeClr val="dk1"/>
              </a:buClr>
              <a:buSzPts val="1100"/>
              <a:buFont typeface="Arial"/>
              <a:buNone/>
            </a:pPr>
            <a:r>
              <a:rPr lang="en"/>
              <a:t>Avoid unnecessary self-citation </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82"/>
        <p:cNvGrpSpPr/>
        <p:nvPr/>
      </p:nvGrpSpPr>
      <p:grpSpPr>
        <a:xfrm>
          <a:off x="0" y="0"/>
          <a:ext cx="0" cy="0"/>
          <a:chOff x="0" y="0"/>
          <a:chExt cx="0" cy="0"/>
        </a:xfrm>
      </p:grpSpPr>
      <p:sp>
        <p:nvSpPr>
          <p:cNvPr id="1883" name="Google Shape;1883;p3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Ethridge poses some useful questions around topics</a:t>
            </a:r>
            <a:endParaRPr/>
          </a:p>
        </p:txBody>
      </p:sp>
      <p:sp>
        <p:nvSpPr>
          <p:cNvPr id="1884" name="Google Shape;1884;p3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Clarity</a:t>
            </a:r>
            <a:endParaRPr/>
          </a:p>
          <a:p>
            <a:pPr marL="0" lvl="0" indent="0" algn="l" rtl="0">
              <a:spcBef>
                <a:spcPts val="1600"/>
              </a:spcBef>
              <a:spcAft>
                <a:spcPts val="0"/>
              </a:spcAft>
              <a:buNone/>
            </a:pPr>
            <a:r>
              <a:rPr lang="en"/>
              <a:t>Appropriateness/relevance</a:t>
            </a:r>
            <a:endParaRPr/>
          </a:p>
          <a:p>
            <a:pPr marL="0" lvl="0" indent="0" algn="l" rtl="0">
              <a:spcBef>
                <a:spcPts val="1600"/>
              </a:spcBef>
              <a:spcAft>
                <a:spcPts val="0"/>
              </a:spcAft>
              <a:buNone/>
            </a:pPr>
            <a:r>
              <a:rPr lang="en"/>
              <a:t>Technical details</a:t>
            </a:r>
            <a:endParaRPr/>
          </a:p>
          <a:p>
            <a:pPr marL="0" lvl="0" indent="0" algn="l" rtl="0">
              <a:spcBef>
                <a:spcPts val="1600"/>
              </a:spcBef>
              <a:spcAft>
                <a:spcPts val="1600"/>
              </a:spcAft>
              <a:buNone/>
            </a:pPr>
            <a:r>
              <a:rPr lang="en"/>
              <a:t>Contribution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8"/>
        <p:cNvGrpSpPr/>
        <p:nvPr/>
      </p:nvGrpSpPr>
      <p:grpSpPr>
        <a:xfrm>
          <a:off x="0" y="0"/>
          <a:ext cx="0" cy="0"/>
          <a:chOff x="0" y="0"/>
          <a:chExt cx="0" cy="0"/>
        </a:xfrm>
      </p:grpSpPr>
      <p:sp>
        <p:nvSpPr>
          <p:cNvPr id="1889" name="Google Shape;1889;p3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Clarity of overall thought?  </a:t>
            </a:r>
            <a:endParaRPr/>
          </a:p>
        </p:txBody>
      </p:sp>
      <p:sp>
        <p:nvSpPr>
          <p:cNvPr id="1890" name="Google Shape;1890;p3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Is there a clear research question? Does the paper guide the reader’s thinking to the objective?</a:t>
            </a:r>
            <a:endParaRPr/>
          </a:p>
          <a:p>
            <a:pPr marL="0" lvl="0" indent="0" algn="l" rtl="0">
              <a:spcBef>
                <a:spcPts val="1600"/>
              </a:spcBef>
              <a:spcAft>
                <a:spcPts val="0"/>
              </a:spcAft>
              <a:buClr>
                <a:schemeClr val="dk1"/>
              </a:buClr>
              <a:buSzPts val="1100"/>
              <a:buFont typeface="Arial"/>
              <a:buNone/>
            </a:pPr>
            <a:r>
              <a:rPr lang="en"/>
              <a:t>Is the flow appropriate?</a:t>
            </a:r>
            <a:endParaRPr/>
          </a:p>
          <a:p>
            <a:pPr marL="0" lvl="0" indent="0" algn="l" rtl="0">
              <a:spcBef>
                <a:spcPts val="1600"/>
              </a:spcBef>
              <a:spcAft>
                <a:spcPts val="0"/>
              </a:spcAft>
              <a:buClr>
                <a:schemeClr val="dk1"/>
              </a:buClr>
              <a:buSzPts val="1100"/>
              <a:buFont typeface="Arial"/>
              <a:buNone/>
            </a:pPr>
            <a:r>
              <a:rPr lang="en"/>
              <a:t>Effective and efficient in meeting objective?</a:t>
            </a:r>
            <a:endParaRPr/>
          </a:p>
          <a:p>
            <a:pPr marL="0" lvl="0" indent="0" algn="l" rtl="0">
              <a:spcBef>
                <a:spcPts val="1600"/>
              </a:spcBef>
              <a:spcAft>
                <a:spcPts val="0"/>
              </a:spcAft>
              <a:buClr>
                <a:schemeClr val="dk1"/>
              </a:buClr>
              <a:buSzPts val="1100"/>
              <a:buFont typeface="Arial"/>
              <a:buNone/>
            </a:pPr>
            <a:r>
              <a:rPr lang="en"/>
              <a:t>Organization?</a:t>
            </a:r>
            <a:endParaRPr/>
          </a:p>
          <a:p>
            <a:pPr marL="0" lvl="0" indent="0" algn="l" rtl="0">
              <a:spcBef>
                <a:spcPts val="1600"/>
              </a:spcBef>
              <a:spcAft>
                <a:spcPts val="1600"/>
              </a:spcAft>
              <a:buNone/>
            </a:pPr>
            <a:r>
              <a:rPr lang="en"/>
              <a:t>Language appropriate/clear/consistent?  You’re not a copyeditor but you can point to examples.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94"/>
        <p:cNvGrpSpPr/>
        <p:nvPr/>
      </p:nvGrpSpPr>
      <p:grpSpPr>
        <a:xfrm>
          <a:off x="0" y="0"/>
          <a:ext cx="0" cy="0"/>
          <a:chOff x="0" y="0"/>
          <a:chExt cx="0" cy="0"/>
        </a:xfrm>
      </p:grpSpPr>
      <p:sp>
        <p:nvSpPr>
          <p:cNvPr id="1895" name="Google Shape;1895;p319"/>
          <p:cNvSpPr txBox="1">
            <a:spLocks noGrp="1"/>
          </p:cNvSpPr>
          <p:nvPr>
            <p:ph type="body" idx="1"/>
          </p:nvPr>
        </p:nvSpPr>
        <p:spPr>
          <a:xfrm>
            <a:off x="311700" y="207475"/>
            <a:ext cx="8520600" cy="436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Appropriate/relevant</a:t>
            </a:r>
            <a:endParaRPr/>
          </a:p>
          <a:p>
            <a:pPr marL="457200" lvl="0" indent="-342900" algn="l" rtl="0">
              <a:spcBef>
                <a:spcPts val="1600"/>
              </a:spcBef>
              <a:spcAft>
                <a:spcPts val="0"/>
              </a:spcAft>
              <a:buSzPts val="1800"/>
              <a:buChar char="●"/>
            </a:pPr>
            <a:r>
              <a:rPr lang="en"/>
              <a:t>Appropriate for intended audience?  Think about objectives and rank of journal.</a:t>
            </a:r>
            <a:endParaRPr/>
          </a:p>
          <a:p>
            <a:pPr marL="0" lvl="0" indent="0" algn="l" rtl="0">
              <a:spcBef>
                <a:spcPts val="1600"/>
              </a:spcBef>
              <a:spcAft>
                <a:spcPts val="0"/>
              </a:spcAft>
              <a:buClr>
                <a:schemeClr val="dk1"/>
              </a:buClr>
              <a:buSzPts val="1100"/>
              <a:buFont typeface="Arial"/>
              <a:buNone/>
            </a:pPr>
            <a:r>
              <a:rPr lang="en"/>
              <a:t>Technical details</a:t>
            </a:r>
            <a:endParaRPr/>
          </a:p>
          <a:p>
            <a:pPr marL="457200" lvl="0" indent="-342900" algn="l" rtl="0">
              <a:spcBef>
                <a:spcPts val="1600"/>
              </a:spcBef>
              <a:spcAft>
                <a:spcPts val="0"/>
              </a:spcAft>
              <a:buSzPts val="1800"/>
              <a:buChar char="●"/>
            </a:pPr>
            <a:r>
              <a:rPr lang="en"/>
              <a:t>Are the methods appropriate?</a:t>
            </a:r>
            <a:endParaRPr/>
          </a:p>
          <a:p>
            <a:pPr marL="457200" lvl="0" indent="-342900" algn="l" rtl="0">
              <a:spcBef>
                <a:spcPts val="0"/>
              </a:spcBef>
              <a:spcAft>
                <a:spcPts val="0"/>
              </a:spcAft>
              <a:buSzPts val="1800"/>
              <a:buChar char="●"/>
            </a:pPr>
            <a:r>
              <a:rPr lang="en"/>
              <a:t>Are they conducted properly?</a:t>
            </a:r>
            <a:endParaRPr/>
          </a:p>
          <a:p>
            <a:pPr marL="914400" lvl="1" indent="-317500" algn="l" rtl="0">
              <a:spcBef>
                <a:spcPts val="0"/>
              </a:spcBef>
              <a:spcAft>
                <a:spcPts val="0"/>
              </a:spcAft>
              <a:buSzPts val="1400"/>
              <a:buChar char="○"/>
            </a:pPr>
            <a:r>
              <a:rPr lang="en"/>
              <a:t>You probably cannot estimate someone’s model.  Do they seem reasonable?</a:t>
            </a:r>
            <a:endParaRPr/>
          </a:p>
          <a:p>
            <a:pPr marL="914400" lvl="1" indent="-317500" algn="l" rtl="0">
              <a:spcBef>
                <a:spcPts val="0"/>
              </a:spcBef>
              <a:spcAft>
                <a:spcPts val="0"/>
              </a:spcAft>
              <a:buSzPts val="1400"/>
              <a:buChar char="○"/>
            </a:pPr>
            <a:r>
              <a:rPr lang="en"/>
              <a:t>You might want to derive results if possible.</a:t>
            </a:r>
            <a:endParaRPr/>
          </a:p>
          <a:p>
            <a:pPr marL="0" lvl="0" indent="0" algn="l" rtl="0">
              <a:spcBef>
                <a:spcPts val="1600"/>
              </a:spcBef>
              <a:spcAft>
                <a:spcPts val="0"/>
              </a:spcAft>
              <a:buClr>
                <a:schemeClr val="dk1"/>
              </a:buClr>
              <a:buSzPts val="1100"/>
              <a:buFont typeface="Arial"/>
              <a:buNone/>
            </a:pPr>
            <a:r>
              <a:rPr lang="en"/>
              <a:t>Contribution</a:t>
            </a:r>
            <a:endParaRPr/>
          </a:p>
          <a:p>
            <a:pPr marL="457200" lvl="0" indent="-342900" algn="l" rtl="0">
              <a:spcBef>
                <a:spcPts val="1600"/>
              </a:spcBef>
              <a:spcAft>
                <a:spcPts val="0"/>
              </a:spcAft>
              <a:buSzPts val="1800"/>
              <a:buChar char="●"/>
            </a:pPr>
            <a:r>
              <a:rPr lang="en"/>
              <a:t>Some journals care more than others</a:t>
            </a:r>
            <a:endParaRPr/>
          </a:p>
          <a:p>
            <a:pPr marL="457200" lvl="0" indent="-342900" algn="l" rtl="0">
              <a:spcBef>
                <a:spcPts val="0"/>
              </a:spcBef>
              <a:spcAft>
                <a:spcPts val="0"/>
              </a:spcAft>
              <a:buSzPts val="1800"/>
              <a:buChar char="●"/>
            </a:pPr>
            <a:r>
              <a:rPr lang="en"/>
              <a:t>Originality.  New perspective?</a:t>
            </a:r>
            <a:endParaRPr/>
          </a:p>
          <a:p>
            <a:pPr marL="457200" lvl="0" indent="-342900" algn="l" rtl="0">
              <a:spcBef>
                <a:spcPts val="0"/>
              </a:spcBef>
              <a:spcAft>
                <a:spcPts val="0"/>
              </a:spcAft>
              <a:buSzPts val="1800"/>
              <a:buChar char="●"/>
            </a:pPr>
            <a:r>
              <a:rPr lang="en"/>
              <a:t>Policy implications.  How general are the implications</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9"/>
        <p:cNvGrpSpPr/>
        <p:nvPr/>
      </p:nvGrpSpPr>
      <p:grpSpPr>
        <a:xfrm>
          <a:off x="0" y="0"/>
          <a:ext cx="0" cy="0"/>
          <a:chOff x="0" y="0"/>
          <a:chExt cx="0" cy="0"/>
        </a:xfrm>
      </p:grpSpPr>
      <p:sp>
        <p:nvSpPr>
          <p:cNvPr id="1900" name="Google Shape;1900;p3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Review process</a:t>
            </a:r>
            <a:endParaRPr/>
          </a:p>
        </p:txBody>
      </p:sp>
      <p:sp>
        <p:nvSpPr>
          <p:cNvPr id="1901" name="Google Shape;1901;p3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On each point, decide how critical an issue is for publishability</a:t>
            </a:r>
            <a:endParaRPr/>
          </a:p>
          <a:p>
            <a:pPr marL="0" lvl="0" indent="0" algn="l" rtl="0">
              <a:spcBef>
                <a:spcPts val="1600"/>
              </a:spcBef>
              <a:spcAft>
                <a:spcPts val="0"/>
              </a:spcAft>
              <a:buClr>
                <a:schemeClr val="dk1"/>
              </a:buClr>
              <a:buSzPts val="1100"/>
              <a:buFont typeface="Arial"/>
              <a:buNone/>
            </a:pPr>
            <a:r>
              <a:rPr lang="en"/>
              <a:t>When you get the review, read the paper and think about it for several days then begin to develop the critique.</a:t>
            </a:r>
            <a:endParaRPr/>
          </a:p>
          <a:p>
            <a:pPr marL="0" lvl="0" indent="0" algn="l" rtl="0">
              <a:spcBef>
                <a:spcPts val="1600"/>
              </a:spcBef>
              <a:spcAft>
                <a:spcPts val="1600"/>
              </a:spcAft>
              <a:buNone/>
            </a:pPr>
            <a:r>
              <a:rPr lang="en"/>
              <a:t>Golden rule.  Do unto others and you would have them do to you.</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05"/>
        <p:cNvGrpSpPr/>
        <p:nvPr/>
      </p:nvGrpSpPr>
      <p:grpSpPr>
        <a:xfrm>
          <a:off x="0" y="0"/>
          <a:ext cx="0" cy="0"/>
          <a:chOff x="0" y="0"/>
          <a:chExt cx="0" cy="0"/>
        </a:xfrm>
      </p:grpSpPr>
      <p:sp>
        <p:nvSpPr>
          <p:cNvPr id="1906" name="Google Shape;1906;p3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Referee report</a:t>
            </a:r>
            <a:endParaRPr/>
          </a:p>
        </p:txBody>
      </p:sp>
      <p:sp>
        <p:nvSpPr>
          <p:cNvPr id="1907" name="Google Shape;1907;p321"/>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Brief summary: helps the editor and conveys that you understood the article: Objective, Method, Main finding, </a:t>
            </a:r>
            <a:endParaRPr/>
          </a:p>
          <a:p>
            <a:pPr marL="0" lvl="0" indent="0" algn="l" rtl="0">
              <a:spcBef>
                <a:spcPts val="1600"/>
              </a:spcBef>
              <a:spcAft>
                <a:spcPts val="0"/>
              </a:spcAft>
              <a:buClr>
                <a:schemeClr val="dk1"/>
              </a:buClr>
              <a:buSzPts val="1100"/>
              <a:buFont typeface="Arial"/>
              <a:buNone/>
            </a:pPr>
            <a:r>
              <a:rPr lang="en"/>
              <a:t>General comments: Usually a conceptual critique or some aspect of the analysis with significant implications</a:t>
            </a:r>
            <a:endParaRPr/>
          </a:p>
          <a:p>
            <a:pPr marL="0" lvl="0" indent="0" algn="l" rtl="0">
              <a:spcBef>
                <a:spcPts val="1600"/>
              </a:spcBef>
              <a:spcAft>
                <a:spcPts val="0"/>
              </a:spcAft>
              <a:buClr>
                <a:schemeClr val="dk1"/>
              </a:buClr>
              <a:buSzPts val="1100"/>
              <a:buFont typeface="Arial"/>
              <a:buNone/>
            </a:pPr>
            <a:r>
              <a:rPr lang="en"/>
              <a:t>Specific comments: Itemized list referencing the page number and line number. Spelling errors. Issues with particular equations. Unclear sentences or statements</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
        <p:nvSpPr>
          <p:cNvPr id="1908" name="Google Shape;1908;p321"/>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Recommendation to the editor</a:t>
            </a:r>
            <a:endParaRPr/>
          </a:p>
          <a:p>
            <a:pPr marL="457200" lvl="0" indent="-317500" algn="l" rtl="0">
              <a:spcBef>
                <a:spcPts val="1600"/>
              </a:spcBef>
              <a:spcAft>
                <a:spcPts val="0"/>
              </a:spcAft>
              <a:buSzPts val="1400"/>
              <a:buChar char="●"/>
            </a:pPr>
            <a:r>
              <a:rPr lang="en"/>
              <a:t>Be clear and justify your recommendation</a:t>
            </a:r>
            <a:endParaRPr/>
          </a:p>
          <a:p>
            <a:pPr marL="457200" lvl="0" indent="-317500" algn="l" rtl="0">
              <a:spcBef>
                <a:spcPts val="0"/>
              </a:spcBef>
              <a:spcAft>
                <a:spcPts val="0"/>
              </a:spcAft>
              <a:buSzPts val="1400"/>
              <a:buChar char="●"/>
            </a:pPr>
            <a:r>
              <a:rPr lang="en"/>
              <a:t>Try to keep it parsimonious but clear</a:t>
            </a:r>
            <a:endParaRPr/>
          </a:p>
          <a:p>
            <a:pPr marL="457200" lvl="0" indent="-317500" algn="l" rtl="0">
              <a:spcBef>
                <a:spcPts val="0"/>
              </a:spcBef>
              <a:spcAft>
                <a:spcPts val="0"/>
              </a:spcAft>
              <a:buSzPts val="1400"/>
              <a:buChar char="●"/>
            </a:pPr>
            <a:r>
              <a:rPr lang="en"/>
              <a:t>If R&amp;R, then specify what authors need to do</a:t>
            </a:r>
            <a:endParaRPr/>
          </a:p>
          <a:p>
            <a:pPr marL="914400" lvl="1" indent="-304800" algn="l" rtl="0">
              <a:spcBef>
                <a:spcPts val="0"/>
              </a:spcBef>
              <a:spcAft>
                <a:spcPts val="0"/>
              </a:spcAft>
              <a:buSzPts val="1200"/>
              <a:buChar char="○"/>
            </a:pPr>
            <a:r>
              <a:rPr lang="en"/>
              <a:t>Robustness check</a:t>
            </a:r>
            <a:endParaRPr/>
          </a:p>
          <a:p>
            <a:pPr marL="914400" lvl="1" indent="-304800" algn="l" rtl="0">
              <a:spcBef>
                <a:spcPts val="0"/>
              </a:spcBef>
              <a:spcAft>
                <a:spcPts val="0"/>
              </a:spcAft>
              <a:buSzPts val="1200"/>
              <a:buChar char="○"/>
            </a:pPr>
            <a:r>
              <a:rPr lang="en"/>
              <a:t>Clarify or explain model or specification</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2"/>
        <p:cNvGrpSpPr/>
        <p:nvPr/>
      </p:nvGrpSpPr>
      <p:grpSpPr>
        <a:xfrm>
          <a:off x="0" y="0"/>
          <a:ext cx="0" cy="0"/>
          <a:chOff x="0" y="0"/>
          <a:chExt cx="0" cy="0"/>
        </a:xfrm>
      </p:grpSpPr>
      <p:sp>
        <p:nvSpPr>
          <p:cNvPr id="1913" name="Google Shape;1913;p3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Response to Reviewers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7"/>
        <p:cNvGrpSpPr/>
        <p:nvPr/>
      </p:nvGrpSpPr>
      <p:grpSpPr>
        <a:xfrm>
          <a:off x="0" y="0"/>
          <a:ext cx="0" cy="0"/>
          <a:chOff x="0" y="0"/>
          <a:chExt cx="0" cy="0"/>
        </a:xfrm>
      </p:grpSpPr>
      <p:sp>
        <p:nvSpPr>
          <p:cNvPr id="1918" name="Google Shape;1918;p3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Rejection will happen</a:t>
            </a:r>
            <a:endParaRPr/>
          </a:p>
        </p:txBody>
      </p:sp>
      <p:sp>
        <p:nvSpPr>
          <p:cNvPr id="1919" name="Google Shape;1919;p3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err="1"/>
              <a:t>Boonpramote</a:t>
            </a:r>
            <a:r>
              <a:rPr lang="en" dirty="0"/>
              <a:t> finds that failure to </a:t>
            </a:r>
            <a:r>
              <a:rPr lang="en" i="1" dirty="0"/>
              <a:t>communicate contribution</a:t>
            </a:r>
            <a:r>
              <a:rPr lang="en" dirty="0"/>
              <a:t> is the primary reason for rejection based on survey of editors.  Other reasons include:</a:t>
            </a:r>
            <a:endParaRPr dirty="0"/>
          </a:p>
          <a:p>
            <a:pPr marL="457200" lvl="0" indent="-342900" algn="l" rtl="0">
              <a:spcBef>
                <a:spcPts val="1600"/>
              </a:spcBef>
              <a:spcAft>
                <a:spcPts val="0"/>
              </a:spcAft>
              <a:buSzPts val="1800"/>
              <a:buChar char="●"/>
            </a:pPr>
            <a:r>
              <a:rPr lang="en" dirty="0"/>
              <a:t>Poor organization: parts do not fit into a coherent whole</a:t>
            </a:r>
            <a:endParaRPr dirty="0"/>
          </a:p>
          <a:p>
            <a:pPr marL="457200" lvl="0" indent="-342900" algn="l" rtl="0">
              <a:spcBef>
                <a:spcPts val="0"/>
              </a:spcBef>
              <a:spcAft>
                <a:spcPts val="0"/>
              </a:spcAft>
              <a:buSzPts val="1800"/>
              <a:buChar char="●"/>
            </a:pPr>
            <a:r>
              <a:rPr lang="en" dirty="0"/>
              <a:t>Poorly written: unclear prose, amateur tone.</a:t>
            </a:r>
            <a:endParaRPr dirty="0"/>
          </a:p>
          <a:p>
            <a:pPr marL="457200" lvl="0" indent="-342900" algn="l" rtl="0">
              <a:spcBef>
                <a:spcPts val="0"/>
              </a:spcBef>
              <a:spcAft>
                <a:spcPts val="0"/>
              </a:spcAft>
              <a:buSzPts val="1800"/>
              <a:buChar char="●"/>
            </a:pPr>
            <a:r>
              <a:rPr lang="en" dirty="0"/>
              <a:t>Failure to connect statistical results with an economic story</a:t>
            </a:r>
            <a:endParaRPr dirty="0"/>
          </a:p>
          <a:p>
            <a:pPr marL="457200" lvl="0" indent="-342900" algn="l" rtl="0">
              <a:spcBef>
                <a:spcPts val="0"/>
              </a:spcBef>
              <a:spcAft>
                <a:spcPts val="0"/>
              </a:spcAft>
              <a:buSzPts val="1800"/>
              <a:buChar char="●"/>
            </a:pPr>
            <a:r>
              <a:rPr lang="en" dirty="0"/>
              <a:t>Failure to motivate story – problematic situation</a:t>
            </a:r>
            <a:endParaRPr dirty="0"/>
          </a:p>
          <a:p>
            <a:pPr marL="457200" lvl="0" indent="-342900" algn="l" rtl="0">
              <a:spcBef>
                <a:spcPts val="0"/>
              </a:spcBef>
              <a:spcAft>
                <a:spcPts val="0"/>
              </a:spcAft>
              <a:buSzPts val="1800"/>
              <a:buChar char="●"/>
            </a:pPr>
            <a:r>
              <a:rPr lang="en" dirty="0"/>
              <a:t>Topic is inappropriate for journal</a:t>
            </a:r>
            <a:endParaRPr dirty="0"/>
          </a:p>
          <a:p>
            <a:pPr marL="0" lvl="0" indent="0" algn="l" rtl="0">
              <a:spcBef>
                <a:spcPts val="1600"/>
              </a:spcBef>
              <a:spcAft>
                <a:spcPts val="0"/>
              </a:spcAft>
              <a:buNone/>
            </a:pPr>
            <a:r>
              <a:rPr lang="en" dirty="0" err="1"/>
              <a:t>Gans</a:t>
            </a:r>
            <a:r>
              <a:rPr lang="en" dirty="0"/>
              <a:t> and Shepard document that many of the great economics papers were rejected</a:t>
            </a:r>
            <a:endParaRPr dirty="0"/>
          </a:p>
          <a:p>
            <a:pPr marL="0" lvl="0" indent="0" algn="l" rtl="0">
              <a:spcBef>
                <a:spcPts val="1600"/>
              </a:spcBef>
              <a:spcAft>
                <a:spcPts val="1600"/>
              </a:spcAft>
              <a:buNone/>
            </a:pPr>
            <a:r>
              <a:rPr lang="en" dirty="0"/>
              <a:t>Some degree of randomness</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23"/>
        <p:cNvGrpSpPr/>
        <p:nvPr/>
      </p:nvGrpSpPr>
      <p:grpSpPr>
        <a:xfrm>
          <a:off x="0" y="0"/>
          <a:ext cx="0" cy="0"/>
          <a:chOff x="0" y="0"/>
          <a:chExt cx="0" cy="0"/>
        </a:xfrm>
      </p:grpSpPr>
      <p:sp>
        <p:nvSpPr>
          <p:cNvPr id="1924" name="Google Shape;1924;p3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Keep at it</a:t>
            </a:r>
            <a:endParaRPr/>
          </a:p>
        </p:txBody>
      </p:sp>
      <p:sp>
        <p:nvSpPr>
          <p:cNvPr id="1925" name="Google Shape;1925;p3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Rejection doesn’t necessarily mean the paper is bad or wrong.</a:t>
            </a:r>
            <a:endParaRPr/>
          </a:p>
          <a:p>
            <a:pPr marL="0" lvl="0" indent="0" algn="l" rtl="0">
              <a:spcBef>
                <a:spcPts val="1600"/>
              </a:spcBef>
              <a:spcAft>
                <a:spcPts val="0"/>
              </a:spcAft>
              <a:buClr>
                <a:schemeClr val="dk1"/>
              </a:buClr>
              <a:buSzPts val="1100"/>
              <a:buFont typeface="Arial"/>
              <a:buNone/>
            </a:pPr>
            <a:r>
              <a:rPr lang="en"/>
              <a:t>You should consider reviewer comments before submitting to a new journal</a:t>
            </a:r>
            <a:endParaRPr/>
          </a:p>
          <a:p>
            <a:pPr marL="0" lvl="0" indent="0" algn="l" rtl="0">
              <a:spcBef>
                <a:spcPts val="1600"/>
              </a:spcBef>
              <a:spcAft>
                <a:spcPts val="0"/>
              </a:spcAft>
              <a:buClr>
                <a:schemeClr val="dk1"/>
              </a:buClr>
              <a:buSzPts val="1100"/>
              <a:buFont typeface="Arial"/>
              <a:buNone/>
            </a:pPr>
            <a:r>
              <a:rPr lang="en"/>
              <a:t>Appealing the decision is usually not worth your time (it did work for me once)</a:t>
            </a:r>
            <a:endParaRPr/>
          </a:p>
          <a:p>
            <a:pPr marL="457200" lvl="0" indent="-342900" algn="l" rtl="0">
              <a:spcBef>
                <a:spcPts val="1600"/>
              </a:spcBef>
              <a:spcAft>
                <a:spcPts val="0"/>
              </a:spcAft>
              <a:buSzPts val="1800"/>
              <a:buChar char="●"/>
            </a:pPr>
            <a:r>
              <a:rPr lang="en"/>
              <a:t>Consider if you think the referee erroneously criticized something and the rejection came from that point.</a:t>
            </a:r>
            <a:endParaRPr/>
          </a:p>
          <a:p>
            <a:pPr marL="457200" lvl="0" indent="-342900" algn="l" rtl="0">
              <a:spcBef>
                <a:spcPts val="0"/>
              </a:spcBef>
              <a:spcAft>
                <a:spcPts val="0"/>
              </a:spcAft>
              <a:buSzPts val="1800"/>
              <a:buChar char="●"/>
            </a:pPr>
            <a:r>
              <a:rPr lang="en"/>
              <a:t>Explain why you deserve another opinion.</a:t>
            </a:r>
            <a:endParaRPr/>
          </a:p>
          <a:p>
            <a:pPr marL="0" lvl="0" indent="0" algn="l" rtl="0">
              <a:spcBef>
                <a:spcPts val="1600"/>
              </a:spcBef>
              <a:spcAft>
                <a:spcPts val="1600"/>
              </a:spcAft>
              <a:buNone/>
            </a:pPr>
            <a:r>
              <a:rPr lang="en"/>
              <a:t>M. Bellemare just tweeted about not appealing a desk reject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29"/>
        <p:cNvGrpSpPr/>
        <p:nvPr/>
      </p:nvGrpSpPr>
      <p:grpSpPr>
        <a:xfrm>
          <a:off x="0" y="0"/>
          <a:ext cx="0" cy="0"/>
          <a:chOff x="0" y="0"/>
          <a:chExt cx="0" cy="0"/>
        </a:xfrm>
      </p:grpSpPr>
      <p:sp>
        <p:nvSpPr>
          <p:cNvPr id="1930" name="Google Shape;1930;p3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Revise/Reject and Resubmit</a:t>
            </a:r>
            <a:endParaRPr/>
          </a:p>
        </p:txBody>
      </p:sp>
      <p:sp>
        <p:nvSpPr>
          <p:cNvPr id="1931" name="Google Shape;1931;p3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Probably the most common (aside from rejection)</a:t>
            </a:r>
            <a:endParaRPr/>
          </a:p>
          <a:p>
            <a:pPr marL="0" lvl="0" indent="0" algn="l" rtl="0">
              <a:spcBef>
                <a:spcPts val="1600"/>
              </a:spcBef>
              <a:spcAft>
                <a:spcPts val="0"/>
              </a:spcAft>
              <a:buNone/>
            </a:pPr>
            <a:r>
              <a:rPr lang="en"/>
              <a:t>Usually a time limit (weeks to months).  Most advice is to drop what you are doing and work on that paper</a:t>
            </a:r>
            <a:endParaRPr/>
          </a:p>
          <a:p>
            <a:pPr marL="457200" lvl="0" indent="-342900" algn="l" rtl="0">
              <a:spcBef>
                <a:spcPts val="1600"/>
              </a:spcBef>
              <a:spcAft>
                <a:spcPts val="0"/>
              </a:spcAft>
              <a:buSzPts val="1800"/>
              <a:buChar char="●"/>
            </a:pPr>
            <a:r>
              <a:rPr lang="en"/>
              <a:t>Revise well before that limit so that referees don’t forget why they liked the paper.  Choi recommends 3mo.</a:t>
            </a:r>
            <a:endParaRPr/>
          </a:p>
          <a:p>
            <a:pPr marL="457200" lvl="0" indent="-342900" algn="l" rtl="0">
              <a:spcBef>
                <a:spcPts val="0"/>
              </a:spcBef>
              <a:spcAft>
                <a:spcPts val="0"/>
              </a:spcAft>
              <a:buSzPts val="1800"/>
              <a:buChar char="●"/>
            </a:pPr>
            <a:r>
              <a:rPr lang="en"/>
              <a:t>Work on the revisions regularly if not all at once immediately.  This may help you get excited about the project again.</a:t>
            </a:r>
            <a:endParaRPr/>
          </a:p>
          <a:p>
            <a:pPr marL="0" lvl="0" indent="0" algn="l" rtl="0">
              <a:spcBef>
                <a:spcPts val="1600"/>
              </a:spcBef>
              <a:spcAft>
                <a:spcPts val="1600"/>
              </a:spcAft>
              <a:buNone/>
            </a:pPr>
            <a:r>
              <a:rPr lang="en"/>
              <a:t>Be optimistic and take the opportunity seriously.  Getting the R&amp;R greatly increases your chance of acceptance.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sp>
        <p:nvSpPr>
          <p:cNvPr id="1936" name="Google Shape;1936;p3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Choi’s points</a:t>
            </a:r>
            <a:endParaRPr/>
          </a:p>
        </p:txBody>
      </p:sp>
      <p:sp>
        <p:nvSpPr>
          <p:cNvPr id="1937" name="Google Shape;1937;p3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285750" indent="-285750"/>
            <a:r>
              <a:rPr lang="en" dirty="0"/>
              <a:t>When rejected, keep trying</a:t>
            </a:r>
          </a:p>
          <a:p>
            <a:pPr marL="285750" indent="-285750"/>
            <a:r>
              <a:rPr lang="en" dirty="0"/>
              <a:t>Don’t get angry</a:t>
            </a:r>
          </a:p>
          <a:p>
            <a:pPr marL="285750" indent="-285750"/>
            <a:r>
              <a:rPr lang="en"/>
              <a:t>Read </a:t>
            </a:r>
            <a:r>
              <a:rPr lang="en" dirty="0"/>
              <a:t>and listen to the referees.* Take responsibility for </a:t>
            </a:r>
            <a:r>
              <a:rPr lang="en"/>
              <a:t>any misunderstanding</a:t>
            </a:r>
          </a:p>
          <a:p>
            <a:pPr marL="285750" indent="-285750"/>
            <a:endParaRPr dirty="0"/>
          </a:p>
          <a:p>
            <a:pPr marL="0" lvl="0" indent="0" algn="l" rtl="0">
              <a:spcBef>
                <a:spcPts val="1600"/>
              </a:spcBef>
              <a:spcAft>
                <a:spcPts val="1600"/>
              </a:spcAft>
              <a:buNone/>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1"/>
        <p:cNvGrpSpPr/>
        <p:nvPr/>
      </p:nvGrpSpPr>
      <p:grpSpPr>
        <a:xfrm>
          <a:off x="0" y="0"/>
          <a:ext cx="0" cy="0"/>
          <a:chOff x="0" y="0"/>
          <a:chExt cx="0" cy="0"/>
        </a:xfrm>
      </p:grpSpPr>
      <p:sp>
        <p:nvSpPr>
          <p:cNvPr id="1942" name="Google Shape;1942;p3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Responding to Reviewers</a:t>
            </a:r>
            <a:endParaRPr/>
          </a:p>
        </p:txBody>
      </p:sp>
      <p:sp>
        <p:nvSpPr>
          <p:cNvPr id="1943" name="Google Shape;1943;p3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Thank the reviewers (they are usually dedicating time to carefully read your work and provide constructive criticism)</a:t>
            </a:r>
            <a:endParaRPr/>
          </a:p>
          <a:p>
            <a:pPr marL="0" lvl="0" indent="0" algn="l" rtl="0">
              <a:spcBef>
                <a:spcPts val="1600"/>
              </a:spcBef>
              <a:spcAft>
                <a:spcPts val="0"/>
              </a:spcAft>
              <a:buClr>
                <a:schemeClr val="dk1"/>
              </a:buClr>
              <a:buSzPts val="1100"/>
              <a:buFont typeface="Arial"/>
              <a:buNone/>
            </a:pPr>
            <a:r>
              <a:rPr lang="en"/>
              <a:t>Indicate that you are doing everything reasonable to address the comment.  </a:t>
            </a:r>
            <a:endParaRPr/>
          </a:p>
          <a:p>
            <a:pPr marL="0" lvl="0" indent="0" algn="l" rtl="0">
              <a:spcBef>
                <a:spcPts val="1600"/>
              </a:spcBef>
              <a:spcAft>
                <a:spcPts val="0"/>
              </a:spcAft>
              <a:buClr>
                <a:schemeClr val="dk1"/>
              </a:buClr>
              <a:buSzPts val="1100"/>
              <a:buFont typeface="Arial"/>
              <a:buNone/>
            </a:pPr>
            <a:r>
              <a:rPr lang="en"/>
              <a:t>This may include going beyond to fix of modify something that a comment brought about.</a:t>
            </a:r>
            <a:endParaRPr/>
          </a:p>
          <a:p>
            <a:pPr marL="0" lvl="0" indent="0" algn="l" rtl="0">
              <a:spcBef>
                <a:spcPts val="1600"/>
              </a:spcBef>
              <a:spcAft>
                <a:spcPts val="0"/>
              </a:spcAft>
              <a:buClr>
                <a:schemeClr val="dk1"/>
              </a:buClr>
              <a:buSzPts val="1100"/>
              <a:buFont typeface="Arial"/>
              <a:buNone/>
            </a:pPr>
            <a:r>
              <a:rPr lang="en"/>
              <a:t>If you can’t accommodate a reviewer’s demands, explain to the editor why and hope</a:t>
            </a:r>
            <a:endParaRPr/>
          </a:p>
          <a:p>
            <a:pPr marL="0" lvl="0" indent="0" algn="l" rtl="0">
              <a:spcBef>
                <a:spcPts val="1600"/>
              </a:spcBef>
              <a:spcAft>
                <a:spcPts val="1600"/>
              </a:spcAft>
              <a:buNone/>
            </a:pPr>
            <a:r>
              <a:rPr lang="en"/>
              <a:t>Don’t attack the referee.  It probably won’t help your cause.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47"/>
        <p:cNvGrpSpPr/>
        <p:nvPr/>
      </p:nvGrpSpPr>
      <p:grpSpPr>
        <a:xfrm>
          <a:off x="0" y="0"/>
          <a:ext cx="0" cy="0"/>
          <a:chOff x="0" y="0"/>
          <a:chExt cx="0" cy="0"/>
        </a:xfrm>
      </p:grpSpPr>
      <p:sp>
        <p:nvSpPr>
          <p:cNvPr id="1948" name="Google Shape;1948;p3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Responding to Reviewers</a:t>
            </a:r>
            <a:endParaRPr/>
          </a:p>
        </p:txBody>
      </p:sp>
      <p:sp>
        <p:nvSpPr>
          <p:cNvPr id="1949" name="Google Shape;1949;p3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Address each comment directly and thoroughly</a:t>
            </a:r>
            <a:endParaRPr/>
          </a:p>
          <a:p>
            <a:pPr marL="0" lvl="0" indent="0" algn="l" rtl="0">
              <a:spcBef>
                <a:spcPts val="1600"/>
              </a:spcBef>
              <a:spcAft>
                <a:spcPts val="0"/>
              </a:spcAft>
              <a:buClr>
                <a:schemeClr val="dk1"/>
              </a:buClr>
              <a:buSzPts val="1100"/>
              <a:buFont typeface="Arial"/>
              <a:buNone/>
            </a:pPr>
            <a:r>
              <a:rPr lang="en"/>
              <a:t>Small comments about typos etc can be acknowledged with a thank you and evidence that the change has been made.</a:t>
            </a:r>
            <a:endParaRPr/>
          </a:p>
          <a:p>
            <a:pPr marL="0" lvl="0" indent="0" algn="l" rtl="0">
              <a:spcBef>
                <a:spcPts val="1600"/>
              </a:spcBef>
              <a:spcAft>
                <a:spcPts val="0"/>
              </a:spcAft>
              <a:buClr>
                <a:schemeClr val="dk1"/>
              </a:buClr>
              <a:buSzPts val="1100"/>
              <a:buFont typeface="Arial"/>
              <a:buNone/>
            </a:pPr>
            <a:r>
              <a:rPr lang="en"/>
              <a:t>Critiques about the conceptual framework, model specification, or some robustness check require much more depth in the response</a:t>
            </a:r>
            <a:endParaRPr/>
          </a:p>
          <a:p>
            <a:pPr marL="457200" lvl="0" indent="-342900" algn="l" rtl="0">
              <a:spcBef>
                <a:spcPts val="1600"/>
              </a:spcBef>
              <a:spcAft>
                <a:spcPts val="0"/>
              </a:spcAft>
              <a:buSzPts val="1800"/>
              <a:buChar char="●"/>
            </a:pPr>
            <a:r>
              <a:rPr lang="en"/>
              <a:t>If you agree, thank the reviewer and explain in detail how you fixed the issue. Reference the place in the new manuscript where you addressed the comment.  Copy and paste specific excerpts into the response</a:t>
            </a:r>
            <a:endParaRPr/>
          </a:p>
          <a:p>
            <a:pPr marL="457200" lvl="0" indent="-342900" algn="l" rtl="0">
              <a:spcBef>
                <a:spcPts val="0"/>
              </a:spcBef>
              <a:spcAft>
                <a:spcPts val="0"/>
              </a:spcAft>
              <a:buSzPts val="1800"/>
              <a:buChar char="●"/>
            </a:pPr>
            <a:r>
              <a:rPr lang="en"/>
              <a:t>If you disagree, you need to provide justification for why you do it one way over the reviewers recommendation.</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53"/>
        <p:cNvGrpSpPr/>
        <p:nvPr/>
      </p:nvGrpSpPr>
      <p:grpSpPr>
        <a:xfrm>
          <a:off x="0" y="0"/>
          <a:ext cx="0" cy="0"/>
          <a:chOff x="0" y="0"/>
          <a:chExt cx="0" cy="0"/>
        </a:xfrm>
      </p:grpSpPr>
      <p:sp>
        <p:nvSpPr>
          <p:cNvPr id="1954" name="Google Shape;1954;p3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Responding to Reviewers</a:t>
            </a:r>
            <a:endParaRPr/>
          </a:p>
        </p:txBody>
      </p:sp>
      <p:sp>
        <p:nvSpPr>
          <p:cNvPr id="1955" name="Google Shape;1955;p329"/>
          <p:cNvSpPr txBox="1">
            <a:spLocks noGrp="1"/>
          </p:cNvSpPr>
          <p:nvPr>
            <p:ph type="body" idx="1"/>
          </p:nvPr>
        </p:nvSpPr>
        <p:spPr>
          <a:xfrm>
            <a:off x="311700" y="1152475"/>
            <a:ext cx="8520600" cy="385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If you have particular questions about what the referee is asking for or whether your response is appropriate, ask advisors or colleagues.  Under extreme circumstances, you can ask the editor</a:t>
            </a:r>
            <a:endParaRPr/>
          </a:p>
          <a:p>
            <a:pPr marL="0" lvl="0" indent="0" algn="l" rtl="0">
              <a:spcBef>
                <a:spcPts val="1600"/>
              </a:spcBef>
              <a:spcAft>
                <a:spcPts val="0"/>
              </a:spcAft>
              <a:buClr>
                <a:schemeClr val="dk1"/>
              </a:buClr>
              <a:buSzPts val="1100"/>
              <a:buFont typeface="Arial"/>
              <a:buNone/>
            </a:pPr>
            <a:r>
              <a:rPr lang="en"/>
              <a:t>Alert the editor and reviewers to any other substantive changes that you made to the manuscript.  Examples include: model changes, new data, robustness checks.  Also explain why.</a:t>
            </a:r>
            <a:endParaRPr/>
          </a:p>
          <a:p>
            <a:pPr marL="0" lvl="0" indent="0" algn="l" rtl="0">
              <a:spcBef>
                <a:spcPts val="1600"/>
              </a:spcBef>
              <a:spcAft>
                <a:spcPts val="0"/>
              </a:spcAft>
              <a:buClr>
                <a:schemeClr val="dk1"/>
              </a:buClr>
              <a:buSzPts val="1100"/>
              <a:buFont typeface="Arial"/>
              <a:buNone/>
            </a:pPr>
            <a:r>
              <a:rPr lang="en"/>
              <a:t>They will probably not reread the entire manuscript.  Reviewers will often look back at their old review (and notes), then look at the revised manuscript to assess whether changes were sufficient.  </a:t>
            </a:r>
            <a:endParaRPr/>
          </a:p>
          <a:p>
            <a:pPr marL="0" lvl="0" indent="0" algn="l" rtl="0">
              <a:spcBef>
                <a:spcPts val="1600"/>
              </a:spcBef>
              <a:spcAft>
                <a:spcPts val="1600"/>
              </a:spcAft>
              <a:buNone/>
            </a:pPr>
            <a:r>
              <a:rPr lang="en"/>
              <a:t>Letter to the editor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59"/>
        <p:cNvGrpSpPr/>
        <p:nvPr/>
      </p:nvGrpSpPr>
      <p:grpSpPr>
        <a:xfrm>
          <a:off x="0" y="0"/>
          <a:ext cx="0" cy="0"/>
          <a:chOff x="0" y="0"/>
          <a:chExt cx="0" cy="0"/>
        </a:xfrm>
      </p:grpSpPr>
      <p:sp>
        <p:nvSpPr>
          <p:cNvPr id="1960" name="Google Shape;1960;p3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Suggestion: Make review correspondence public</a:t>
            </a:r>
            <a:endParaRPr/>
          </a:p>
        </p:txBody>
      </p:sp>
      <p:sp>
        <p:nvSpPr>
          <p:cNvPr id="1961" name="Google Shape;1961;p3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Retraction watch interview transcript</a:t>
            </a:r>
            <a:endParaRPr/>
          </a:p>
          <a:p>
            <a:pPr marL="0" lvl="0" indent="0" algn="l" rtl="0">
              <a:spcBef>
                <a:spcPts val="1600"/>
              </a:spcBef>
              <a:spcAft>
                <a:spcPts val="0"/>
              </a:spcAft>
              <a:buNone/>
            </a:pPr>
            <a:r>
              <a:rPr lang="en"/>
              <a:t>Problem: there is little incentive for good quality review.  This is not as much of an issue in higher ranked econ journals.</a:t>
            </a:r>
            <a:endParaRPr/>
          </a:p>
          <a:p>
            <a:pPr marL="0" lvl="0" indent="0" algn="l" rtl="0">
              <a:spcBef>
                <a:spcPts val="1600"/>
              </a:spcBef>
              <a:spcAft>
                <a:spcPts val="1600"/>
              </a:spcAft>
              <a:buNone/>
            </a:pPr>
            <a:r>
              <a:rPr lang="en"/>
              <a:t>Solution: publish the reviews, responses, and editorial letters so that readers can judge the quality of the peer review process</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48872</TotalTime>
  <Words>1232</Words>
  <Application>Microsoft Office PowerPoint</Application>
  <PresentationFormat>On-screen Show (16:9)</PresentationFormat>
  <Paragraphs>105</Paragraphs>
  <Slides>19</Slides>
  <Notes>19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Arial</vt:lpstr>
      <vt:lpstr>Simple Light</vt:lpstr>
      <vt:lpstr>AREC 570 Slides</vt:lpstr>
      <vt:lpstr>Unit 7 Reviewing</vt:lpstr>
      <vt:lpstr>Publication Process</vt:lpstr>
      <vt:lpstr>Role of Referee</vt:lpstr>
      <vt:lpstr>Role cont.</vt:lpstr>
      <vt:lpstr>Ethridge poses some useful questions around topics</vt:lpstr>
      <vt:lpstr>Clarity of overall thought?  </vt:lpstr>
      <vt:lpstr>PowerPoint Presentation</vt:lpstr>
      <vt:lpstr>Review process</vt:lpstr>
      <vt:lpstr>Referee report</vt:lpstr>
      <vt:lpstr>Response to Reviewers</vt:lpstr>
      <vt:lpstr>Rejection will happen</vt:lpstr>
      <vt:lpstr>Keep at it</vt:lpstr>
      <vt:lpstr>Revise/Reject and Resubmit</vt:lpstr>
      <vt:lpstr>Choi’s points</vt:lpstr>
      <vt:lpstr>Responding to Reviewers</vt:lpstr>
      <vt:lpstr>Responding to Reviewers</vt:lpstr>
      <vt:lpstr>Responding to Reviewers</vt:lpstr>
      <vt:lpstr>Suggestion: Make review correspondence public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AREC 570 Slides</dc:title>
  <cp:lastModifiedBy>Amanda Countryman</cp:lastModifiedBy>
  <cp:revision>262</cp:revision>
  <dcterms:modified xsi:type="dcterms:W3CDTF">2026-08-25T01:57:17Z</dcterms:modified>
</cp:coreProperties>
</file>