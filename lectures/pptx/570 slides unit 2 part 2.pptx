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348" r:id="rId3"/>
    <p:sldId id="368" r:id="rId4"/>
    <p:sldId id="369" r:id="rId5"/>
    <p:sldId id="372" r:id="rId6"/>
    <p:sldId id="373" r:id="rId7"/>
    <p:sldId id="380" r:id="rId8"/>
    <p:sldId id="376" r:id="rId9"/>
    <p:sldId id="377" r:id="rId10"/>
    <p:sldId id="378" r:id="rId11"/>
    <p:sldId id="379" r:id="rId12"/>
    <p:sldId id="370" r:id="rId13"/>
    <p:sldId id="381" r:id="rId14"/>
    <p:sldId id="371" r:id="rId15"/>
    <p:sldId id="37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25224-590B-482C-A77B-C187B7B8A55C}" v="19" dt="2026-09-10T06:01:44.177"/>
  </p1510:revLst>
</p1510:revInfo>
</file>

<file path=ppt/tableStyles.xml><?xml version="1.0" encoding="utf-8"?>
<a:tblStyleLst xmlns:a="http://schemas.openxmlformats.org/drawingml/2006/main" def="{C3914263-E9C5-46C8-9AAA-96102F47AFED}">
  <a:tblStyle styleId="{C3914263-E9C5-46C8-9AAA-96102F47AF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56"/>
    <p:restoredTop sz="81741"/>
  </p:normalViewPr>
  <p:slideViewPr>
    <p:cSldViewPr snapToGrid="0">
      <p:cViewPr varScale="1">
        <p:scale>
          <a:sx n="80" d="100"/>
          <a:sy n="80" d="100"/>
        </p:scale>
        <p:origin x="11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Countryman" userId="0be1c61d-c610-49a2-ae7e-a4e60bd07712" providerId="ADAL" clId="{98F06270-9674-4578-A365-8DB09877B265}"/>
    <pc:docChg chg="delSld">
      <pc:chgData name="Amanda Countryman" userId="0be1c61d-c610-49a2-ae7e-a4e60bd07712" providerId="ADAL" clId="{98F06270-9674-4578-A365-8DB09877B265}" dt="2026-09-10T00:59:06.338" v="0" actId="47"/>
      <pc:docMkLst>
        <pc:docMk/>
      </pc:docMkLst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76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77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78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79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0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1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2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3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4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5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6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7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8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89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0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1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2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3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4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5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6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7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8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399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400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401"/>
        </pc:sldMkLst>
      </pc:sldChg>
      <pc:sldChg chg="del">
        <pc:chgData name="Amanda Countryman" userId="0be1c61d-c610-49a2-ae7e-a4e60bd07712" providerId="ADAL" clId="{98F06270-9674-4578-A365-8DB09877B265}" dt="2026-09-10T00:59:06.338" v="0" actId="47"/>
        <pc:sldMkLst>
          <pc:docMk/>
          <pc:sldMk cId="0" sldId="402"/>
        </pc:sldMkLst>
      </pc:sldChg>
      <pc:sldMasterChg chg="delSldLayout">
        <pc:chgData name="Amanda Countryman" userId="0be1c61d-c610-49a2-ae7e-a4e60bd07712" providerId="ADAL" clId="{98F06270-9674-4578-A365-8DB09877B265}" dt="2026-09-10T00:59:06.338" v="0" actId="47"/>
        <pc:sldMasterMkLst>
          <pc:docMk/>
          <pc:sldMasterMk cId="0" sldId="2147483659"/>
        </pc:sldMasterMkLst>
        <pc:sldLayoutChg chg="del">
          <pc:chgData name="Amanda Countryman" userId="0be1c61d-c610-49a2-ae7e-a4e60bd07712" providerId="ADAL" clId="{98F06270-9674-4578-A365-8DB09877B265}" dt="2026-09-10T00:59:06.338" v="0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Amanda Countryman" userId="0be1c61d-c610-49a2-ae7e-a4e60bd07712" providerId="ADAL" clId="{00873937-8841-4394-9081-668AB0E0F950}"/>
    <pc:docChg chg="undo custSel addSld delSld modSld sldOrd">
      <pc:chgData name="Amanda Countryman" userId="0be1c61d-c610-49a2-ae7e-a4e60bd07712" providerId="ADAL" clId="{00873937-8841-4394-9081-668AB0E0F950}" dt="2026-09-10T13:59:11.911" v="496" actId="478"/>
      <pc:docMkLst>
        <pc:docMk/>
      </pc:docMkLst>
      <pc:sldChg chg="delSp mod">
        <pc:chgData name="Amanda Countryman" userId="0be1c61d-c610-49a2-ae7e-a4e60bd07712" providerId="ADAL" clId="{00873937-8841-4394-9081-668AB0E0F950}" dt="2026-09-10T13:59:11.911" v="496" actId="478"/>
        <pc:sldMkLst>
          <pc:docMk/>
          <pc:sldMk cId="0" sldId="256"/>
        </pc:sldMkLst>
        <pc:spChg chg="del">
          <ac:chgData name="Amanda Countryman" userId="0be1c61d-c610-49a2-ae7e-a4e60bd07712" providerId="ADAL" clId="{00873937-8841-4394-9081-668AB0E0F950}" dt="2026-09-10T13:59:11.911" v="496" actId="478"/>
          <ac:spMkLst>
            <pc:docMk/>
            <pc:sldMk cId="0" sldId="256"/>
            <ac:spMk id="55" creationId="{00000000-0000-0000-0000-000000000000}"/>
          </ac:spMkLst>
        </pc:spChg>
      </pc:sldChg>
      <pc:sldChg chg="delSp modSp add del mod">
        <pc:chgData name="Amanda Countryman" userId="0be1c61d-c610-49a2-ae7e-a4e60bd07712" providerId="ADAL" clId="{00873937-8841-4394-9081-668AB0E0F950}" dt="2026-09-10T05:40:58.382" v="156" actId="47"/>
        <pc:sldMkLst>
          <pc:docMk/>
          <pc:sldMk cId="0" sldId="257"/>
        </pc:sldMkLst>
        <pc:spChg chg="mod">
          <ac:chgData name="Amanda Countryman" userId="0be1c61d-c610-49a2-ae7e-a4e60bd07712" providerId="ADAL" clId="{00873937-8841-4394-9081-668AB0E0F950}" dt="2026-09-10T05:38:10.531" v="122" actId="113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Amanda Countryman" userId="0be1c61d-c610-49a2-ae7e-a4e60bd07712" providerId="ADAL" clId="{00873937-8841-4394-9081-668AB0E0F950}" dt="2026-09-10T05:39:50.741" v="138"/>
          <ac:spMkLst>
            <pc:docMk/>
            <pc:sldMk cId="0" sldId="257"/>
            <ac:spMk id="3" creationId="{00000000-0000-0000-0000-000000000000}"/>
          </ac:spMkLst>
        </pc:spChg>
      </pc:sldChg>
      <pc:sldChg chg="delSp modSp add del mod">
        <pc:chgData name="Amanda Countryman" userId="0be1c61d-c610-49a2-ae7e-a4e60bd07712" providerId="ADAL" clId="{00873937-8841-4394-9081-668AB0E0F950}" dt="2026-09-10T05:42:24.609" v="218" actId="47"/>
        <pc:sldMkLst>
          <pc:docMk/>
          <pc:sldMk cId="0" sldId="258"/>
        </pc:sldMkLst>
        <pc:spChg chg="del mod">
          <ac:chgData name="Amanda Countryman" userId="0be1c61d-c610-49a2-ae7e-a4e60bd07712" providerId="ADAL" clId="{00873937-8841-4394-9081-668AB0E0F950}" dt="2026-09-10T05:42:13.367" v="216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Amanda Countryman" userId="0be1c61d-c610-49a2-ae7e-a4e60bd07712" providerId="ADAL" clId="{00873937-8841-4394-9081-668AB0E0F950}" dt="2026-09-10T05:43:36.922" v="263" actId="47"/>
        <pc:sldMkLst>
          <pc:docMk/>
          <pc:sldMk cId="0" sldId="259"/>
        </pc:sldMkLst>
        <pc:spChg chg="del mod">
          <ac:chgData name="Amanda Countryman" userId="0be1c61d-c610-49a2-ae7e-a4e60bd07712" providerId="ADAL" clId="{00873937-8841-4394-9081-668AB0E0F950}" dt="2026-09-10T05:43:04.391" v="261"/>
          <ac:spMkLst>
            <pc:docMk/>
            <pc:sldMk cId="0" sldId="259"/>
            <ac:spMk id="3" creationId="{00000000-0000-0000-0000-000000000000}"/>
          </ac:spMkLst>
        </pc:spChg>
      </pc:sldChg>
      <pc:sldChg chg="add del">
        <pc:chgData name="Amanda Countryman" userId="0be1c61d-c610-49a2-ae7e-a4e60bd07712" providerId="ADAL" clId="{00873937-8841-4394-9081-668AB0E0F950}" dt="2026-09-10T05:43:59.390" v="264" actId="47"/>
        <pc:sldMkLst>
          <pc:docMk/>
          <pc:sldMk cId="0" sldId="260"/>
        </pc:sldMkLst>
      </pc:sldChg>
      <pc:sldChg chg="delSp modSp add del mod">
        <pc:chgData name="Amanda Countryman" userId="0be1c61d-c610-49a2-ae7e-a4e60bd07712" providerId="ADAL" clId="{00873937-8841-4394-9081-668AB0E0F950}" dt="2026-09-10T05:44:29.465" v="274" actId="47"/>
        <pc:sldMkLst>
          <pc:docMk/>
          <pc:sldMk cId="0" sldId="261"/>
        </pc:sldMkLst>
        <pc:spChg chg="del mod">
          <ac:chgData name="Amanda Countryman" userId="0be1c61d-c610-49a2-ae7e-a4e60bd07712" providerId="ADAL" clId="{00873937-8841-4394-9081-668AB0E0F950}" dt="2026-09-10T05:44:11.683" v="26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Amanda Countryman" userId="0be1c61d-c610-49a2-ae7e-a4e60bd07712" providerId="ADAL" clId="{00873937-8841-4394-9081-668AB0E0F950}" dt="2026-09-10T05:44:20.048" v="272"/>
          <ac:spMkLst>
            <pc:docMk/>
            <pc:sldMk cId="0" sldId="261"/>
            <ac:spMk id="3" creationId="{00000000-0000-0000-0000-000000000000}"/>
          </ac:spMkLst>
        </pc:spChg>
      </pc:sldChg>
      <pc:sldChg chg="modSp del mod">
        <pc:chgData name="Amanda Countryman" userId="0be1c61d-c610-49a2-ae7e-a4e60bd07712" providerId="ADAL" clId="{00873937-8841-4394-9081-668AB0E0F950}" dt="2026-09-10T05:27:40.681" v="5" actId="2696"/>
        <pc:sldMkLst>
          <pc:docMk/>
          <pc:sldMk cId="0" sldId="369"/>
        </pc:sldMkLst>
        <pc:spChg chg="mod">
          <ac:chgData name="Amanda Countryman" userId="0be1c61d-c610-49a2-ae7e-a4e60bd07712" providerId="ADAL" clId="{00873937-8841-4394-9081-668AB0E0F950}" dt="2026-09-10T05:27:26.621" v="4" actId="5793"/>
          <ac:spMkLst>
            <pc:docMk/>
            <pc:sldMk cId="0" sldId="369"/>
            <ac:spMk id="728" creationId="{00000000-0000-0000-0000-000000000000}"/>
          </ac:spMkLst>
        </pc:spChg>
      </pc:sldChg>
      <pc:sldChg chg="add">
        <pc:chgData name="Amanda Countryman" userId="0be1c61d-c610-49a2-ae7e-a4e60bd07712" providerId="ADAL" clId="{00873937-8841-4394-9081-668AB0E0F950}" dt="2026-09-10T05:29:01.584" v="58"/>
        <pc:sldMkLst>
          <pc:docMk/>
          <pc:sldMk cId="760863761" sldId="369"/>
        </pc:sldMkLst>
      </pc:sldChg>
      <pc:sldChg chg="add del">
        <pc:chgData name="Amanda Countryman" userId="0be1c61d-c610-49a2-ae7e-a4e60bd07712" providerId="ADAL" clId="{00873937-8841-4394-9081-668AB0E0F950}" dt="2026-09-10T05:28:57.767" v="57" actId="2696"/>
        <pc:sldMkLst>
          <pc:docMk/>
          <pc:sldMk cId="2292855326" sldId="369"/>
        </pc:sldMkLst>
      </pc:sldChg>
      <pc:sldChg chg="del">
        <pc:chgData name="Amanda Countryman" userId="0be1c61d-c610-49a2-ae7e-a4e60bd07712" providerId="ADAL" clId="{00873937-8841-4394-9081-668AB0E0F950}" dt="2026-09-10T05:27:40.681" v="5" actId="2696"/>
        <pc:sldMkLst>
          <pc:docMk/>
          <pc:sldMk cId="0" sldId="370"/>
        </pc:sldMkLst>
      </pc:sldChg>
      <pc:sldChg chg="modSp add mod">
        <pc:chgData name="Amanda Countryman" userId="0be1c61d-c610-49a2-ae7e-a4e60bd07712" providerId="ADAL" clId="{00873937-8841-4394-9081-668AB0E0F950}" dt="2026-09-10T05:58:34.420" v="477" actId="20577"/>
        <pc:sldMkLst>
          <pc:docMk/>
          <pc:sldMk cId="1436309805" sldId="370"/>
        </pc:sldMkLst>
        <pc:spChg chg="mod">
          <ac:chgData name="Amanda Countryman" userId="0be1c61d-c610-49a2-ae7e-a4e60bd07712" providerId="ADAL" clId="{00873937-8841-4394-9081-668AB0E0F950}" dt="2026-09-10T05:58:34.420" v="477" actId="20577"/>
          <ac:spMkLst>
            <pc:docMk/>
            <pc:sldMk cId="1436309805" sldId="370"/>
            <ac:spMk id="734" creationId="{00000000-0000-0000-0000-000000000000}"/>
          </ac:spMkLst>
        </pc:spChg>
      </pc:sldChg>
      <pc:sldChg chg="del">
        <pc:chgData name="Amanda Countryman" userId="0be1c61d-c610-49a2-ae7e-a4e60bd07712" providerId="ADAL" clId="{00873937-8841-4394-9081-668AB0E0F950}" dt="2026-09-10T05:27:40.681" v="5" actId="2696"/>
        <pc:sldMkLst>
          <pc:docMk/>
          <pc:sldMk cId="0" sldId="371"/>
        </pc:sldMkLst>
      </pc:sldChg>
      <pc:sldChg chg="modSp add mod">
        <pc:chgData name="Amanda Countryman" userId="0be1c61d-c610-49a2-ae7e-a4e60bd07712" providerId="ADAL" clId="{00873937-8841-4394-9081-668AB0E0F950}" dt="2026-09-10T06:01:49.483" v="495" actId="20577"/>
        <pc:sldMkLst>
          <pc:docMk/>
          <pc:sldMk cId="2715694389" sldId="371"/>
        </pc:sldMkLst>
        <pc:spChg chg="mod">
          <ac:chgData name="Amanda Countryman" userId="0be1c61d-c610-49a2-ae7e-a4e60bd07712" providerId="ADAL" clId="{00873937-8841-4394-9081-668AB0E0F950}" dt="2026-09-10T06:01:49.483" v="495" actId="20577"/>
          <ac:spMkLst>
            <pc:docMk/>
            <pc:sldMk cId="2715694389" sldId="371"/>
            <ac:spMk id="740" creationId="{00000000-0000-0000-0000-000000000000}"/>
          </ac:spMkLst>
        </pc:spChg>
      </pc:sldChg>
      <pc:sldChg chg="modSp mod">
        <pc:chgData name="Amanda Countryman" userId="0be1c61d-c610-49a2-ae7e-a4e60bd07712" providerId="ADAL" clId="{00873937-8841-4394-9081-668AB0E0F950}" dt="2026-09-10T05:50:37.574" v="314" actId="20577"/>
        <pc:sldMkLst>
          <pc:docMk/>
          <pc:sldMk cId="0" sldId="372"/>
        </pc:sldMkLst>
        <pc:spChg chg="mod">
          <ac:chgData name="Amanda Countryman" userId="0be1c61d-c610-49a2-ae7e-a4e60bd07712" providerId="ADAL" clId="{00873937-8841-4394-9081-668AB0E0F950}" dt="2026-09-10T05:50:37.574" v="314" actId="20577"/>
          <ac:spMkLst>
            <pc:docMk/>
            <pc:sldMk cId="0" sldId="372"/>
            <ac:spMk id="746" creationId="{00000000-0000-0000-0000-000000000000}"/>
          </ac:spMkLst>
        </pc:spChg>
      </pc:sldChg>
      <pc:sldChg chg="modSp mod">
        <pc:chgData name="Amanda Countryman" userId="0be1c61d-c610-49a2-ae7e-a4e60bd07712" providerId="ADAL" clId="{00873937-8841-4394-9081-668AB0E0F950}" dt="2026-09-10T05:29:58.049" v="93" actId="20577"/>
        <pc:sldMkLst>
          <pc:docMk/>
          <pc:sldMk cId="0" sldId="373"/>
        </pc:sldMkLst>
        <pc:spChg chg="mod">
          <ac:chgData name="Amanda Countryman" userId="0be1c61d-c610-49a2-ae7e-a4e60bd07712" providerId="ADAL" clId="{00873937-8841-4394-9081-668AB0E0F950}" dt="2026-09-10T05:29:58.049" v="93" actId="20577"/>
          <ac:spMkLst>
            <pc:docMk/>
            <pc:sldMk cId="0" sldId="373"/>
            <ac:spMk id="752" creationId="{00000000-0000-0000-0000-000000000000}"/>
          </ac:spMkLst>
        </pc:spChg>
      </pc:sldChg>
      <pc:sldChg chg="addSp delSp modSp del mod">
        <pc:chgData name="Amanda Countryman" userId="0be1c61d-c610-49a2-ae7e-a4e60bd07712" providerId="ADAL" clId="{00873937-8841-4394-9081-668AB0E0F950}" dt="2026-09-10T05:41:08.641" v="157" actId="47"/>
        <pc:sldMkLst>
          <pc:docMk/>
          <pc:sldMk cId="0" sldId="374"/>
        </pc:sldMkLst>
        <pc:spChg chg="add mod">
          <ac:chgData name="Amanda Countryman" userId="0be1c61d-c610-49a2-ae7e-a4e60bd07712" providerId="ADAL" clId="{00873937-8841-4394-9081-668AB0E0F950}" dt="2026-09-10T05:39:31.301" v="133" actId="21"/>
          <ac:spMkLst>
            <pc:docMk/>
            <pc:sldMk cId="0" sldId="374"/>
            <ac:spMk id="3" creationId="{383087B3-8E69-B9DB-3D96-E39E9D7FEFE1}"/>
          </ac:spMkLst>
        </pc:spChg>
        <pc:spChg chg="del">
          <ac:chgData name="Amanda Countryman" userId="0be1c61d-c610-49a2-ae7e-a4e60bd07712" providerId="ADAL" clId="{00873937-8841-4394-9081-668AB0E0F950}" dt="2026-09-10T05:39:31.301" v="133" actId="21"/>
          <ac:spMkLst>
            <pc:docMk/>
            <pc:sldMk cId="0" sldId="374"/>
            <ac:spMk id="757" creationId="{00000000-0000-0000-0000-000000000000}"/>
          </ac:spMkLst>
        </pc:spChg>
      </pc:sldChg>
      <pc:sldChg chg="modSp mod">
        <pc:chgData name="Amanda Countryman" userId="0be1c61d-c610-49a2-ae7e-a4e60bd07712" providerId="ADAL" clId="{00873937-8841-4394-9081-668AB0E0F950}" dt="2026-09-10T05:30:45.969" v="101" actId="20577"/>
        <pc:sldMkLst>
          <pc:docMk/>
          <pc:sldMk cId="0" sldId="375"/>
        </pc:sldMkLst>
        <pc:spChg chg="mod">
          <ac:chgData name="Amanda Countryman" userId="0be1c61d-c610-49a2-ae7e-a4e60bd07712" providerId="ADAL" clId="{00873937-8841-4394-9081-668AB0E0F950}" dt="2026-09-10T05:30:45.969" v="101" actId="20577"/>
          <ac:spMkLst>
            <pc:docMk/>
            <pc:sldMk cId="0" sldId="375"/>
            <ac:spMk id="763" creationId="{00000000-0000-0000-0000-000000000000}"/>
          </ac:spMkLst>
        </pc:spChg>
      </pc:sldChg>
      <pc:sldChg chg="addSp delSp modSp new mod">
        <pc:chgData name="Amanda Countryman" userId="0be1c61d-c610-49a2-ae7e-a4e60bd07712" providerId="ADAL" clId="{00873937-8841-4394-9081-668AB0E0F950}" dt="2026-09-10T05:41:40.366" v="211" actId="20577"/>
        <pc:sldMkLst>
          <pc:docMk/>
          <pc:sldMk cId="2659762053" sldId="376"/>
        </pc:sldMkLst>
        <pc:spChg chg="del">
          <ac:chgData name="Amanda Countryman" userId="0be1c61d-c610-49a2-ae7e-a4e60bd07712" providerId="ADAL" clId="{00873937-8841-4394-9081-668AB0E0F950}" dt="2026-09-10T05:39:44.865" v="135"/>
          <ac:spMkLst>
            <pc:docMk/>
            <pc:sldMk cId="2659762053" sldId="376"/>
            <ac:spMk id="2" creationId="{1A4C85CD-17C5-1839-5A29-05B43E48623D}"/>
          </ac:spMkLst>
        </pc:spChg>
        <pc:spChg chg="mod">
          <ac:chgData name="Amanda Countryman" userId="0be1c61d-c610-49a2-ae7e-a4e60bd07712" providerId="ADAL" clId="{00873937-8841-4394-9081-668AB0E0F950}" dt="2026-09-10T05:40:52.433" v="155" actId="6549"/>
          <ac:spMkLst>
            <pc:docMk/>
            <pc:sldMk cId="2659762053" sldId="376"/>
            <ac:spMk id="3" creationId="{235C40D5-E79E-5AA5-4FB4-B4B66BA1BF86}"/>
          </ac:spMkLst>
        </pc:spChg>
        <pc:spChg chg="add mod">
          <ac:chgData name="Amanda Countryman" userId="0be1c61d-c610-49a2-ae7e-a4e60bd07712" providerId="ADAL" clId="{00873937-8841-4394-9081-668AB0E0F950}" dt="2026-09-10T05:41:40.366" v="211" actId="20577"/>
          <ac:spMkLst>
            <pc:docMk/>
            <pc:sldMk cId="2659762053" sldId="376"/>
            <ac:spMk id="757" creationId="{00000000-0000-0000-0000-000000000000}"/>
          </ac:spMkLst>
        </pc:spChg>
      </pc:sldChg>
      <pc:sldChg chg="modSp new mod">
        <pc:chgData name="Amanda Countryman" userId="0be1c61d-c610-49a2-ae7e-a4e60bd07712" providerId="ADAL" clId="{00873937-8841-4394-9081-668AB0E0F950}" dt="2026-09-10T05:42:17.358" v="217"/>
        <pc:sldMkLst>
          <pc:docMk/>
          <pc:sldMk cId="3229757187" sldId="377"/>
        </pc:sldMkLst>
        <pc:spChg chg="mod">
          <ac:chgData name="Amanda Countryman" userId="0be1c61d-c610-49a2-ae7e-a4e60bd07712" providerId="ADAL" clId="{00873937-8841-4394-9081-668AB0E0F950}" dt="2026-09-10T05:41:57.668" v="213"/>
          <ac:spMkLst>
            <pc:docMk/>
            <pc:sldMk cId="3229757187" sldId="377"/>
            <ac:spMk id="2" creationId="{84DB5191-8157-0AC9-ADEA-CE144E755EF2}"/>
          </ac:spMkLst>
        </pc:spChg>
        <pc:spChg chg="mod">
          <ac:chgData name="Amanda Countryman" userId="0be1c61d-c610-49a2-ae7e-a4e60bd07712" providerId="ADAL" clId="{00873937-8841-4394-9081-668AB0E0F950}" dt="2026-09-10T05:42:17.358" v="217"/>
          <ac:spMkLst>
            <pc:docMk/>
            <pc:sldMk cId="3229757187" sldId="377"/>
            <ac:spMk id="3" creationId="{352B00C2-71DE-826D-625B-074BF6A7188B}"/>
          </ac:spMkLst>
        </pc:spChg>
      </pc:sldChg>
      <pc:sldChg chg="modSp new mod">
        <pc:chgData name="Amanda Countryman" userId="0be1c61d-c610-49a2-ae7e-a4e60bd07712" providerId="ADAL" clId="{00873937-8841-4394-9081-668AB0E0F950}" dt="2026-09-10T05:43:07.750" v="262"/>
        <pc:sldMkLst>
          <pc:docMk/>
          <pc:sldMk cId="4035885479" sldId="378"/>
        </pc:sldMkLst>
        <pc:spChg chg="mod">
          <ac:chgData name="Amanda Countryman" userId="0be1c61d-c610-49a2-ae7e-a4e60bd07712" providerId="ADAL" clId="{00873937-8841-4394-9081-668AB0E0F950}" dt="2026-09-10T05:42:56.020" v="258" actId="20577"/>
          <ac:spMkLst>
            <pc:docMk/>
            <pc:sldMk cId="4035885479" sldId="378"/>
            <ac:spMk id="2" creationId="{B62E2AA7-D90C-D6FD-58C6-8DE30F2FD911}"/>
          </ac:spMkLst>
        </pc:spChg>
        <pc:spChg chg="mod">
          <ac:chgData name="Amanda Countryman" userId="0be1c61d-c610-49a2-ae7e-a4e60bd07712" providerId="ADAL" clId="{00873937-8841-4394-9081-668AB0E0F950}" dt="2026-09-10T05:43:07.750" v="262"/>
          <ac:spMkLst>
            <pc:docMk/>
            <pc:sldMk cId="4035885479" sldId="378"/>
            <ac:spMk id="3" creationId="{1A9665BC-AD15-7E50-44F5-C7BBB8CAF99A}"/>
          </ac:spMkLst>
        </pc:spChg>
      </pc:sldChg>
      <pc:sldChg chg="modSp new">
        <pc:chgData name="Amanda Countryman" userId="0be1c61d-c610-49a2-ae7e-a4e60bd07712" providerId="ADAL" clId="{00873937-8841-4394-9081-668AB0E0F950}" dt="2026-09-10T05:44:21.589" v="273"/>
        <pc:sldMkLst>
          <pc:docMk/>
          <pc:sldMk cId="2375870948" sldId="379"/>
        </pc:sldMkLst>
        <pc:spChg chg="mod">
          <ac:chgData name="Amanda Countryman" userId="0be1c61d-c610-49a2-ae7e-a4e60bd07712" providerId="ADAL" clId="{00873937-8841-4394-9081-668AB0E0F950}" dt="2026-09-10T05:44:13.395" v="269"/>
          <ac:spMkLst>
            <pc:docMk/>
            <pc:sldMk cId="2375870948" sldId="379"/>
            <ac:spMk id="2" creationId="{39C93E21-5328-3A32-28D6-DF3FBCDDE68E}"/>
          </ac:spMkLst>
        </pc:spChg>
        <pc:spChg chg="mod">
          <ac:chgData name="Amanda Countryman" userId="0be1c61d-c610-49a2-ae7e-a4e60bd07712" providerId="ADAL" clId="{00873937-8841-4394-9081-668AB0E0F950}" dt="2026-09-10T05:44:21.589" v="273"/>
          <ac:spMkLst>
            <pc:docMk/>
            <pc:sldMk cId="2375870948" sldId="379"/>
            <ac:spMk id="3" creationId="{7F2ABAAC-F313-5697-49C0-88ADBBFF3169}"/>
          </ac:spMkLst>
        </pc:spChg>
      </pc:sldChg>
      <pc:sldChg chg="modSp new mod">
        <pc:chgData name="Amanda Countryman" userId="0be1c61d-c610-49a2-ae7e-a4e60bd07712" providerId="ADAL" clId="{00873937-8841-4394-9081-668AB0E0F950}" dt="2026-09-10T05:55:17.729" v="461" actId="20577"/>
        <pc:sldMkLst>
          <pc:docMk/>
          <pc:sldMk cId="1177851778" sldId="380"/>
        </pc:sldMkLst>
        <pc:spChg chg="mod">
          <ac:chgData name="Amanda Countryman" userId="0be1c61d-c610-49a2-ae7e-a4e60bd07712" providerId="ADAL" clId="{00873937-8841-4394-9081-668AB0E0F950}" dt="2026-09-10T05:53:48.427" v="420" actId="20577"/>
          <ac:spMkLst>
            <pc:docMk/>
            <pc:sldMk cId="1177851778" sldId="380"/>
            <ac:spMk id="2" creationId="{55437A83-D19F-D5BB-5957-442BAA285394}"/>
          </ac:spMkLst>
        </pc:spChg>
        <pc:spChg chg="mod">
          <ac:chgData name="Amanda Countryman" userId="0be1c61d-c610-49a2-ae7e-a4e60bd07712" providerId="ADAL" clId="{00873937-8841-4394-9081-668AB0E0F950}" dt="2026-09-10T05:55:17.729" v="461" actId="20577"/>
          <ac:spMkLst>
            <pc:docMk/>
            <pc:sldMk cId="1177851778" sldId="380"/>
            <ac:spMk id="3" creationId="{686108B6-B78C-9230-B94F-BB6261086A6F}"/>
          </ac:spMkLst>
        </pc:spChg>
      </pc:sldChg>
      <pc:sldChg chg="modSp new mod ord">
        <pc:chgData name="Amanda Countryman" userId="0be1c61d-c610-49a2-ae7e-a4e60bd07712" providerId="ADAL" clId="{00873937-8841-4394-9081-668AB0E0F950}" dt="2026-09-10T06:00:37.287" v="484"/>
        <pc:sldMkLst>
          <pc:docMk/>
          <pc:sldMk cId="3432843228" sldId="381"/>
        </pc:sldMkLst>
        <pc:spChg chg="mod">
          <ac:chgData name="Amanda Countryman" userId="0be1c61d-c610-49a2-ae7e-a4e60bd07712" providerId="ADAL" clId="{00873937-8841-4394-9081-668AB0E0F950}" dt="2026-09-10T05:59:38.899" v="479"/>
          <ac:spMkLst>
            <pc:docMk/>
            <pc:sldMk cId="3432843228" sldId="381"/>
            <ac:spMk id="2" creationId="{19435235-5D7B-67BD-1E13-A3A34EE61C87}"/>
          </ac:spMkLst>
        </pc:spChg>
        <pc:spChg chg="mod">
          <ac:chgData name="Amanda Countryman" userId="0be1c61d-c610-49a2-ae7e-a4e60bd07712" providerId="ADAL" clId="{00873937-8841-4394-9081-668AB0E0F950}" dt="2026-09-10T06:00:06.610" v="482" actId="12"/>
          <ac:spMkLst>
            <pc:docMk/>
            <pc:sldMk cId="3432843228" sldId="381"/>
            <ac:spMk id="3" creationId="{34BD31AE-FD99-67FC-7D28-E2E336DE057A}"/>
          </ac:spMkLst>
        </pc:spChg>
      </pc:sldChg>
      <pc:sldMasterChg chg="delSldLayout">
        <pc:chgData name="Amanda Countryman" userId="0be1c61d-c610-49a2-ae7e-a4e60bd07712" providerId="ADAL" clId="{00873937-8841-4394-9081-668AB0E0F950}" dt="2026-09-10T05:44:29.465" v="274" actId="47"/>
        <pc:sldMasterMkLst>
          <pc:docMk/>
          <pc:sldMasterMk cId="0" sldId="2147483659"/>
        </pc:sldMasterMkLst>
        <pc:sldLayoutChg chg="del">
          <pc:chgData name="Amanda Countryman" userId="0be1c61d-c610-49a2-ae7e-a4e60bd07712" providerId="ADAL" clId="{00873937-8841-4394-9081-668AB0E0F950}" dt="2026-09-10T05:44:29.465" v="274" actId="47"/>
          <pc:sldLayoutMkLst>
            <pc:docMk/>
            <pc:sldMasterMk cId="0" sldId="2147483659"/>
            <pc:sldLayoutMk cId="848997987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fa69a01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fa69a01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ebdeb8a99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ebdeb8a99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53231f4d8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53231f4d8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53231f4d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53231f4d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156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153231f4d8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153231f4d8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53231f4d8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53231f4d8e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53231f4d8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53231f4d8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425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53231f4d8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53231f4d8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334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53231f4d8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153231f4d8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licit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AREC 570 Slides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a research problem/question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an idea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28" name="Google Shape;728;p1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 each perspective on finding research ideas: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Davis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Dudenhefer</a:t>
            </a:r>
          </a:p>
          <a:p>
            <a:pPr>
              <a:buFont typeface="Arial"/>
              <a:buChar char="-"/>
            </a:pPr>
            <a:r>
              <a:rPr lang="en-US" dirty="0"/>
              <a:t>Varian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Discuss which perspective resonates with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086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Davis</a:t>
            </a:r>
            <a:endParaRPr/>
          </a:p>
        </p:txBody>
      </p:sp>
      <p:sp>
        <p:nvSpPr>
          <p:cNvPr id="746" name="Google Shape;746;p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Choose an important problem. </a:t>
            </a:r>
          </a:p>
          <a:p>
            <a:pPr marL="0" lvl="0" indent="0">
              <a:buNone/>
            </a:pPr>
            <a:endParaRPr lang="en" dirty="0"/>
          </a:p>
          <a:p>
            <a:pPr marL="0" lvl="0" indent="0">
              <a:buNone/>
            </a:pPr>
            <a:r>
              <a:rPr lang="en" dirty="0"/>
              <a:t>The right topic is one that interests you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Is it interesting to other economists?  Why should I care?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dirty="0"/>
              <a:t>Your Research Must Be New AND Important!</a:t>
            </a:r>
            <a:endParaRPr lang="en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Is the idea new?  Talk to someone working in that field.  Read review articles.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Is the novel element of your paper important?  Does it help others see the issue differently?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Davis</a:t>
            </a:r>
            <a:endParaRPr/>
          </a:p>
        </p:txBody>
      </p:sp>
      <p:sp>
        <p:nvSpPr>
          <p:cNvPr id="752" name="Google Shape;752;p1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you want to write applied theory, read empirics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If you want to write empirics, read theory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Find the frontier.  Google scholar, library,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elicit.org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Go to seminars (DARE, ENRE BB, Food Systems BB, ECON) *in person and virtual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Read working papers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7A83-D19F-D5BB-5957-442BAA28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and Practice are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08B6-B78C-9230-B94F-BB6261086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Engage advisers early and often with ideas and seek frank criticism.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Present your work often; practice improves research and your ability to explain it.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A presentation should quickly answer four questions: What is the question? Why is it important? What is new? How will you convince us?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Writing matters: unclear writing can hide an important contribution and often signals unclear thinking.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Finding a thesis topic should not be mechanical—creativity, insight, energy, and judgment matter.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Consider a joint first paper to get started and learn the research process.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85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C40D5-E79E-5AA5-4FB4-B4B66BA1B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economics research extends or complements an existing body of literature.</a:t>
            </a:r>
          </a:p>
          <a:p>
            <a:r>
              <a:rPr lang="en-US" dirty="0"/>
              <a:t>Researchers become familiar with prior questions, data, models, methods, findings, and unresolved problems.</a:t>
            </a:r>
          </a:p>
          <a:p>
            <a:r>
              <a:rPr lang="en-US" dirty="0"/>
              <a:t>A contribution usually improves or extends prior work by changing the QUESTION, DATA, or MODEL/TECHNIQUE.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Read to understand the literature and look for niches to contribute</a:t>
            </a:r>
          </a:p>
          <a:p>
            <a:pPr marL="114300" indent="0">
              <a:buNone/>
            </a:pPr>
            <a:r>
              <a:rPr lang="en-US" dirty="0"/>
              <a:t>Where to read:</a:t>
            </a:r>
          </a:p>
          <a:p>
            <a:r>
              <a:rPr lang="en-US" dirty="0"/>
              <a:t>Scan databases (e.g., google scholar, elicit)</a:t>
            </a:r>
          </a:p>
          <a:p>
            <a:r>
              <a:rPr lang="en-US" dirty="0"/>
              <a:t>Follow the most “important” journals in your area</a:t>
            </a:r>
          </a:p>
          <a:p>
            <a:r>
              <a:rPr lang="en-US" dirty="0"/>
              <a:t>Read review articles</a:t>
            </a:r>
          </a:p>
        </p:txBody>
      </p:sp>
      <p:sp>
        <p:nvSpPr>
          <p:cNvPr id="757" name="Google Shape;757;p131"/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Dudenhefer: Finding a Niche &amp; Contribution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9762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191-8157-0AC9-ADEA-CE144E75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Contribution Look Like?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B00C2-71DE-826D-625B-074BF6A71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question: study an issue in a setting previous researchers have not examined.</a:t>
            </a:r>
          </a:p>
          <a:p>
            <a:r>
              <a:rPr lang="en-US" dirty="0"/>
              <a:t>New data: use richer or more appropriate data to address limitations in earlier studies.</a:t>
            </a:r>
          </a:p>
          <a:p>
            <a:r>
              <a:rPr lang="en-US" dirty="0"/>
              <a:t>New model/technique: modify an existing model or method to answer a related question differently.</a:t>
            </a:r>
          </a:p>
          <a:p>
            <a:r>
              <a:rPr lang="en-US" dirty="0"/>
              <a:t>Bottom line: most papers pick up where earlier researchers left off rather than starting from scratch.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5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E2AA7-D90C-D6FD-58C6-8DE30F2F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the Literature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665BC-AD15-7E50-44F5-C7BBB8CAF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begin with an unrestricted database search: the literature is too large to navigate effectively without context.</a:t>
            </a:r>
          </a:p>
          <a:p>
            <a:r>
              <a:rPr lang="en-US" dirty="0"/>
              <a:t>First narrow the topic to a manageable question or setting.</a:t>
            </a:r>
          </a:p>
          <a:p>
            <a:r>
              <a:rPr lang="en-US" dirty="0"/>
              <a:t>Useful ways to narrow: TIME PERIOD, DEMOGRAPHIC GROUP, GEOGRAPHIC REGION, or EVENT/POLICY.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8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3E21-5328-3A32-28D6-DF3FBCDD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ABAAC-F313-5697-49C0-88ADBBFF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2100"/>
            </a:pPr>
            <a:r>
              <a:rPr lang="en-US" dirty="0"/>
              <a:t>Good economics research is usually incremental: it makes a clear contribution to existing work.</a:t>
            </a:r>
          </a:p>
          <a:p>
            <a:pPr>
              <a:spcAft>
                <a:spcPts val="900"/>
              </a:spcAft>
              <a:defRPr sz="2100"/>
            </a:pPr>
            <a:r>
              <a:rPr lang="en-US" dirty="0"/>
              <a:t>A contribution can come from a new question, better data, or a new model/technique.</a:t>
            </a:r>
          </a:p>
          <a:p>
            <a:pPr>
              <a:spcAft>
                <a:spcPts val="900"/>
              </a:spcAft>
              <a:defRPr sz="2100"/>
            </a:pPr>
            <a:r>
              <a:rPr lang="en-US" dirty="0"/>
              <a:t>Narrow the topic before searching.</a:t>
            </a:r>
          </a:p>
          <a:p>
            <a:pPr>
              <a:spcAft>
                <a:spcPts val="900"/>
              </a:spcAft>
              <a:defRPr sz="2100"/>
            </a:pPr>
            <a:r>
              <a:rPr lang="en-US" dirty="0"/>
              <a:t>Use overviews and literature reviews to understand the field before diving into database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870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</a:t>
            </a:r>
            <a:endParaRPr/>
          </a:p>
        </p:txBody>
      </p:sp>
      <p:sp>
        <p:nvSpPr>
          <p:cNvPr id="734" name="Google Shape;734;p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Look for ideas outside of journal articles: newspapers, magazines, TV, radio, conversations.  NYT, WSJ, Economist</a:t>
            </a:r>
          </a:p>
          <a:p>
            <a:pPr marL="0" indent="0">
              <a:buNone/>
            </a:pPr>
            <a:r>
              <a:rPr lang="en-US" dirty="0"/>
              <a:t>Ask: What interesting economic mechanism is behind something people observe or do?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Talk to people who work in areas that interest you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Sketch out a conceptual framework (Varian uses a model)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Can you explain to a non-economist?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Do other economists think it is interesting?  Publication potential? Everything that takes time has an opportunity cost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6309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5235-5D7B-67BD-1E13-A3A34EE6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Simplest Possible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D31AE-FD99-67FC-7D28-E2E336DE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spcAft>
                <a:spcPts val="1200"/>
              </a:spcAft>
              <a:buNone/>
              <a:defRPr sz="2100"/>
            </a:pPr>
            <a:r>
              <a:rPr lang="en-US" dirty="0"/>
              <a:t>Identify the agents, their objectives, constraints, interactions, and what adjusts to make choices consistent.</a:t>
            </a:r>
          </a:p>
          <a:p>
            <a:pPr marL="114300" indent="0">
              <a:spcAft>
                <a:spcPts val="1200"/>
              </a:spcAft>
              <a:buNone/>
              <a:defRPr sz="2100"/>
            </a:pPr>
            <a:r>
              <a:rPr lang="en-US" dirty="0"/>
              <a:t>Start with simple examples before proving theorems or running regressions.</a:t>
            </a:r>
          </a:p>
          <a:p>
            <a:pPr marL="114300" indent="0">
              <a:spcAft>
                <a:spcPts val="1200"/>
              </a:spcAft>
              <a:buNone/>
              <a:defRPr sz="2100"/>
            </a:pPr>
            <a:r>
              <a:rPr lang="en-US" dirty="0"/>
              <a:t>Use the KISS principle: keep simplifying until the model contains only what is needed to produce the interesting behavior.</a:t>
            </a:r>
          </a:p>
          <a:p>
            <a:pPr marL="114300" indent="0">
              <a:spcAft>
                <a:spcPts val="1200"/>
              </a:spcAft>
              <a:buNone/>
              <a:defRPr sz="2100"/>
            </a:pPr>
            <a:r>
              <a:rPr lang="en-US" dirty="0"/>
              <a:t>The goal is to reveal the essential mechanism—not to maximize complexity.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43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Varian</a:t>
            </a:r>
            <a:endParaRPr dirty="0"/>
          </a:p>
        </p:txBody>
      </p:sp>
      <p:sp>
        <p:nvSpPr>
          <p:cNvPr id="740" name="Google Shape;740;p1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Don’t look at the literature right away - it will constrain/guide your thinking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Need practice developing a conceptual framework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Your approach may be novel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Ideas need time to incubate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" dirty="0"/>
          </a:p>
          <a:p>
            <a:pPr marL="114300" lvl="0" indent="0">
              <a:buNone/>
            </a:pPr>
            <a:r>
              <a:rPr lang="en-US" dirty="0"/>
              <a:t>Present, Write, Revise—then Stop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5694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Workshop: consider your research question</a:t>
            </a:r>
            <a:endParaRPr dirty="0"/>
          </a:p>
        </p:txBody>
      </p:sp>
      <p:sp>
        <p:nvSpPr>
          <p:cNvPr id="764" name="Google Shape;764;p1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your question: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oriented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Analytical rather than descriptive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Interesting and significant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Amenable to economic analysis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Feasible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fb58802-ff7a-4bb1-ab21-367ff2ecfc8b}" enabled="0" method="" siteId="{afb58802-ff7a-4bb1-ab21-367ff2ecf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48931</TotalTime>
  <Words>769</Words>
  <Application>Microsoft Office PowerPoint</Application>
  <PresentationFormat>On-screen Show (16:9)</PresentationFormat>
  <Paragraphs>88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AREC 570 Slides</vt:lpstr>
      <vt:lpstr>Unit 2  Defining a research problem/question</vt:lpstr>
      <vt:lpstr>Finding an idea</vt:lpstr>
      <vt:lpstr>Overview</vt:lpstr>
      <vt:lpstr>Davis</vt:lpstr>
      <vt:lpstr>Davis</vt:lpstr>
      <vt:lpstr>Communication and Practice are Key</vt:lpstr>
      <vt:lpstr>Dudenhefer: Finding a Niche &amp; Contribution</vt:lpstr>
      <vt:lpstr>What Does a Contribution Look Like? </vt:lpstr>
      <vt:lpstr>Understand the Literature</vt:lpstr>
      <vt:lpstr>Key Takeaways </vt:lpstr>
      <vt:lpstr>Varian</vt:lpstr>
      <vt:lpstr>Build the Simplest Possible Model</vt:lpstr>
      <vt:lpstr>Varian</vt:lpstr>
      <vt:lpstr>Workshop: consider your research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AREC 570 Slides</dc:title>
  <cp:lastModifiedBy>Amanda Countryman</cp:lastModifiedBy>
  <cp:revision>264</cp:revision>
  <dcterms:modified xsi:type="dcterms:W3CDTF">2026-09-10T13:59:14Z</dcterms:modified>
</cp:coreProperties>
</file>