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9"/>
  </p:notesMasterIdLst>
  <p:sldIdLst>
    <p:sldId id="256" r:id="rId2"/>
    <p:sldId id="403" r:id="rId3"/>
    <p:sldId id="637" r:id="rId4"/>
    <p:sldId id="404" r:id="rId5"/>
    <p:sldId id="405" r:id="rId6"/>
    <p:sldId id="406" r:id="rId7"/>
    <p:sldId id="407" r:id="rId8"/>
    <p:sldId id="408" r:id="rId9"/>
    <p:sldId id="409" r:id="rId10"/>
    <p:sldId id="410" r:id="rId11"/>
    <p:sldId id="411" r:id="rId12"/>
    <p:sldId id="388" r:id="rId13"/>
    <p:sldId id="389" r:id="rId14"/>
    <p:sldId id="390" r:id="rId15"/>
    <p:sldId id="391" r:id="rId16"/>
    <p:sldId id="392" r:id="rId17"/>
    <p:sldId id="393" r:id="rId18"/>
    <p:sldId id="394" r:id="rId19"/>
    <p:sldId id="395" r:id="rId20"/>
    <p:sldId id="396" r:id="rId21"/>
    <p:sldId id="397" r:id="rId22"/>
    <p:sldId id="398" r:id="rId23"/>
    <p:sldId id="399" r:id="rId24"/>
    <p:sldId id="400" r:id="rId25"/>
    <p:sldId id="401" r:id="rId26"/>
    <p:sldId id="402" r:id="rId27"/>
    <p:sldId id="412" r:id="rId28"/>
    <p:sldId id="413" r:id="rId29"/>
    <p:sldId id="414" r:id="rId30"/>
    <p:sldId id="415" r:id="rId31"/>
    <p:sldId id="416" r:id="rId32"/>
    <p:sldId id="417" r:id="rId33"/>
    <p:sldId id="418" r:id="rId34"/>
    <p:sldId id="419" r:id="rId35"/>
    <p:sldId id="420" r:id="rId36"/>
    <p:sldId id="421" r:id="rId37"/>
    <p:sldId id="422" r:id="rId38"/>
    <p:sldId id="423" r:id="rId39"/>
    <p:sldId id="424" r:id="rId40"/>
    <p:sldId id="425" r:id="rId41"/>
    <p:sldId id="426" r:id="rId42"/>
    <p:sldId id="427" r:id="rId43"/>
    <p:sldId id="428" r:id="rId44"/>
    <p:sldId id="429" r:id="rId45"/>
    <p:sldId id="430" r:id="rId46"/>
    <p:sldId id="431" r:id="rId47"/>
    <p:sldId id="432" r:id="rId4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6C64A3-2F78-43D7-A4BE-01E749D3393B}" v="3" dt="2026-09-14T22:59:58.496"/>
  </p1510:revLst>
</p1510:revInfo>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56"/>
    <p:restoredTop sz="81741"/>
  </p:normalViewPr>
  <p:slideViewPr>
    <p:cSldViewPr snapToGrid="0">
      <p:cViewPr varScale="1">
        <p:scale>
          <a:sx n="119" d="100"/>
          <a:sy n="119" d="100"/>
        </p:scale>
        <p:origin x="1812" y="10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setBg">
        <pc:chgData name="Lauren Chenarides" userId="adbf3f91-28ff-415d-924b-37ef86f41ea6" providerId="ADAL" clId="{91C6A867-4822-4C05-B79B-B921162A7D31}" dt="2026-08-14T18:28:25.954" v="51"/>
        <pc:sldMkLst>
          <pc:docMk/>
          <pc:sldMk cId="0" sldId="403"/>
        </pc:sldMkLst>
      </pc:sldChg>
      <pc:sldChg chg="modSp mod setBg">
        <pc:chgData name="Lauren Chenarides" userId="adbf3f91-28ff-415d-924b-37ef86f41ea6" providerId="ADAL" clId="{91C6A867-4822-4C05-B79B-B921162A7D31}" dt="2026-08-14T18:28:38.134" v="59" actId="20577"/>
        <pc:sldMkLst>
          <pc:docMk/>
          <pc:sldMk cId="0" sldId="433"/>
        </pc:sldMkLst>
      </pc:sldChg>
      <pc:sldChg chg="modSp mod setBg">
        <pc:chgData name="Lauren Chenarides" userId="adbf3f91-28ff-415d-924b-37ef86f41ea6" providerId="ADAL" clId="{91C6A867-4822-4C05-B79B-B921162A7D31}" dt="2026-08-14T18:28:50.755" v="67"/>
        <pc:sldMkLst>
          <pc:docMk/>
          <pc:sldMk cId="0" sldId="458"/>
        </pc:sldMkLst>
      </pc:sldChg>
      <pc:sldChg chg="modSp mod setBg">
        <pc:chgData name="Lauren Chenarides" userId="adbf3f91-28ff-415d-924b-37ef86f41ea6" providerId="ADAL" clId="{91C6A867-4822-4C05-B79B-B921162A7D31}" dt="2026-08-14T18:29:23.641" v="95"/>
        <pc:sldMkLst>
          <pc:docMk/>
          <pc:sldMk cId="0" sldId="467"/>
        </pc:sldMkLst>
      </pc:sldChg>
      <pc:sldChg chg="modSp mod ord setBg">
        <pc:chgData name="Lauren Chenarides" userId="adbf3f91-28ff-415d-924b-37ef86f41ea6" providerId="ADAL" clId="{91C6A867-4822-4C05-B79B-B921162A7D31}" dt="2026-08-14T18:30:18.561" v="113" actId="20577"/>
        <pc:sldMkLst>
          <pc:docMk/>
          <pc:sldMk cId="0" sldId="546"/>
        </pc:sldMkLst>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05.067" v="105"/>
        <pc:sldMkLst>
          <pc:docMk/>
          <pc:sldMk cId="0" sldId="556"/>
        </pc:sldMkLst>
      </pc:sldChg>
      <pc:sldChg chg="modSp mod setBg">
        <pc:chgData name="Lauren Chenarides" userId="adbf3f91-28ff-415d-924b-37ef86f41ea6" providerId="ADAL" clId="{91C6A867-4822-4C05-B79B-B921162A7D31}" dt="2026-08-14T18:30:39.278" v="121"/>
        <pc:sldMkLst>
          <pc:docMk/>
          <pc:sldMk cId="0" sldId="574"/>
        </pc:sldMkLst>
      </pc:sldChg>
      <pc:sldChg chg="setBg">
        <pc:chgData name="Lauren Chenarides" userId="adbf3f91-28ff-415d-924b-37ef86f41ea6" providerId="ADAL" clId="{91C6A867-4822-4C05-B79B-B921162A7D31}" dt="2026-08-14T18:32:24.462" v="122"/>
        <pc:sldMkLst>
          <pc:docMk/>
          <pc:sldMk cId="0" sldId="587"/>
        </pc:sldMkLst>
      </pc:sldChg>
      <pc:sldChg chg="add">
        <pc:chgData name="Lauren Chenarides" userId="adbf3f91-28ff-415d-924b-37ef86f41ea6" providerId="ADAL" clId="{91C6A867-4822-4C05-B79B-B921162A7D31}" dt="2026-08-14T18:29:12.982" v="68" actId="2890"/>
        <pc:sldMkLst>
          <pc:docMk/>
          <pc:sldMk cId="189957461" sldId="681"/>
        </pc:sldMkLst>
      </pc:sldChg>
    </pc:docChg>
  </pc:docChgLst>
  <pc:docChgLst>
    <pc:chgData name="Amanda Countryman" userId="0be1c61d-c610-49a2-ae7e-a4e60bd07712" providerId="ADAL" clId="{00873937-8841-4394-9081-668AB0E0F950}"/>
    <pc:docChg chg="delSld">
      <pc:chgData name="Amanda Countryman" userId="0be1c61d-c610-49a2-ae7e-a4e60bd07712" providerId="ADAL" clId="{00873937-8841-4394-9081-668AB0E0F950}" dt="2026-08-25T01:51:27.318" v="1" actId="47"/>
      <pc:docMkLst>
        <pc:docMk/>
      </pc:docMkLst>
      <pc:sldChg chg="del">
        <pc:chgData name="Amanda Countryman" userId="0be1c61d-c610-49a2-ae7e-a4e60bd07712" providerId="ADAL" clId="{00873937-8841-4394-9081-668AB0E0F950}" dt="2026-08-25T01:51:12.926" v="0" actId="47"/>
        <pc:sldMkLst>
          <pc:docMk/>
          <pc:sldMk cId="0" sldId="257"/>
        </pc:sldMkLst>
      </pc:sldChg>
      <pc:sldChg chg="del">
        <pc:chgData name="Amanda Countryman" userId="0be1c61d-c610-49a2-ae7e-a4e60bd07712" providerId="ADAL" clId="{00873937-8841-4394-9081-668AB0E0F950}" dt="2026-08-25T01:51:12.926" v="0" actId="47"/>
        <pc:sldMkLst>
          <pc:docMk/>
          <pc:sldMk cId="0" sldId="258"/>
        </pc:sldMkLst>
      </pc:sldChg>
      <pc:sldChg chg="del">
        <pc:chgData name="Amanda Countryman" userId="0be1c61d-c610-49a2-ae7e-a4e60bd07712" providerId="ADAL" clId="{00873937-8841-4394-9081-668AB0E0F950}" dt="2026-08-25T01:51:12.926" v="0" actId="47"/>
        <pc:sldMkLst>
          <pc:docMk/>
          <pc:sldMk cId="0" sldId="259"/>
        </pc:sldMkLst>
      </pc:sldChg>
      <pc:sldChg chg="del">
        <pc:chgData name="Amanda Countryman" userId="0be1c61d-c610-49a2-ae7e-a4e60bd07712" providerId="ADAL" clId="{00873937-8841-4394-9081-668AB0E0F950}" dt="2026-08-25T01:51:12.926" v="0" actId="47"/>
        <pc:sldMkLst>
          <pc:docMk/>
          <pc:sldMk cId="0" sldId="260"/>
        </pc:sldMkLst>
      </pc:sldChg>
      <pc:sldChg chg="del">
        <pc:chgData name="Amanda Countryman" userId="0be1c61d-c610-49a2-ae7e-a4e60bd07712" providerId="ADAL" clId="{00873937-8841-4394-9081-668AB0E0F950}" dt="2026-08-25T01:51:12.926" v="0" actId="47"/>
        <pc:sldMkLst>
          <pc:docMk/>
          <pc:sldMk cId="0" sldId="261"/>
        </pc:sldMkLst>
      </pc:sldChg>
      <pc:sldChg chg="del">
        <pc:chgData name="Amanda Countryman" userId="0be1c61d-c610-49a2-ae7e-a4e60bd07712" providerId="ADAL" clId="{00873937-8841-4394-9081-668AB0E0F950}" dt="2026-08-25T01:51:12.926" v="0" actId="47"/>
        <pc:sldMkLst>
          <pc:docMk/>
          <pc:sldMk cId="0" sldId="262"/>
        </pc:sldMkLst>
      </pc:sldChg>
      <pc:sldChg chg="del">
        <pc:chgData name="Amanda Countryman" userId="0be1c61d-c610-49a2-ae7e-a4e60bd07712" providerId="ADAL" clId="{00873937-8841-4394-9081-668AB0E0F950}" dt="2026-08-25T01:51:12.926" v="0" actId="47"/>
        <pc:sldMkLst>
          <pc:docMk/>
          <pc:sldMk cId="0" sldId="263"/>
        </pc:sldMkLst>
      </pc:sldChg>
      <pc:sldChg chg="del">
        <pc:chgData name="Amanda Countryman" userId="0be1c61d-c610-49a2-ae7e-a4e60bd07712" providerId="ADAL" clId="{00873937-8841-4394-9081-668AB0E0F950}" dt="2026-08-25T01:51:12.926" v="0" actId="47"/>
        <pc:sldMkLst>
          <pc:docMk/>
          <pc:sldMk cId="0" sldId="264"/>
        </pc:sldMkLst>
      </pc:sldChg>
      <pc:sldChg chg="del">
        <pc:chgData name="Amanda Countryman" userId="0be1c61d-c610-49a2-ae7e-a4e60bd07712" providerId="ADAL" clId="{00873937-8841-4394-9081-668AB0E0F950}" dt="2026-08-25T01:51:12.926" v="0" actId="47"/>
        <pc:sldMkLst>
          <pc:docMk/>
          <pc:sldMk cId="0" sldId="265"/>
        </pc:sldMkLst>
      </pc:sldChg>
      <pc:sldChg chg="del">
        <pc:chgData name="Amanda Countryman" userId="0be1c61d-c610-49a2-ae7e-a4e60bd07712" providerId="ADAL" clId="{00873937-8841-4394-9081-668AB0E0F950}" dt="2026-08-25T01:51:12.926" v="0" actId="47"/>
        <pc:sldMkLst>
          <pc:docMk/>
          <pc:sldMk cId="0" sldId="266"/>
        </pc:sldMkLst>
      </pc:sldChg>
      <pc:sldChg chg="del">
        <pc:chgData name="Amanda Countryman" userId="0be1c61d-c610-49a2-ae7e-a4e60bd07712" providerId="ADAL" clId="{00873937-8841-4394-9081-668AB0E0F950}" dt="2026-08-25T01:51:12.926" v="0" actId="47"/>
        <pc:sldMkLst>
          <pc:docMk/>
          <pc:sldMk cId="0" sldId="267"/>
        </pc:sldMkLst>
      </pc:sldChg>
      <pc:sldChg chg="del">
        <pc:chgData name="Amanda Countryman" userId="0be1c61d-c610-49a2-ae7e-a4e60bd07712" providerId="ADAL" clId="{00873937-8841-4394-9081-668AB0E0F950}" dt="2026-08-25T01:51:12.926" v="0" actId="47"/>
        <pc:sldMkLst>
          <pc:docMk/>
          <pc:sldMk cId="0" sldId="268"/>
        </pc:sldMkLst>
      </pc:sldChg>
      <pc:sldChg chg="del">
        <pc:chgData name="Amanda Countryman" userId="0be1c61d-c610-49a2-ae7e-a4e60bd07712" providerId="ADAL" clId="{00873937-8841-4394-9081-668AB0E0F950}" dt="2026-08-25T01:51:12.926" v="0" actId="47"/>
        <pc:sldMkLst>
          <pc:docMk/>
          <pc:sldMk cId="0" sldId="269"/>
        </pc:sldMkLst>
      </pc:sldChg>
      <pc:sldChg chg="del">
        <pc:chgData name="Amanda Countryman" userId="0be1c61d-c610-49a2-ae7e-a4e60bd07712" providerId="ADAL" clId="{00873937-8841-4394-9081-668AB0E0F950}" dt="2026-08-25T01:51:12.926" v="0" actId="47"/>
        <pc:sldMkLst>
          <pc:docMk/>
          <pc:sldMk cId="0" sldId="270"/>
        </pc:sldMkLst>
      </pc:sldChg>
      <pc:sldChg chg="del">
        <pc:chgData name="Amanda Countryman" userId="0be1c61d-c610-49a2-ae7e-a4e60bd07712" providerId="ADAL" clId="{00873937-8841-4394-9081-668AB0E0F950}" dt="2026-08-25T01:51:12.926" v="0" actId="47"/>
        <pc:sldMkLst>
          <pc:docMk/>
          <pc:sldMk cId="0" sldId="271"/>
        </pc:sldMkLst>
      </pc:sldChg>
      <pc:sldChg chg="del">
        <pc:chgData name="Amanda Countryman" userId="0be1c61d-c610-49a2-ae7e-a4e60bd07712" providerId="ADAL" clId="{00873937-8841-4394-9081-668AB0E0F950}" dt="2026-08-25T01:51:12.926" v="0" actId="47"/>
        <pc:sldMkLst>
          <pc:docMk/>
          <pc:sldMk cId="0" sldId="272"/>
        </pc:sldMkLst>
      </pc:sldChg>
      <pc:sldChg chg="del">
        <pc:chgData name="Amanda Countryman" userId="0be1c61d-c610-49a2-ae7e-a4e60bd07712" providerId="ADAL" clId="{00873937-8841-4394-9081-668AB0E0F950}" dt="2026-08-25T01:51:12.926" v="0" actId="47"/>
        <pc:sldMkLst>
          <pc:docMk/>
          <pc:sldMk cId="0" sldId="273"/>
        </pc:sldMkLst>
      </pc:sldChg>
      <pc:sldChg chg="del">
        <pc:chgData name="Amanda Countryman" userId="0be1c61d-c610-49a2-ae7e-a4e60bd07712" providerId="ADAL" clId="{00873937-8841-4394-9081-668AB0E0F950}" dt="2026-08-25T01:51:12.926" v="0" actId="47"/>
        <pc:sldMkLst>
          <pc:docMk/>
          <pc:sldMk cId="0" sldId="274"/>
        </pc:sldMkLst>
      </pc:sldChg>
      <pc:sldChg chg="del">
        <pc:chgData name="Amanda Countryman" userId="0be1c61d-c610-49a2-ae7e-a4e60bd07712" providerId="ADAL" clId="{00873937-8841-4394-9081-668AB0E0F950}" dt="2026-08-25T01:51:12.926" v="0" actId="47"/>
        <pc:sldMkLst>
          <pc:docMk/>
          <pc:sldMk cId="0" sldId="276"/>
        </pc:sldMkLst>
      </pc:sldChg>
      <pc:sldChg chg="del">
        <pc:chgData name="Amanda Countryman" userId="0be1c61d-c610-49a2-ae7e-a4e60bd07712" providerId="ADAL" clId="{00873937-8841-4394-9081-668AB0E0F950}" dt="2026-08-25T01:51:12.926" v="0" actId="47"/>
        <pc:sldMkLst>
          <pc:docMk/>
          <pc:sldMk cId="0" sldId="277"/>
        </pc:sldMkLst>
      </pc:sldChg>
      <pc:sldChg chg="del">
        <pc:chgData name="Amanda Countryman" userId="0be1c61d-c610-49a2-ae7e-a4e60bd07712" providerId="ADAL" clId="{00873937-8841-4394-9081-668AB0E0F950}" dt="2026-08-25T01:51:12.926" v="0" actId="47"/>
        <pc:sldMkLst>
          <pc:docMk/>
          <pc:sldMk cId="0" sldId="278"/>
        </pc:sldMkLst>
      </pc:sldChg>
      <pc:sldChg chg="del">
        <pc:chgData name="Amanda Countryman" userId="0be1c61d-c610-49a2-ae7e-a4e60bd07712" providerId="ADAL" clId="{00873937-8841-4394-9081-668AB0E0F950}" dt="2026-08-25T01:51:12.926" v="0" actId="47"/>
        <pc:sldMkLst>
          <pc:docMk/>
          <pc:sldMk cId="0" sldId="279"/>
        </pc:sldMkLst>
      </pc:sldChg>
      <pc:sldChg chg="del">
        <pc:chgData name="Amanda Countryman" userId="0be1c61d-c610-49a2-ae7e-a4e60bd07712" providerId="ADAL" clId="{00873937-8841-4394-9081-668AB0E0F950}" dt="2026-08-25T01:51:12.926" v="0" actId="47"/>
        <pc:sldMkLst>
          <pc:docMk/>
          <pc:sldMk cId="0" sldId="280"/>
        </pc:sldMkLst>
      </pc:sldChg>
      <pc:sldChg chg="del">
        <pc:chgData name="Amanda Countryman" userId="0be1c61d-c610-49a2-ae7e-a4e60bd07712" providerId="ADAL" clId="{00873937-8841-4394-9081-668AB0E0F950}" dt="2026-08-25T01:51:12.926" v="0" actId="47"/>
        <pc:sldMkLst>
          <pc:docMk/>
          <pc:sldMk cId="0" sldId="282"/>
        </pc:sldMkLst>
      </pc:sldChg>
      <pc:sldChg chg="del">
        <pc:chgData name="Amanda Countryman" userId="0be1c61d-c610-49a2-ae7e-a4e60bd07712" providerId="ADAL" clId="{00873937-8841-4394-9081-668AB0E0F950}" dt="2026-08-25T01:51:12.926" v="0" actId="47"/>
        <pc:sldMkLst>
          <pc:docMk/>
          <pc:sldMk cId="0" sldId="283"/>
        </pc:sldMkLst>
      </pc:sldChg>
      <pc:sldChg chg="del">
        <pc:chgData name="Amanda Countryman" userId="0be1c61d-c610-49a2-ae7e-a4e60bd07712" providerId="ADAL" clId="{00873937-8841-4394-9081-668AB0E0F950}" dt="2026-08-25T01:51:12.926" v="0" actId="47"/>
        <pc:sldMkLst>
          <pc:docMk/>
          <pc:sldMk cId="0" sldId="284"/>
        </pc:sldMkLst>
      </pc:sldChg>
      <pc:sldChg chg="del">
        <pc:chgData name="Amanda Countryman" userId="0be1c61d-c610-49a2-ae7e-a4e60bd07712" providerId="ADAL" clId="{00873937-8841-4394-9081-668AB0E0F950}" dt="2026-08-25T01:51:12.926" v="0" actId="47"/>
        <pc:sldMkLst>
          <pc:docMk/>
          <pc:sldMk cId="0" sldId="285"/>
        </pc:sldMkLst>
      </pc:sldChg>
      <pc:sldChg chg="del">
        <pc:chgData name="Amanda Countryman" userId="0be1c61d-c610-49a2-ae7e-a4e60bd07712" providerId="ADAL" clId="{00873937-8841-4394-9081-668AB0E0F950}" dt="2026-08-25T01:51:12.926" v="0" actId="47"/>
        <pc:sldMkLst>
          <pc:docMk/>
          <pc:sldMk cId="0" sldId="286"/>
        </pc:sldMkLst>
      </pc:sldChg>
      <pc:sldChg chg="del">
        <pc:chgData name="Amanda Countryman" userId="0be1c61d-c610-49a2-ae7e-a4e60bd07712" providerId="ADAL" clId="{00873937-8841-4394-9081-668AB0E0F950}" dt="2026-08-25T01:51:12.926" v="0" actId="47"/>
        <pc:sldMkLst>
          <pc:docMk/>
          <pc:sldMk cId="0" sldId="287"/>
        </pc:sldMkLst>
      </pc:sldChg>
      <pc:sldChg chg="del">
        <pc:chgData name="Amanda Countryman" userId="0be1c61d-c610-49a2-ae7e-a4e60bd07712" providerId="ADAL" clId="{00873937-8841-4394-9081-668AB0E0F950}" dt="2026-08-25T01:51:12.926" v="0" actId="47"/>
        <pc:sldMkLst>
          <pc:docMk/>
          <pc:sldMk cId="0" sldId="288"/>
        </pc:sldMkLst>
      </pc:sldChg>
      <pc:sldChg chg="del">
        <pc:chgData name="Amanda Countryman" userId="0be1c61d-c610-49a2-ae7e-a4e60bd07712" providerId="ADAL" clId="{00873937-8841-4394-9081-668AB0E0F950}" dt="2026-08-25T01:51:12.926" v="0" actId="47"/>
        <pc:sldMkLst>
          <pc:docMk/>
          <pc:sldMk cId="0" sldId="289"/>
        </pc:sldMkLst>
      </pc:sldChg>
      <pc:sldChg chg="del">
        <pc:chgData name="Amanda Countryman" userId="0be1c61d-c610-49a2-ae7e-a4e60bd07712" providerId="ADAL" clId="{00873937-8841-4394-9081-668AB0E0F950}" dt="2026-08-25T01:51:12.926" v="0" actId="47"/>
        <pc:sldMkLst>
          <pc:docMk/>
          <pc:sldMk cId="0" sldId="290"/>
        </pc:sldMkLst>
      </pc:sldChg>
      <pc:sldChg chg="del">
        <pc:chgData name="Amanda Countryman" userId="0be1c61d-c610-49a2-ae7e-a4e60bd07712" providerId="ADAL" clId="{00873937-8841-4394-9081-668AB0E0F950}" dt="2026-08-25T01:51:12.926" v="0" actId="47"/>
        <pc:sldMkLst>
          <pc:docMk/>
          <pc:sldMk cId="0" sldId="291"/>
        </pc:sldMkLst>
      </pc:sldChg>
      <pc:sldChg chg="del">
        <pc:chgData name="Amanda Countryman" userId="0be1c61d-c610-49a2-ae7e-a4e60bd07712" providerId="ADAL" clId="{00873937-8841-4394-9081-668AB0E0F950}" dt="2026-08-25T01:51:12.926" v="0" actId="47"/>
        <pc:sldMkLst>
          <pc:docMk/>
          <pc:sldMk cId="0" sldId="292"/>
        </pc:sldMkLst>
      </pc:sldChg>
      <pc:sldChg chg="del">
        <pc:chgData name="Amanda Countryman" userId="0be1c61d-c610-49a2-ae7e-a4e60bd07712" providerId="ADAL" clId="{00873937-8841-4394-9081-668AB0E0F950}" dt="2026-08-25T01:51:12.926" v="0" actId="47"/>
        <pc:sldMkLst>
          <pc:docMk/>
          <pc:sldMk cId="0" sldId="293"/>
        </pc:sldMkLst>
      </pc:sldChg>
      <pc:sldChg chg="del">
        <pc:chgData name="Amanda Countryman" userId="0be1c61d-c610-49a2-ae7e-a4e60bd07712" providerId="ADAL" clId="{00873937-8841-4394-9081-668AB0E0F950}" dt="2026-08-25T01:51:12.926" v="0" actId="47"/>
        <pc:sldMkLst>
          <pc:docMk/>
          <pc:sldMk cId="0" sldId="294"/>
        </pc:sldMkLst>
      </pc:sldChg>
      <pc:sldChg chg="del">
        <pc:chgData name="Amanda Countryman" userId="0be1c61d-c610-49a2-ae7e-a4e60bd07712" providerId="ADAL" clId="{00873937-8841-4394-9081-668AB0E0F950}" dt="2026-08-25T01:51:12.926" v="0" actId="47"/>
        <pc:sldMkLst>
          <pc:docMk/>
          <pc:sldMk cId="0" sldId="295"/>
        </pc:sldMkLst>
      </pc:sldChg>
      <pc:sldChg chg="del">
        <pc:chgData name="Amanda Countryman" userId="0be1c61d-c610-49a2-ae7e-a4e60bd07712" providerId="ADAL" clId="{00873937-8841-4394-9081-668AB0E0F950}" dt="2026-08-25T01:51:12.926" v="0" actId="47"/>
        <pc:sldMkLst>
          <pc:docMk/>
          <pc:sldMk cId="0" sldId="296"/>
        </pc:sldMkLst>
      </pc:sldChg>
      <pc:sldChg chg="del">
        <pc:chgData name="Amanda Countryman" userId="0be1c61d-c610-49a2-ae7e-a4e60bd07712" providerId="ADAL" clId="{00873937-8841-4394-9081-668AB0E0F950}" dt="2026-08-25T01:51:12.926" v="0" actId="47"/>
        <pc:sldMkLst>
          <pc:docMk/>
          <pc:sldMk cId="0" sldId="297"/>
        </pc:sldMkLst>
      </pc:sldChg>
      <pc:sldChg chg="del">
        <pc:chgData name="Amanda Countryman" userId="0be1c61d-c610-49a2-ae7e-a4e60bd07712" providerId="ADAL" clId="{00873937-8841-4394-9081-668AB0E0F950}" dt="2026-08-25T01:51:12.926" v="0" actId="47"/>
        <pc:sldMkLst>
          <pc:docMk/>
          <pc:sldMk cId="0" sldId="298"/>
        </pc:sldMkLst>
      </pc:sldChg>
      <pc:sldChg chg="del">
        <pc:chgData name="Amanda Countryman" userId="0be1c61d-c610-49a2-ae7e-a4e60bd07712" providerId="ADAL" clId="{00873937-8841-4394-9081-668AB0E0F950}" dt="2026-08-25T01:51:12.926" v="0" actId="47"/>
        <pc:sldMkLst>
          <pc:docMk/>
          <pc:sldMk cId="0" sldId="299"/>
        </pc:sldMkLst>
      </pc:sldChg>
      <pc:sldChg chg="del">
        <pc:chgData name="Amanda Countryman" userId="0be1c61d-c610-49a2-ae7e-a4e60bd07712" providerId="ADAL" clId="{00873937-8841-4394-9081-668AB0E0F950}" dt="2026-08-25T01:51:12.926" v="0" actId="47"/>
        <pc:sldMkLst>
          <pc:docMk/>
          <pc:sldMk cId="0" sldId="300"/>
        </pc:sldMkLst>
      </pc:sldChg>
      <pc:sldChg chg="del">
        <pc:chgData name="Amanda Countryman" userId="0be1c61d-c610-49a2-ae7e-a4e60bd07712" providerId="ADAL" clId="{00873937-8841-4394-9081-668AB0E0F950}" dt="2026-08-25T01:51:12.926" v="0" actId="47"/>
        <pc:sldMkLst>
          <pc:docMk/>
          <pc:sldMk cId="0" sldId="301"/>
        </pc:sldMkLst>
      </pc:sldChg>
      <pc:sldChg chg="del">
        <pc:chgData name="Amanda Countryman" userId="0be1c61d-c610-49a2-ae7e-a4e60bd07712" providerId="ADAL" clId="{00873937-8841-4394-9081-668AB0E0F950}" dt="2026-08-25T01:51:12.926" v="0" actId="47"/>
        <pc:sldMkLst>
          <pc:docMk/>
          <pc:sldMk cId="0" sldId="302"/>
        </pc:sldMkLst>
      </pc:sldChg>
      <pc:sldChg chg="del">
        <pc:chgData name="Amanda Countryman" userId="0be1c61d-c610-49a2-ae7e-a4e60bd07712" providerId="ADAL" clId="{00873937-8841-4394-9081-668AB0E0F950}" dt="2026-08-25T01:51:12.926" v="0" actId="47"/>
        <pc:sldMkLst>
          <pc:docMk/>
          <pc:sldMk cId="0" sldId="303"/>
        </pc:sldMkLst>
      </pc:sldChg>
      <pc:sldChg chg="del">
        <pc:chgData name="Amanda Countryman" userId="0be1c61d-c610-49a2-ae7e-a4e60bd07712" providerId="ADAL" clId="{00873937-8841-4394-9081-668AB0E0F950}" dt="2026-08-25T01:51:12.926" v="0" actId="47"/>
        <pc:sldMkLst>
          <pc:docMk/>
          <pc:sldMk cId="0" sldId="304"/>
        </pc:sldMkLst>
      </pc:sldChg>
      <pc:sldChg chg="del">
        <pc:chgData name="Amanda Countryman" userId="0be1c61d-c610-49a2-ae7e-a4e60bd07712" providerId="ADAL" clId="{00873937-8841-4394-9081-668AB0E0F950}" dt="2026-08-25T01:51:12.926" v="0" actId="47"/>
        <pc:sldMkLst>
          <pc:docMk/>
          <pc:sldMk cId="0" sldId="305"/>
        </pc:sldMkLst>
      </pc:sldChg>
      <pc:sldChg chg="del">
        <pc:chgData name="Amanda Countryman" userId="0be1c61d-c610-49a2-ae7e-a4e60bd07712" providerId="ADAL" clId="{00873937-8841-4394-9081-668AB0E0F950}" dt="2026-08-25T01:51:12.926" v="0" actId="47"/>
        <pc:sldMkLst>
          <pc:docMk/>
          <pc:sldMk cId="0" sldId="309"/>
        </pc:sldMkLst>
      </pc:sldChg>
      <pc:sldChg chg="del">
        <pc:chgData name="Amanda Countryman" userId="0be1c61d-c610-49a2-ae7e-a4e60bd07712" providerId="ADAL" clId="{00873937-8841-4394-9081-668AB0E0F950}" dt="2026-08-25T01:51:12.926" v="0" actId="47"/>
        <pc:sldMkLst>
          <pc:docMk/>
          <pc:sldMk cId="0" sldId="310"/>
        </pc:sldMkLst>
      </pc:sldChg>
      <pc:sldChg chg="del">
        <pc:chgData name="Amanda Countryman" userId="0be1c61d-c610-49a2-ae7e-a4e60bd07712" providerId="ADAL" clId="{00873937-8841-4394-9081-668AB0E0F950}" dt="2026-08-25T01:51:12.926" v="0" actId="47"/>
        <pc:sldMkLst>
          <pc:docMk/>
          <pc:sldMk cId="0" sldId="313"/>
        </pc:sldMkLst>
      </pc:sldChg>
      <pc:sldChg chg="del">
        <pc:chgData name="Amanda Countryman" userId="0be1c61d-c610-49a2-ae7e-a4e60bd07712" providerId="ADAL" clId="{00873937-8841-4394-9081-668AB0E0F950}" dt="2026-08-25T01:51:12.926" v="0" actId="47"/>
        <pc:sldMkLst>
          <pc:docMk/>
          <pc:sldMk cId="0" sldId="314"/>
        </pc:sldMkLst>
      </pc:sldChg>
      <pc:sldChg chg="del">
        <pc:chgData name="Amanda Countryman" userId="0be1c61d-c610-49a2-ae7e-a4e60bd07712" providerId="ADAL" clId="{00873937-8841-4394-9081-668AB0E0F950}" dt="2026-08-25T01:51:12.926" v="0" actId="47"/>
        <pc:sldMkLst>
          <pc:docMk/>
          <pc:sldMk cId="0" sldId="315"/>
        </pc:sldMkLst>
      </pc:sldChg>
      <pc:sldChg chg="del">
        <pc:chgData name="Amanda Countryman" userId="0be1c61d-c610-49a2-ae7e-a4e60bd07712" providerId="ADAL" clId="{00873937-8841-4394-9081-668AB0E0F950}" dt="2026-08-25T01:51:12.926" v="0" actId="47"/>
        <pc:sldMkLst>
          <pc:docMk/>
          <pc:sldMk cId="0" sldId="316"/>
        </pc:sldMkLst>
      </pc:sldChg>
      <pc:sldChg chg="del">
        <pc:chgData name="Amanda Countryman" userId="0be1c61d-c610-49a2-ae7e-a4e60bd07712" providerId="ADAL" clId="{00873937-8841-4394-9081-668AB0E0F950}" dt="2026-08-25T01:51:12.926" v="0" actId="47"/>
        <pc:sldMkLst>
          <pc:docMk/>
          <pc:sldMk cId="0" sldId="317"/>
        </pc:sldMkLst>
      </pc:sldChg>
      <pc:sldChg chg="del">
        <pc:chgData name="Amanda Countryman" userId="0be1c61d-c610-49a2-ae7e-a4e60bd07712" providerId="ADAL" clId="{00873937-8841-4394-9081-668AB0E0F950}" dt="2026-08-25T01:51:12.926" v="0" actId="47"/>
        <pc:sldMkLst>
          <pc:docMk/>
          <pc:sldMk cId="0" sldId="331"/>
        </pc:sldMkLst>
      </pc:sldChg>
      <pc:sldChg chg="del">
        <pc:chgData name="Amanda Countryman" userId="0be1c61d-c610-49a2-ae7e-a4e60bd07712" providerId="ADAL" clId="{00873937-8841-4394-9081-668AB0E0F950}" dt="2026-08-25T01:51:12.926" v="0" actId="47"/>
        <pc:sldMkLst>
          <pc:docMk/>
          <pc:sldMk cId="0" sldId="332"/>
        </pc:sldMkLst>
      </pc:sldChg>
      <pc:sldChg chg="del">
        <pc:chgData name="Amanda Countryman" userId="0be1c61d-c610-49a2-ae7e-a4e60bd07712" providerId="ADAL" clId="{00873937-8841-4394-9081-668AB0E0F950}" dt="2026-08-25T01:51:12.926" v="0" actId="47"/>
        <pc:sldMkLst>
          <pc:docMk/>
          <pc:sldMk cId="0" sldId="333"/>
        </pc:sldMkLst>
      </pc:sldChg>
      <pc:sldChg chg="del">
        <pc:chgData name="Amanda Countryman" userId="0be1c61d-c610-49a2-ae7e-a4e60bd07712" providerId="ADAL" clId="{00873937-8841-4394-9081-668AB0E0F950}" dt="2026-08-25T01:51:12.926" v="0" actId="47"/>
        <pc:sldMkLst>
          <pc:docMk/>
          <pc:sldMk cId="0" sldId="334"/>
        </pc:sldMkLst>
      </pc:sldChg>
      <pc:sldChg chg="del">
        <pc:chgData name="Amanda Countryman" userId="0be1c61d-c610-49a2-ae7e-a4e60bd07712" providerId="ADAL" clId="{00873937-8841-4394-9081-668AB0E0F950}" dt="2026-08-25T01:51:12.926" v="0" actId="47"/>
        <pc:sldMkLst>
          <pc:docMk/>
          <pc:sldMk cId="0" sldId="335"/>
        </pc:sldMkLst>
      </pc:sldChg>
      <pc:sldChg chg="del">
        <pc:chgData name="Amanda Countryman" userId="0be1c61d-c610-49a2-ae7e-a4e60bd07712" providerId="ADAL" clId="{00873937-8841-4394-9081-668AB0E0F950}" dt="2026-08-25T01:51:12.926" v="0" actId="47"/>
        <pc:sldMkLst>
          <pc:docMk/>
          <pc:sldMk cId="0" sldId="336"/>
        </pc:sldMkLst>
      </pc:sldChg>
      <pc:sldChg chg="del">
        <pc:chgData name="Amanda Countryman" userId="0be1c61d-c610-49a2-ae7e-a4e60bd07712" providerId="ADAL" clId="{00873937-8841-4394-9081-668AB0E0F950}" dt="2026-08-25T01:51:12.926" v="0" actId="47"/>
        <pc:sldMkLst>
          <pc:docMk/>
          <pc:sldMk cId="0" sldId="337"/>
        </pc:sldMkLst>
      </pc:sldChg>
      <pc:sldChg chg="del">
        <pc:chgData name="Amanda Countryman" userId="0be1c61d-c610-49a2-ae7e-a4e60bd07712" providerId="ADAL" clId="{00873937-8841-4394-9081-668AB0E0F950}" dt="2026-08-25T01:51:12.926" v="0" actId="47"/>
        <pc:sldMkLst>
          <pc:docMk/>
          <pc:sldMk cId="0" sldId="338"/>
        </pc:sldMkLst>
      </pc:sldChg>
      <pc:sldChg chg="del">
        <pc:chgData name="Amanda Countryman" userId="0be1c61d-c610-49a2-ae7e-a4e60bd07712" providerId="ADAL" clId="{00873937-8841-4394-9081-668AB0E0F950}" dt="2026-08-25T01:51:12.926" v="0" actId="47"/>
        <pc:sldMkLst>
          <pc:docMk/>
          <pc:sldMk cId="0" sldId="339"/>
        </pc:sldMkLst>
      </pc:sldChg>
      <pc:sldChg chg="del">
        <pc:chgData name="Amanda Countryman" userId="0be1c61d-c610-49a2-ae7e-a4e60bd07712" providerId="ADAL" clId="{00873937-8841-4394-9081-668AB0E0F950}" dt="2026-08-25T01:51:12.926" v="0" actId="47"/>
        <pc:sldMkLst>
          <pc:docMk/>
          <pc:sldMk cId="0" sldId="340"/>
        </pc:sldMkLst>
      </pc:sldChg>
      <pc:sldChg chg="del">
        <pc:chgData name="Amanda Countryman" userId="0be1c61d-c610-49a2-ae7e-a4e60bd07712" providerId="ADAL" clId="{00873937-8841-4394-9081-668AB0E0F950}" dt="2026-08-25T01:51:12.926" v="0" actId="47"/>
        <pc:sldMkLst>
          <pc:docMk/>
          <pc:sldMk cId="0" sldId="341"/>
        </pc:sldMkLst>
      </pc:sldChg>
      <pc:sldChg chg="del">
        <pc:chgData name="Amanda Countryman" userId="0be1c61d-c610-49a2-ae7e-a4e60bd07712" providerId="ADAL" clId="{00873937-8841-4394-9081-668AB0E0F950}" dt="2026-08-25T01:51:12.926" v="0" actId="47"/>
        <pc:sldMkLst>
          <pc:docMk/>
          <pc:sldMk cId="0" sldId="342"/>
        </pc:sldMkLst>
      </pc:sldChg>
      <pc:sldChg chg="del">
        <pc:chgData name="Amanda Countryman" userId="0be1c61d-c610-49a2-ae7e-a4e60bd07712" providerId="ADAL" clId="{00873937-8841-4394-9081-668AB0E0F950}" dt="2026-08-25T01:51:12.926" v="0" actId="47"/>
        <pc:sldMkLst>
          <pc:docMk/>
          <pc:sldMk cId="0" sldId="343"/>
        </pc:sldMkLst>
      </pc:sldChg>
      <pc:sldChg chg="del">
        <pc:chgData name="Amanda Countryman" userId="0be1c61d-c610-49a2-ae7e-a4e60bd07712" providerId="ADAL" clId="{00873937-8841-4394-9081-668AB0E0F950}" dt="2026-08-25T01:51:12.926" v="0" actId="47"/>
        <pc:sldMkLst>
          <pc:docMk/>
          <pc:sldMk cId="0" sldId="344"/>
        </pc:sldMkLst>
      </pc:sldChg>
      <pc:sldChg chg="del">
        <pc:chgData name="Amanda Countryman" userId="0be1c61d-c610-49a2-ae7e-a4e60bd07712" providerId="ADAL" clId="{00873937-8841-4394-9081-668AB0E0F950}" dt="2026-08-25T01:51:12.926" v="0" actId="47"/>
        <pc:sldMkLst>
          <pc:docMk/>
          <pc:sldMk cId="0" sldId="345"/>
        </pc:sldMkLst>
      </pc:sldChg>
      <pc:sldChg chg="del">
        <pc:chgData name="Amanda Countryman" userId="0be1c61d-c610-49a2-ae7e-a4e60bd07712" providerId="ADAL" clId="{00873937-8841-4394-9081-668AB0E0F950}" dt="2026-08-25T01:51:12.926" v="0" actId="47"/>
        <pc:sldMkLst>
          <pc:docMk/>
          <pc:sldMk cId="0" sldId="346"/>
        </pc:sldMkLst>
      </pc:sldChg>
      <pc:sldChg chg="del">
        <pc:chgData name="Amanda Countryman" userId="0be1c61d-c610-49a2-ae7e-a4e60bd07712" providerId="ADAL" clId="{00873937-8841-4394-9081-668AB0E0F950}" dt="2026-08-25T01:51:12.926" v="0" actId="47"/>
        <pc:sldMkLst>
          <pc:docMk/>
          <pc:sldMk cId="0" sldId="347"/>
        </pc:sldMkLst>
      </pc:sldChg>
      <pc:sldChg chg="del">
        <pc:chgData name="Amanda Countryman" userId="0be1c61d-c610-49a2-ae7e-a4e60bd07712" providerId="ADAL" clId="{00873937-8841-4394-9081-668AB0E0F950}" dt="2026-08-25T01:51:12.926" v="0" actId="47"/>
        <pc:sldMkLst>
          <pc:docMk/>
          <pc:sldMk cId="0" sldId="348"/>
        </pc:sldMkLst>
      </pc:sldChg>
      <pc:sldChg chg="del">
        <pc:chgData name="Amanda Countryman" userId="0be1c61d-c610-49a2-ae7e-a4e60bd07712" providerId="ADAL" clId="{00873937-8841-4394-9081-668AB0E0F950}" dt="2026-08-25T01:51:12.926" v="0" actId="47"/>
        <pc:sldMkLst>
          <pc:docMk/>
          <pc:sldMk cId="0" sldId="349"/>
        </pc:sldMkLst>
      </pc:sldChg>
      <pc:sldChg chg="del">
        <pc:chgData name="Amanda Countryman" userId="0be1c61d-c610-49a2-ae7e-a4e60bd07712" providerId="ADAL" clId="{00873937-8841-4394-9081-668AB0E0F950}" dt="2026-08-25T01:51:12.926" v="0" actId="47"/>
        <pc:sldMkLst>
          <pc:docMk/>
          <pc:sldMk cId="0" sldId="350"/>
        </pc:sldMkLst>
      </pc:sldChg>
      <pc:sldChg chg="del">
        <pc:chgData name="Amanda Countryman" userId="0be1c61d-c610-49a2-ae7e-a4e60bd07712" providerId="ADAL" clId="{00873937-8841-4394-9081-668AB0E0F950}" dt="2026-08-25T01:51:12.926" v="0" actId="47"/>
        <pc:sldMkLst>
          <pc:docMk/>
          <pc:sldMk cId="0" sldId="351"/>
        </pc:sldMkLst>
      </pc:sldChg>
      <pc:sldChg chg="del">
        <pc:chgData name="Amanda Countryman" userId="0be1c61d-c610-49a2-ae7e-a4e60bd07712" providerId="ADAL" clId="{00873937-8841-4394-9081-668AB0E0F950}" dt="2026-08-25T01:51:12.926" v="0" actId="47"/>
        <pc:sldMkLst>
          <pc:docMk/>
          <pc:sldMk cId="0" sldId="352"/>
        </pc:sldMkLst>
      </pc:sldChg>
      <pc:sldChg chg="del">
        <pc:chgData name="Amanda Countryman" userId="0be1c61d-c610-49a2-ae7e-a4e60bd07712" providerId="ADAL" clId="{00873937-8841-4394-9081-668AB0E0F950}" dt="2026-08-25T01:51:12.926" v="0" actId="47"/>
        <pc:sldMkLst>
          <pc:docMk/>
          <pc:sldMk cId="0" sldId="353"/>
        </pc:sldMkLst>
      </pc:sldChg>
      <pc:sldChg chg="del">
        <pc:chgData name="Amanda Countryman" userId="0be1c61d-c610-49a2-ae7e-a4e60bd07712" providerId="ADAL" clId="{00873937-8841-4394-9081-668AB0E0F950}" dt="2026-08-25T01:51:12.926" v="0" actId="47"/>
        <pc:sldMkLst>
          <pc:docMk/>
          <pc:sldMk cId="0" sldId="354"/>
        </pc:sldMkLst>
      </pc:sldChg>
      <pc:sldChg chg="del">
        <pc:chgData name="Amanda Countryman" userId="0be1c61d-c610-49a2-ae7e-a4e60bd07712" providerId="ADAL" clId="{00873937-8841-4394-9081-668AB0E0F950}" dt="2026-08-25T01:51:12.926" v="0" actId="47"/>
        <pc:sldMkLst>
          <pc:docMk/>
          <pc:sldMk cId="0" sldId="355"/>
        </pc:sldMkLst>
      </pc:sldChg>
      <pc:sldChg chg="del">
        <pc:chgData name="Amanda Countryman" userId="0be1c61d-c610-49a2-ae7e-a4e60bd07712" providerId="ADAL" clId="{00873937-8841-4394-9081-668AB0E0F950}" dt="2026-08-25T01:51:12.926" v="0" actId="47"/>
        <pc:sldMkLst>
          <pc:docMk/>
          <pc:sldMk cId="0" sldId="356"/>
        </pc:sldMkLst>
      </pc:sldChg>
      <pc:sldChg chg="del">
        <pc:chgData name="Amanda Countryman" userId="0be1c61d-c610-49a2-ae7e-a4e60bd07712" providerId="ADAL" clId="{00873937-8841-4394-9081-668AB0E0F950}" dt="2026-08-25T01:51:12.926" v="0" actId="47"/>
        <pc:sldMkLst>
          <pc:docMk/>
          <pc:sldMk cId="0" sldId="357"/>
        </pc:sldMkLst>
      </pc:sldChg>
      <pc:sldChg chg="del">
        <pc:chgData name="Amanda Countryman" userId="0be1c61d-c610-49a2-ae7e-a4e60bd07712" providerId="ADAL" clId="{00873937-8841-4394-9081-668AB0E0F950}" dt="2026-08-25T01:51:12.926" v="0" actId="47"/>
        <pc:sldMkLst>
          <pc:docMk/>
          <pc:sldMk cId="0" sldId="358"/>
        </pc:sldMkLst>
      </pc:sldChg>
      <pc:sldChg chg="del">
        <pc:chgData name="Amanda Countryman" userId="0be1c61d-c610-49a2-ae7e-a4e60bd07712" providerId="ADAL" clId="{00873937-8841-4394-9081-668AB0E0F950}" dt="2026-08-25T01:51:12.926" v="0" actId="47"/>
        <pc:sldMkLst>
          <pc:docMk/>
          <pc:sldMk cId="0" sldId="359"/>
        </pc:sldMkLst>
      </pc:sldChg>
      <pc:sldChg chg="del">
        <pc:chgData name="Amanda Countryman" userId="0be1c61d-c610-49a2-ae7e-a4e60bd07712" providerId="ADAL" clId="{00873937-8841-4394-9081-668AB0E0F950}" dt="2026-08-25T01:51:12.926" v="0" actId="47"/>
        <pc:sldMkLst>
          <pc:docMk/>
          <pc:sldMk cId="0" sldId="360"/>
        </pc:sldMkLst>
      </pc:sldChg>
      <pc:sldChg chg="del">
        <pc:chgData name="Amanda Countryman" userId="0be1c61d-c610-49a2-ae7e-a4e60bd07712" providerId="ADAL" clId="{00873937-8841-4394-9081-668AB0E0F950}" dt="2026-08-25T01:51:12.926" v="0" actId="47"/>
        <pc:sldMkLst>
          <pc:docMk/>
          <pc:sldMk cId="0" sldId="361"/>
        </pc:sldMkLst>
      </pc:sldChg>
      <pc:sldChg chg="del">
        <pc:chgData name="Amanda Countryman" userId="0be1c61d-c610-49a2-ae7e-a4e60bd07712" providerId="ADAL" clId="{00873937-8841-4394-9081-668AB0E0F950}" dt="2026-08-25T01:51:12.926" v="0" actId="47"/>
        <pc:sldMkLst>
          <pc:docMk/>
          <pc:sldMk cId="0" sldId="362"/>
        </pc:sldMkLst>
      </pc:sldChg>
      <pc:sldChg chg="del">
        <pc:chgData name="Amanda Countryman" userId="0be1c61d-c610-49a2-ae7e-a4e60bd07712" providerId="ADAL" clId="{00873937-8841-4394-9081-668AB0E0F950}" dt="2026-08-25T01:51:12.926" v="0" actId="47"/>
        <pc:sldMkLst>
          <pc:docMk/>
          <pc:sldMk cId="0" sldId="363"/>
        </pc:sldMkLst>
      </pc:sldChg>
      <pc:sldChg chg="del">
        <pc:chgData name="Amanda Countryman" userId="0be1c61d-c610-49a2-ae7e-a4e60bd07712" providerId="ADAL" clId="{00873937-8841-4394-9081-668AB0E0F950}" dt="2026-08-25T01:51:12.926" v="0" actId="47"/>
        <pc:sldMkLst>
          <pc:docMk/>
          <pc:sldMk cId="0" sldId="364"/>
        </pc:sldMkLst>
      </pc:sldChg>
      <pc:sldChg chg="del">
        <pc:chgData name="Amanda Countryman" userId="0be1c61d-c610-49a2-ae7e-a4e60bd07712" providerId="ADAL" clId="{00873937-8841-4394-9081-668AB0E0F950}" dt="2026-08-25T01:51:12.926" v="0" actId="47"/>
        <pc:sldMkLst>
          <pc:docMk/>
          <pc:sldMk cId="0" sldId="365"/>
        </pc:sldMkLst>
      </pc:sldChg>
      <pc:sldChg chg="del">
        <pc:chgData name="Amanda Countryman" userId="0be1c61d-c610-49a2-ae7e-a4e60bd07712" providerId="ADAL" clId="{00873937-8841-4394-9081-668AB0E0F950}" dt="2026-08-25T01:51:12.926" v="0" actId="47"/>
        <pc:sldMkLst>
          <pc:docMk/>
          <pc:sldMk cId="0" sldId="366"/>
        </pc:sldMkLst>
      </pc:sldChg>
      <pc:sldChg chg="del">
        <pc:chgData name="Amanda Countryman" userId="0be1c61d-c610-49a2-ae7e-a4e60bd07712" providerId="ADAL" clId="{00873937-8841-4394-9081-668AB0E0F950}" dt="2026-08-25T01:51:12.926" v="0" actId="47"/>
        <pc:sldMkLst>
          <pc:docMk/>
          <pc:sldMk cId="0" sldId="367"/>
        </pc:sldMkLst>
      </pc:sldChg>
      <pc:sldChg chg="del">
        <pc:chgData name="Amanda Countryman" userId="0be1c61d-c610-49a2-ae7e-a4e60bd07712" providerId="ADAL" clId="{00873937-8841-4394-9081-668AB0E0F950}" dt="2026-08-25T01:51:12.926" v="0" actId="47"/>
        <pc:sldMkLst>
          <pc:docMk/>
          <pc:sldMk cId="0" sldId="368"/>
        </pc:sldMkLst>
      </pc:sldChg>
      <pc:sldChg chg="del">
        <pc:chgData name="Amanda Countryman" userId="0be1c61d-c610-49a2-ae7e-a4e60bd07712" providerId="ADAL" clId="{00873937-8841-4394-9081-668AB0E0F950}" dt="2026-08-25T01:51:12.926" v="0" actId="47"/>
        <pc:sldMkLst>
          <pc:docMk/>
          <pc:sldMk cId="0" sldId="369"/>
        </pc:sldMkLst>
      </pc:sldChg>
      <pc:sldChg chg="del">
        <pc:chgData name="Amanda Countryman" userId="0be1c61d-c610-49a2-ae7e-a4e60bd07712" providerId="ADAL" clId="{00873937-8841-4394-9081-668AB0E0F950}" dt="2026-08-25T01:51:12.926" v="0" actId="47"/>
        <pc:sldMkLst>
          <pc:docMk/>
          <pc:sldMk cId="0" sldId="370"/>
        </pc:sldMkLst>
      </pc:sldChg>
      <pc:sldChg chg="del">
        <pc:chgData name="Amanda Countryman" userId="0be1c61d-c610-49a2-ae7e-a4e60bd07712" providerId="ADAL" clId="{00873937-8841-4394-9081-668AB0E0F950}" dt="2026-08-25T01:51:12.926" v="0" actId="47"/>
        <pc:sldMkLst>
          <pc:docMk/>
          <pc:sldMk cId="0" sldId="371"/>
        </pc:sldMkLst>
      </pc:sldChg>
      <pc:sldChg chg="del">
        <pc:chgData name="Amanda Countryman" userId="0be1c61d-c610-49a2-ae7e-a4e60bd07712" providerId="ADAL" clId="{00873937-8841-4394-9081-668AB0E0F950}" dt="2026-08-25T01:51:12.926" v="0" actId="47"/>
        <pc:sldMkLst>
          <pc:docMk/>
          <pc:sldMk cId="0" sldId="372"/>
        </pc:sldMkLst>
      </pc:sldChg>
      <pc:sldChg chg="del">
        <pc:chgData name="Amanda Countryman" userId="0be1c61d-c610-49a2-ae7e-a4e60bd07712" providerId="ADAL" clId="{00873937-8841-4394-9081-668AB0E0F950}" dt="2026-08-25T01:51:12.926" v="0" actId="47"/>
        <pc:sldMkLst>
          <pc:docMk/>
          <pc:sldMk cId="0" sldId="373"/>
        </pc:sldMkLst>
      </pc:sldChg>
      <pc:sldChg chg="del">
        <pc:chgData name="Amanda Countryman" userId="0be1c61d-c610-49a2-ae7e-a4e60bd07712" providerId="ADAL" clId="{00873937-8841-4394-9081-668AB0E0F950}" dt="2026-08-25T01:51:12.926" v="0" actId="47"/>
        <pc:sldMkLst>
          <pc:docMk/>
          <pc:sldMk cId="0" sldId="374"/>
        </pc:sldMkLst>
      </pc:sldChg>
      <pc:sldChg chg="del">
        <pc:chgData name="Amanda Countryman" userId="0be1c61d-c610-49a2-ae7e-a4e60bd07712" providerId="ADAL" clId="{00873937-8841-4394-9081-668AB0E0F950}" dt="2026-08-25T01:51:12.926" v="0" actId="47"/>
        <pc:sldMkLst>
          <pc:docMk/>
          <pc:sldMk cId="0" sldId="375"/>
        </pc:sldMkLst>
      </pc:sldChg>
      <pc:sldChg chg="del">
        <pc:chgData name="Amanda Countryman" userId="0be1c61d-c610-49a2-ae7e-a4e60bd07712" providerId="ADAL" clId="{00873937-8841-4394-9081-668AB0E0F950}" dt="2026-08-25T01:51:12.926" v="0" actId="47"/>
        <pc:sldMkLst>
          <pc:docMk/>
          <pc:sldMk cId="0" sldId="376"/>
        </pc:sldMkLst>
      </pc:sldChg>
      <pc:sldChg chg="del">
        <pc:chgData name="Amanda Countryman" userId="0be1c61d-c610-49a2-ae7e-a4e60bd07712" providerId="ADAL" clId="{00873937-8841-4394-9081-668AB0E0F950}" dt="2026-08-25T01:51:12.926" v="0" actId="47"/>
        <pc:sldMkLst>
          <pc:docMk/>
          <pc:sldMk cId="0" sldId="377"/>
        </pc:sldMkLst>
      </pc:sldChg>
      <pc:sldChg chg="del">
        <pc:chgData name="Amanda Countryman" userId="0be1c61d-c610-49a2-ae7e-a4e60bd07712" providerId="ADAL" clId="{00873937-8841-4394-9081-668AB0E0F950}" dt="2026-08-25T01:51:12.926" v="0" actId="47"/>
        <pc:sldMkLst>
          <pc:docMk/>
          <pc:sldMk cId="0" sldId="378"/>
        </pc:sldMkLst>
      </pc:sldChg>
      <pc:sldChg chg="del">
        <pc:chgData name="Amanda Countryman" userId="0be1c61d-c610-49a2-ae7e-a4e60bd07712" providerId="ADAL" clId="{00873937-8841-4394-9081-668AB0E0F950}" dt="2026-08-25T01:51:12.926" v="0" actId="47"/>
        <pc:sldMkLst>
          <pc:docMk/>
          <pc:sldMk cId="0" sldId="379"/>
        </pc:sldMkLst>
      </pc:sldChg>
      <pc:sldChg chg="del">
        <pc:chgData name="Amanda Countryman" userId="0be1c61d-c610-49a2-ae7e-a4e60bd07712" providerId="ADAL" clId="{00873937-8841-4394-9081-668AB0E0F950}" dt="2026-08-25T01:51:12.926" v="0" actId="47"/>
        <pc:sldMkLst>
          <pc:docMk/>
          <pc:sldMk cId="0" sldId="380"/>
        </pc:sldMkLst>
      </pc:sldChg>
      <pc:sldChg chg="del">
        <pc:chgData name="Amanda Countryman" userId="0be1c61d-c610-49a2-ae7e-a4e60bd07712" providerId="ADAL" clId="{00873937-8841-4394-9081-668AB0E0F950}" dt="2026-08-25T01:51:12.926" v="0" actId="47"/>
        <pc:sldMkLst>
          <pc:docMk/>
          <pc:sldMk cId="0" sldId="381"/>
        </pc:sldMkLst>
      </pc:sldChg>
      <pc:sldChg chg="del">
        <pc:chgData name="Amanda Countryman" userId="0be1c61d-c610-49a2-ae7e-a4e60bd07712" providerId="ADAL" clId="{00873937-8841-4394-9081-668AB0E0F950}" dt="2026-08-25T01:51:12.926" v="0" actId="47"/>
        <pc:sldMkLst>
          <pc:docMk/>
          <pc:sldMk cId="0" sldId="382"/>
        </pc:sldMkLst>
      </pc:sldChg>
      <pc:sldChg chg="del">
        <pc:chgData name="Amanda Countryman" userId="0be1c61d-c610-49a2-ae7e-a4e60bd07712" providerId="ADAL" clId="{00873937-8841-4394-9081-668AB0E0F950}" dt="2026-08-25T01:51:12.926" v="0" actId="47"/>
        <pc:sldMkLst>
          <pc:docMk/>
          <pc:sldMk cId="0" sldId="383"/>
        </pc:sldMkLst>
      </pc:sldChg>
      <pc:sldChg chg="del">
        <pc:chgData name="Amanda Countryman" userId="0be1c61d-c610-49a2-ae7e-a4e60bd07712" providerId="ADAL" clId="{00873937-8841-4394-9081-668AB0E0F950}" dt="2026-08-25T01:51:12.926" v="0" actId="47"/>
        <pc:sldMkLst>
          <pc:docMk/>
          <pc:sldMk cId="0" sldId="384"/>
        </pc:sldMkLst>
      </pc:sldChg>
      <pc:sldChg chg="del">
        <pc:chgData name="Amanda Countryman" userId="0be1c61d-c610-49a2-ae7e-a4e60bd07712" providerId="ADAL" clId="{00873937-8841-4394-9081-668AB0E0F950}" dt="2026-08-25T01:51:12.926" v="0" actId="47"/>
        <pc:sldMkLst>
          <pc:docMk/>
          <pc:sldMk cId="0" sldId="385"/>
        </pc:sldMkLst>
      </pc:sldChg>
      <pc:sldChg chg="del">
        <pc:chgData name="Amanda Countryman" userId="0be1c61d-c610-49a2-ae7e-a4e60bd07712" providerId="ADAL" clId="{00873937-8841-4394-9081-668AB0E0F950}" dt="2026-08-25T01:51:12.926" v="0" actId="47"/>
        <pc:sldMkLst>
          <pc:docMk/>
          <pc:sldMk cId="0" sldId="386"/>
        </pc:sldMkLst>
      </pc:sldChg>
      <pc:sldChg chg="del">
        <pc:chgData name="Amanda Countryman" userId="0be1c61d-c610-49a2-ae7e-a4e60bd07712" providerId="ADAL" clId="{00873937-8841-4394-9081-668AB0E0F950}" dt="2026-08-25T01:51:12.926" v="0" actId="47"/>
        <pc:sldMkLst>
          <pc:docMk/>
          <pc:sldMk cId="0" sldId="387"/>
        </pc:sldMkLst>
      </pc:sldChg>
      <pc:sldChg chg="del">
        <pc:chgData name="Amanda Countryman" userId="0be1c61d-c610-49a2-ae7e-a4e60bd07712" providerId="ADAL" clId="{00873937-8841-4394-9081-668AB0E0F950}" dt="2026-08-25T01:51:12.926" v="0" actId="47"/>
        <pc:sldMkLst>
          <pc:docMk/>
          <pc:sldMk cId="0" sldId="388"/>
        </pc:sldMkLst>
      </pc:sldChg>
      <pc:sldChg chg="del">
        <pc:chgData name="Amanda Countryman" userId="0be1c61d-c610-49a2-ae7e-a4e60bd07712" providerId="ADAL" clId="{00873937-8841-4394-9081-668AB0E0F950}" dt="2026-08-25T01:51:12.926" v="0" actId="47"/>
        <pc:sldMkLst>
          <pc:docMk/>
          <pc:sldMk cId="0" sldId="389"/>
        </pc:sldMkLst>
      </pc:sldChg>
      <pc:sldChg chg="del">
        <pc:chgData name="Amanda Countryman" userId="0be1c61d-c610-49a2-ae7e-a4e60bd07712" providerId="ADAL" clId="{00873937-8841-4394-9081-668AB0E0F950}" dt="2026-08-25T01:51:12.926" v="0" actId="47"/>
        <pc:sldMkLst>
          <pc:docMk/>
          <pc:sldMk cId="0" sldId="390"/>
        </pc:sldMkLst>
      </pc:sldChg>
      <pc:sldChg chg="del">
        <pc:chgData name="Amanda Countryman" userId="0be1c61d-c610-49a2-ae7e-a4e60bd07712" providerId="ADAL" clId="{00873937-8841-4394-9081-668AB0E0F950}" dt="2026-08-25T01:51:12.926" v="0" actId="47"/>
        <pc:sldMkLst>
          <pc:docMk/>
          <pc:sldMk cId="0" sldId="391"/>
        </pc:sldMkLst>
      </pc:sldChg>
      <pc:sldChg chg="del">
        <pc:chgData name="Amanda Countryman" userId="0be1c61d-c610-49a2-ae7e-a4e60bd07712" providerId="ADAL" clId="{00873937-8841-4394-9081-668AB0E0F950}" dt="2026-08-25T01:51:12.926" v="0" actId="47"/>
        <pc:sldMkLst>
          <pc:docMk/>
          <pc:sldMk cId="0" sldId="392"/>
        </pc:sldMkLst>
      </pc:sldChg>
      <pc:sldChg chg="del">
        <pc:chgData name="Amanda Countryman" userId="0be1c61d-c610-49a2-ae7e-a4e60bd07712" providerId="ADAL" clId="{00873937-8841-4394-9081-668AB0E0F950}" dt="2026-08-25T01:51:12.926" v="0" actId="47"/>
        <pc:sldMkLst>
          <pc:docMk/>
          <pc:sldMk cId="0" sldId="393"/>
        </pc:sldMkLst>
      </pc:sldChg>
      <pc:sldChg chg="del">
        <pc:chgData name="Amanda Countryman" userId="0be1c61d-c610-49a2-ae7e-a4e60bd07712" providerId="ADAL" clId="{00873937-8841-4394-9081-668AB0E0F950}" dt="2026-08-25T01:51:12.926" v="0" actId="47"/>
        <pc:sldMkLst>
          <pc:docMk/>
          <pc:sldMk cId="0" sldId="394"/>
        </pc:sldMkLst>
      </pc:sldChg>
      <pc:sldChg chg="del">
        <pc:chgData name="Amanda Countryman" userId="0be1c61d-c610-49a2-ae7e-a4e60bd07712" providerId="ADAL" clId="{00873937-8841-4394-9081-668AB0E0F950}" dt="2026-08-25T01:51:12.926" v="0" actId="47"/>
        <pc:sldMkLst>
          <pc:docMk/>
          <pc:sldMk cId="0" sldId="395"/>
        </pc:sldMkLst>
      </pc:sldChg>
      <pc:sldChg chg="del">
        <pc:chgData name="Amanda Countryman" userId="0be1c61d-c610-49a2-ae7e-a4e60bd07712" providerId="ADAL" clId="{00873937-8841-4394-9081-668AB0E0F950}" dt="2026-08-25T01:51:12.926" v="0" actId="47"/>
        <pc:sldMkLst>
          <pc:docMk/>
          <pc:sldMk cId="0" sldId="396"/>
        </pc:sldMkLst>
      </pc:sldChg>
      <pc:sldChg chg="del">
        <pc:chgData name="Amanda Countryman" userId="0be1c61d-c610-49a2-ae7e-a4e60bd07712" providerId="ADAL" clId="{00873937-8841-4394-9081-668AB0E0F950}" dt="2026-08-25T01:51:12.926" v="0" actId="47"/>
        <pc:sldMkLst>
          <pc:docMk/>
          <pc:sldMk cId="0" sldId="397"/>
        </pc:sldMkLst>
      </pc:sldChg>
      <pc:sldChg chg="del">
        <pc:chgData name="Amanda Countryman" userId="0be1c61d-c610-49a2-ae7e-a4e60bd07712" providerId="ADAL" clId="{00873937-8841-4394-9081-668AB0E0F950}" dt="2026-08-25T01:51:12.926" v="0" actId="47"/>
        <pc:sldMkLst>
          <pc:docMk/>
          <pc:sldMk cId="0" sldId="398"/>
        </pc:sldMkLst>
      </pc:sldChg>
      <pc:sldChg chg="del">
        <pc:chgData name="Amanda Countryman" userId="0be1c61d-c610-49a2-ae7e-a4e60bd07712" providerId="ADAL" clId="{00873937-8841-4394-9081-668AB0E0F950}" dt="2026-08-25T01:51:12.926" v="0" actId="47"/>
        <pc:sldMkLst>
          <pc:docMk/>
          <pc:sldMk cId="0" sldId="399"/>
        </pc:sldMkLst>
      </pc:sldChg>
      <pc:sldChg chg="del">
        <pc:chgData name="Amanda Countryman" userId="0be1c61d-c610-49a2-ae7e-a4e60bd07712" providerId="ADAL" clId="{00873937-8841-4394-9081-668AB0E0F950}" dt="2026-08-25T01:51:12.926" v="0" actId="47"/>
        <pc:sldMkLst>
          <pc:docMk/>
          <pc:sldMk cId="0" sldId="400"/>
        </pc:sldMkLst>
      </pc:sldChg>
      <pc:sldChg chg="del">
        <pc:chgData name="Amanda Countryman" userId="0be1c61d-c610-49a2-ae7e-a4e60bd07712" providerId="ADAL" clId="{00873937-8841-4394-9081-668AB0E0F950}" dt="2026-08-25T01:51:12.926" v="0" actId="47"/>
        <pc:sldMkLst>
          <pc:docMk/>
          <pc:sldMk cId="0" sldId="401"/>
        </pc:sldMkLst>
      </pc:sldChg>
      <pc:sldChg chg="del">
        <pc:chgData name="Amanda Countryman" userId="0be1c61d-c610-49a2-ae7e-a4e60bd07712" providerId="ADAL" clId="{00873937-8841-4394-9081-668AB0E0F950}" dt="2026-08-25T01:51:12.926" v="0" actId="47"/>
        <pc:sldMkLst>
          <pc:docMk/>
          <pc:sldMk cId="0" sldId="402"/>
        </pc:sldMkLst>
      </pc:sldChg>
      <pc:sldChg chg="del">
        <pc:chgData name="Amanda Countryman" userId="0be1c61d-c610-49a2-ae7e-a4e60bd07712" providerId="ADAL" clId="{00873937-8841-4394-9081-668AB0E0F950}" dt="2026-08-25T01:51:27.318" v="1" actId="47"/>
        <pc:sldMkLst>
          <pc:docMk/>
          <pc:sldMk cId="0" sldId="433"/>
        </pc:sldMkLst>
      </pc:sldChg>
      <pc:sldChg chg="del">
        <pc:chgData name="Amanda Countryman" userId="0be1c61d-c610-49a2-ae7e-a4e60bd07712" providerId="ADAL" clId="{00873937-8841-4394-9081-668AB0E0F950}" dt="2026-08-25T01:51:27.318" v="1" actId="47"/>
        <pc:sldMkLst>
          <pc:docMk/>
          <pc:sldMk cId="0" sldId="434"/>
        </pc:sldMkLst>
      </pc:sldChg>
      <pc:sldChg chg="del">
        <pc:chgData name="Amanda Countryman" userId="0be1c61d-c610-49a2-ae7e-a4e60bd07712" providerId="ADAL" clId="{00873937-8841-4394-9081-668AB0E0F950}" dt="2026-08-25T01:51:27.318" v="1" actId="47"/>
        <pc:sldMkLst>
          <pc:docMk/>
          <pc:sldMk cId="0" sldId="435"/>
        </pc:sldMkLst>
      </pc:sldChg>
      <pc:sldChg chg="del">
        <pc:chgData name="Amanda Countryman" userId="0be1c61d-c610-49a2-ae7e-a4e60bd07712" providerId="ADAL" clId="{00873937-8841-4394-9081-668AB0E0F950}" dt="2026-08-25T01:51:27.318" v="1" actId="47"/>
        <pc:sldMkLst>
          <pc:docMk/>
          <pc:sldMk cId="0" sldId="436"/>
        </pc:sldMkLst>
      </pc:sldChg>
      <pc:sldChg chg="del">
        <pc:chgData name="Amanda Countryman" userId="0be1c61d-c610-49a2-ae7e-a4e60bd07712" providerId="ADAL" clId="{00873937-8841-4394-9081-668AB0E0F950}" dt="2026-08-25T01:51:27.318" v="1" actId="47"/>
        <pc:sldMkLst>
          <pc:docMk/>
          <pc:sldMk cId="0" sldId="437"/>
        </pc:sldMkLst>
      </pc:sldChg>
      <pc:sldChg chg="del">
        <pc:chgData name="Amanda Countryman" userId="0be1c61d-c610-49a2-ae7e-a4e60bd07712" providerId="ADAL" clId="{00873937-8841-4394-9081-668AB0E0F950}" dt="2026-08-25T01:51:27.318" v="1" actId="47"/>
        <pc:sldMkLst>
          <pc:docMk/>
          <pc:sldMk cId="0" sldId="438"/>
        </pc:sldMkLst>
      </pc:sldChg>
      <pc:sldChg chg="del">
        <pc:chgData name="Amanda Countryman" userId="0be1c61d-c610-49a2-ae7e-a4e60bd07712" providerId="ADAL" clId="{00873937-8841-4394-9081-668AB0E0F950}" dt="2026-08-25T01:51:27.318" v="1" actId="47"/>
        <pc:sldMkLst>
          <pc:docMk/>
          <pc:sldMk cId="0" sldId="439"/>
        </pc:sldMkLst>
      </pc:sldChg>
      <pc:sldChg chg="del">
        <pc:chgData name="Amanda Countryman" userId="0be1c61d-c610-49a2-ae7e-a4e60bd07712" providerId="ADAL" clId="{00873937-8841-4394-9081-668AB0E0F950}" dt="2026-08-25T01:51:27.318" v="1" actId="47"/>
        <pc:sldMkLst>
          <pc:docMk/>
          <pc:sldMk cId="0" sldId="440"/>
        </pc:sldMkLst>
      </pc:sldChg>
      <pc:sldChg chg="del">
        <pc:chgData name="Amanda Countryman" userId="0be1c61d-c610-49a2-ae7e-a4e60bd07712" providerId="ADAL" clId="{00873937-8841-4394-9081-668AB0E0F950}" dt="2026-08-25T01:51:27.318" v="1" actId="47"/>
        <pc:sldMkLst>
          <pc:docMk/>
          <pc:sldMk cId="0" sldId="441"/>
        </pc:sldMkLst>
      </pc:sldChg>
      <pc:sldChg chg="del">
        <pc:chgData name="Amanda Countryman" userId="0be1c61d-c610-49a2-ae7e-a4e60bd07712" providerId="ADAL" clId="{00873937-8841-4394-9081-668AB0E0F950}" dt="2026-08-25T01:51:27.318" v="1" actId="47"/>
        <pc:sldMkLst>
          <pc:docMk/>
          <pc:sldMk cId="0" sldId="442"/>
        </pc:sldMkLst>
      </pc:sldChg>
      <pc:sldChg chg="del">
        <pc:chgData name="Amanda Countryman" userId="0be1c61d-c610-49a2-ae7e-a4e60bd07712" providerId="ADAL" clId="{00873937-8841-4394-9081-668AB0E0F950}" dt="2026-08-25T01:51:27.318" v="1" actId="47"/>
        <pc:sldMkLst>
          <pc:docMk/>
          <pc:sldMk cId="0" sldId="443"/>
        </pc:sldMkLst>
      </pc:sldChg>
      <pc:sldChg chg="del">
        <pc:chgData name="Amanda Countryman" userId="0be1c61d-c610-49a2-ae7e-a4e60bd07712" providerId="ADAL" clId="{00873937-8841-4394-9081-668AB0E0F950}" dt="2026-08-25T01:51:27.318" v="1" actId="47"/>
        <pc:sldMkLst>
          <pc:docMk/>
          <pc:sldMk cId="0" sldId="444"/>
        </pc:sldMkLst>
      </pc:sldChg>
      <pc:sldChg chg="del">
        <pc:chgData name="Amanda Countryman" userId="0be1c61d-c610-49a2-ae7e-a4e60bd07712" providerId="ADAL" clId="{00873937-8841-4394-9081-668AB0E0F950}" dt="2026-08-25T01:51:27.318" v="1" actId="47"/>
        <pc:sldMkLst>
          <pc:docMk/>
          <pc:sldMk cId="0" sldId="445"/>
        </pc:sldMkLst>
      </pc:sldChg>
      <pc:sldChg chg="del">
        <pc:chgData name="Amanda Countryman" userId="0be1c61d-c610-49a2-ae7e-a4e60bd07712" providerId="ADAL" clId="{00873937-8841-4394-9081-668AB0E0F950}" dt="2026-08-25T01:51:27.318" v="1" actId="47"/>
        <pc:sldMkLst>
          <pc:docMk/>
          <pc:sldMk cId="0" sldId="446"/>
        </pc:sldMkLst>
      </pc:sldChg>
      <pc:sldChg chg="del">
        <pc:chgData name="Amanda Countryman" userId="0be1c61d-c610-49a2-ae7e-a4e60bd07712" providerId="ADAL" clId="{00873937-8841-4394-9081-668AB0E0F950}" dt="2026-08-25T01:51:27.318" v="1" actId="47"/>
        <pc:sldMkLst>
          <pc:docMk/>
          <pc:sldMk cId="0" sldId="447"/>
        </pc:sldMkLst>
      </pc:sldChg>
      <pc:sldChg chg="del">
        <pc:chgData name="Amanda Countryman" userId="0be1c61d-c610-49a2-ae7e-a4e60bd07712" providerId="ADAL" clId="{00873937-8841-4394-9081-668AB0E0F950}" dt="2026-08-25T01:51:27.318" v="1" actId="47"/>
        <pc:sldMkLst>
          <pc:docMk/>
          <pc:sldMk cId="0" sldId="448"/>
        </pc:sldMkLst>
      </pc:sldChg>
      <pc:sldChg chg="del">
        <pc:chgData name="Amanda Countryman" userId="0be1c61d-c610-49a2-ae7e-a4e60bd07712" providerId="ADAL" clId="{00873937-8841-4394-9081-668AB0E0F950}" dt="2026-08-25T01:51:27.318" v="1" actId="47"/>
        <pc:sldMkLst>
          <pc:docMk/>
          <pc:sldMk cId="0" sldId="449"/>
        </pc:sldMkLst>
      </pc:sldChg>
      <pc:sldChg chg="del">
        <pc:chgData name="Amanda Countryman" userId="0be1c61d-c610-49a2-ae7e-a4e60bd07712" providerId="ADAL" clId="{00873937-8841-4394-9081-668AB0E0F950}" dt="2026-08-25T01:51:27.318" v="1" actId="47"/>
        <pc:sldMkLst>
          <pc:docMk/>
          <pc:sldMk cId="0" sldId="450"/>
        </pc:sldMkLst>
      </pc:sldChg>
      <pc:sldChg chg="del">
        <pc:chgData name="Amanda Countryman" userId="0be1c61d-c610-49a2-ae7e-a4e60bd07712" providerId="ADAL" clId="{00873937-8841-4394-9081-668AB0E0F950}" dt="2026-08-25T01:51:27.318" v="1" actId="47"/>
        <pc:sldMkLst>
          <pc:docMk/>
          <pc:sldMk cId="0" sldId="451"/>
        </pc:sldMkLst>
      </pc:sldChg>
      <pc:sldChg chg="del">
        <pc:chgData name="Amanda Countryman" userId="0be1c61d-c610-49a2-ae7e-a4e60bd07712" providerId="ADAL" clId="{00873937-8841-4394-9081-668AB0E0F950}" dt="2026-08-25T01:51:27.318" v="1" actId="47"/>
        <pc:sldMkLst>
          <pc:docMk/>
          <pc:sldMk cId="0" sldId="452"/>
        </pc:sldMkLst>
      </pc:sldChg>
      <pc:sldChg chg="del">
        <pc:chgData name="Amanda Countryman" userId="0be1c61d-c610-49a2-ae7e-a4e60bd07712" providerId="ADAL" clId="{00873937-8841-4394-9081-668AB0E0F950}" dt="2026-08-25T01:51:27.318" v="1" actId="47"/>
        <pc:sldMkLst>
          <pc:docMk/>
          <pc:sldMk cId="0" sldId="454"/>
        </pc:sldMkLst>
      </pc:sldChg>
      <pc:sldChg chg="del">
        <pc:chgData name="Amanda Countryman" userId="0be1c61d-c610-49a2-ae7e-a4e60bd07712" providerId="ADAL" clId="{00873937-8841-4394-9081-668AB0E0F950}" dt="2026-08-25T01:51:27.318" v="1" actId="47"/>
        <pc:sldMkLst>
          <pc:docMk/>
          <pc:sldMk cId="0" sldId="455"/>
        </pc:sldMkLst>
      </pc:sldChg>
      <pc:sldChg chg="del">
        <pc:chgData name="Amanda Countryman" userId="0be1c61d-c610-49a2-ae7e-a4e60bd07712" providerId="ADAL" clId="{00873937-8841-4394-9081-668AB0E0F950}" dt="2026-08-25T01:51:27.318" v="1" actId="47"/>
        <pc:sldMkLst>
          <pc:docMk/>
          <pc:sldMk cId="0" sldId="456"/>
        </pc:sldMkLst>
      </pc:sldChg>
      <pc:sldChg chg="del">
        <pc:chgData name="Amanda Countryman" userId="0be1c61d-c610-49a2-ae7e-a4e60bd07712" providerId="ADAL" clId="{00873937-8841-4394-9081-668AB0E0F950}" dt="2026-08-25T01:51:27.318" v="1" actId="47"/>
        <pc:sldMkLst>
          <pc:docMk/>
          <pc:sldMk cId="0" sldId="457"/>
        </pc:sldMkLst>
      </pc:sldChg>
      <pc:sldChg chg="del">
        <pc:chgData name="Amanda Countryman" userId="0be1c61d-c610-49a2-ae7e-a4e60bd07712" providerId="ADAL" clId="{00873937-8841-4394-9081-668AB0E0F950}" dt="2026-08-25T01:51:27.318" v="1" actId="47"/>
        <pc:sldMkLst>
          <pc:docMk/>
          <pc:sldMk cId="0" sldId="458"/>
        </pc:sldMkLst>
      </pc:sldChg>
      <pc:sldChg chg="del">
        <pc:chgData name="Amanda Countryman" userId="0be1c61d-c610-49a2-ae7e-a4e60bd07712" providerId="ADAL" clId="{00873937-8841-4394-9081-668AB0E0F950}" dt="2026-08-25T01:51:27.318" v="1" actId="47"/>
        <pc:sldMkLst>
          <pc:docMk/>
          <pc:sldMk cId="0" sldId="459"/>
        </pc:sldMkLst>
      </pc:sldChg>
      <pc:sldChg chg="del">
        <pc:chgData name="Amanda Countryman" userId="0be1c61d-c610-49a2-ae7e-a4e60bd07712" providerId="ADAL" clId="{00873937-8841-4394-9081-668AB0E0F950}" dt="2026-08-25T01:51:27.318" v="1" actId="47"/>
        <pc:sldMkLst>
          <pc:docMk/>
          <pc:sldMk cId="0" sldId="460"/>
        </pc:sldMkLst>
      </pc:sldChg>
      <pc:sldChg chg="del">
        <pc:chgData name="Amanda Countryman" userId="0be1c61d-c610-49a2-ae7e-a4e60bd07712" providerId="ADAL" clId="{00873937-8841-4394-9081-668AB0E0F950}" dt="2026-08-25T01:51:27.318" v="1" actId="47"/>
        <pc:sldMkLst>
          <pc:docMk/>
          <pc:sldMk cId="0" sldId="461"/>
        </pc:sldMkLst>
      </pc:sldChg>
      <pc:sldChg chg="del">
        <pc:chgData name="Amanda Countryman" userId="0be1c61d-c610-49a2-ae7e-a4e60bd07712" providerId="ADAL" clId="{00873937-8841-4394-9081-668AB0E0F950}" dt="2026-08-25T01:51:27.318" v="1" actId="47"/>
        <pc:sldMkLst>
          <pc:docMk/>
          <pc:sldMk cId="0" sldId="462"/>
        </pc:sldMkLst>
      </pc:sldChg>
      <pc:sldChg chg="del">
        <pc:chgData name="Amanda Countryman" userId="0be1c61d-c610-49a2-ae7e-a4e60bd07712" providerId="ADAL" clId="{00873937-8841-4394-9081-668AB0E0F950}" dt="2026-08-25T01:51:27.318" v="1" actId="47"/>
        <pc:sldMkLst>
          <pc:docMk/>
          <pc:sldMk cId="0" sldId="463"/>
        </pc:sldMkLst>
      </pc:sldChg>
      <pc:sldChg chg="del">
        <pc:chgData name="Amanda Countryman" userId="0be1c61d-c610-49a2-ae7e-a4e60bd07712" providerId="ADAL" clId="{00873937-8841-4394-9081-668AB0E0F950}" dt="2026-08-25T01:51:27.318" v="1" actId="47"/>
        <pc:sldMkLst>
          <pc:docMk/>
          <pc:sldMk cId="0" sldId="464"/>
        </pc:sldMkLst>
      </pc:sldChg>
      <pc:sldChg chg="del">
        <pc:chgData name="Amanda Countryman" userId="0be1c61d-c610-49a2-ae7e-a4e60bd07712" providerId="ADAL" clId="{00873937-8841-4394-9081-668AB0E0F950}" dt="2026-08-25T01:51:27.318" v="1" actId="47"/>
        <pc:sldMkLst>
          <pc:docMk/>
          <pc:sldMk cId="0" sldId="465"/>
        </pc:sldMkLst>
      </pc:sldChg>
      <pc:sldChg chg="del">
        <pc:chgData name="Amanda Countryman" userId="0be1c61d-c610-49a2-ae7e-a4e60bd07712" providerId="ADAL" clId="{00873937-8841-4394-9081-668AB0E0F950}" dt="2026-08-25T01:51:27.318" v="1" actId="47"/>
        <pc:sldMkLst>
          <pc:docMk/>
          <pc:sldMk cId="0" sldId="466"/>
        </pc:sldMkLst>
      </pc:sldChg>
      <pc:sldChg chg="del">
        <pc:chgData name="Amanda Countryman" userId="0be1c61d-c610-49a2-ae7e-a4e60bd07712" providerId="ADAL" clId="{00873937-8841-4394-9081-668AB0E0F950}" dt="2026-08-25T01:51:27.318" v="1" actId="47"/>
        <pc:sldMkLst>
          <pc:docMk/>
          <pc:sldMk cId="0" sldId="467"/>
        </pc:sldMkLst>
      </pc:sldChg>
      <pc:sldChg chg="del">
        <pc:chgData name="Amanda Countryman" userId="0be1c61d-c610-49a2-ae7e-a4e60bd07712" providerId="ADAL" clId="{00873937-8841-4394-9081-668AB0E0F950}" dt="2026-08-25T01:51:27.318" v="1" actId="47"/>
        <pc:sldMkLst>
          <pc:docMk/>
          <pc:sldMk cId="0" sldId="468"/>
        </pc:sldMkLst>
      </pc:sldChg>
      <pc:sldChg chg="del">
        <pc:chgData name="Amanda Countryman" userId="0be1c61d-c610-49a2-ae7e-a4e60bd07712" providerId="ADAL" clId="{00873937-8841-4394-9081-668AB0E0F950}" dt="2026-08-25T01:51:27.318" v="1" actId="47"/>
        <pc:sldMkLst>
          <pc:docMk/>
          <pc:sldMk cId="0" sldId="469"/>
        </pc:sldMkLst>
      </pc:sldChg>
      <pc:sldChg chg="del">
        <pc:chgData name="Amanda Countryman" userId="0be1c61d-c610-49a2-ae7e-a4e60bd07712" providerId="ADAL" clId="{00873937-8841-4394-9081-668AB0E0F950}" dt="2026-08-25T01:51:27.318" v="1" actId="47"/>
        <pc:sldMkLst>
          <pc:docMk/>
          <pc:sldMk cId="0" sldId="470"/>
        </pc:sldMkLst>
      </pc:sldChg>
      <pc:sldChg chg="del">
        <pc:chgData name="Amanda Countryman" userId="0be1c61d-c610-49a2-ae7e-a4e60bd07712" providerId="ADAL" clId="{00873937-8841-4394-9081-668AB0E0F950}" dt="2026-08-25T01:51:27.318" v="1" actId="47"/>
        <pc:sldMkLst>
          <pc:docMk/>
          <pc:sldMk cId="0" sldId="471"/>
        </pc:sldMkLst>
      </pc:sldChg>
      <pc:sldChg chg="del">
        <pc:chgData name="Amanda Countryman" userId="0be1c61d-c610-49a2-ae7e-a4e60bd07712" providerId="ADAL" clId="{00873937-8841-4394-9081-668AB0E0F950}" dt="2026-08-25T01:51:27.318" v="1" actId="47"/>
        <pc:sldMkLst>
          <pc:docMk/>
          <pc:sldMk cId="0" sldId="472"/>
        </pc:sldMkLst>
      </pc:sldChg>
      <pc:sldChg chg="del">
        <pc:chgData name="Amanda Countryman" userId="0be1c61d-c610-49a2-ae7e-a4e60bd07712" providerId="ADAL" clId="{00873937-8841-4394-9081-668AB0E0F950}" dt="2026-08-25T01:51:27.318" v="1" actId="47"/>
        <pc:sldMkLst>
          <pc:docMk/>
          <pc:sldMk cId="0" sldId="473"/>
        </pc:sldMkLst>
      </pc:sldChg>
      <pc:sldChg chg="del">
        <pc:chgData name="Amanda Countryman" userId="0be1c61d-c610-49a2-ae7e-a4e60bd07712" providerId="ADAL" clId="{00873937-8841-4394-9081-668AB0E0F950}" dt="2026-08-25T01:51:27.318" v="1" actId="47"/>
        <pc:sldMkLst>
          <pc:docMk/>
          <pc:sldMk cId="0" sldId="474"/>
        </pc:sldMkLst>
      </pc:sldChg>
      <pc:sldChg chg="del">
        <pc:chgData name="Amanda Countryman" userId="0be1c61d-c610-49a2-ae7e-a4e60bd07712" providerId="ADAL" clId="{00873937-8841-4394-9081-668AB0E0F950}" dt="2026-08-25T01:51:27.318" v="1" actId="47"/>
        <pc:sldMkLst>
          <pc:docMk/>
          <pc:sldMk cId="0" sldId="475"/>
        </pc:sldMkLst>
      </pc:sldChg>
      <pc:sldChg chg="del">
        <pc:chgData name="Amanda Countryman" userId="0be1c61d-c610-49a2-ae7e-a4e60bd07712" providerId="ADAL" clId="{00873937-8841-4394-9081-668AB0E0F950}" dt="2026-08-25T01:51:27.318" v="1" actId="47"/>
        <pc:sldMkLst>
          <pc:docMk/>
          <pc:sldMk cId="0" sldId="476"/>
        </pc:sldMkLst>
      </pc:sldChg>
      <pc:sldChg chg="del">
        <pc:chgData name="Amanda Countryman" userId="0be1c61d-c610-49a2-ae7e-a4e60bd07712" providerId="ADAL" clId="{00873937-8841-4394-9081-668AB0E0F950}" dt="2026-08-25T01:51:27.318" v="1" actId="47"/>
        <pc:sldMkLst>
          <pc:docMk/>
          <pc:sldMk cId="0" sldId="477"/>
        </pc:sldMkLst>
      </pc:sldChg>
      <pc:sldChg chg="del">
        <pc:chgData name="Amanda Countryman" userId="0be1c61d-c610-49a2-ae7e-a4e60bd07712" providerId="ADAL" clId="{00873937-8841-4394-9081-668AB0E0F950}" dt="2026-08-25T01:51:27.318" v="1" actId="47"/>
        <pc:sldMkLst>
          <pc:docMk/>
          <pc:sldMk cId="0" sldId="478"/>
        </pc:sldMkLst>
      </pc:sldChg>
      <pc:sldChg chg="del">
        <pc:chgData name="Amanda Countryman" userId="0be1c61d-c610-49a2-ae7e-a4e60bd07712" providerId="ADAL" clId="{00873937-8841-4394-9081-668AB0E0F950}" dt="2026-08-25T01:51:27.318" v="1" actId="47"/>
        <pc:sldMkLst>
          <pc:docMk/>
          <pc:sldMk cId="0" sldId="479"/>
        </pc:sldMkLst>
      </pc:sldChg>
      <pc:sldChg chg="del">
        <pc:chgData name="Amanda Countryman" userId="0be1c61d-c610-49a2-ae7e-a4e60bd07712" providerId="ADAL" clId="{00873937-8841-4394-9081-668AB0E0F950}" dt="2026-08-25T01:51:27.318" v="1" actId="47"/>
        <pc:sldMkLst>
          <pc:docMk/>
          <pc:sldMk cId="0" sldId="480"/>
        </pc:sldMkLst>
      </pc:sldChg>
      <pc:sldChg chg="del">
        <pc:chgData name="Amanda Countryman" userId="0be1c61d-c610-49a2-ae7e-a4e60bd07712" providerId="ADAL" clId="{00873937-8841-4394-9081-668AB0E0F950}" dt="2026-08-25T01:51:27.318" v="1" actId="47"/>
        <pc:sldMkLst>
          <pc:docMk/>
          <pc:sldMk cId="0" sldId="481"/>
        </pc:sldMkLst>
      </pc:sldChg>
      <pc:sldChg chg="del">
        <pc:chgData name="Amanda Countryman" userId="0be1c61d-c610-49a2-ae7e-a4e60bd07712" providerId="ADAL" clId="{00873937-8841-4394-9081-668AB0E0F950}" dt="2026-08-25T01:51:27.318" v="1" actId="47"/>
        <pc:sldMkLst>
          <pc:docMk/>
          <pc:sldMk cId="0" sldId="482"/>
        </pc:sldMkLst>
      </pc:sldChg>
      <pc:sldChg chg="del">
        <pc:chgData name="Amanda Countryman" userId="0be1c61d-c610-49a2-ae7e-a4e60bd07712" providerId="ADAL" clId="{00873937-8841-4394-9081-668AB0E0F950}" dt="2026-08-25T01:51:27.318" v="1" actId="47"/>
        <pc:sldMkLst>
          <pc:docMk/>
          <pc:sldMk cId="0" sldId="483"/>
        </pc:sldMkLst>
      </pc:sldChg>
      <pc:sldChg chg="del">
        <pc:chgData name="Amanda Countryman" userId="0be1c61d-c610-49a2-ae7e-a4e60bd07712" providerId="ADAL" clId="{00873937-8841-4394-9081-668AB0E0F950}" dt="2026-08-25T01:51:27.318" v="1" actId="47"/>
        <pc:sldMkLst>
          <pc:docMk/>
          <pc:sldMk cId="0" sldId="484"/>
        </pc:sldMkLst>
      </pc:sldChg>
      <pc:sldChg chg="del">
        <pc:chgData name="Amanda Countryman" userId="0be1c61d-c610-49a2-ae7e-a4e60bd07712" providerId="ADAL" clId="{00873937-8841-4394-9081-668AB0E0F950}" dt="2026-08-25T01:51:27.318" v="1" actId="47"/>
        <pc:sldMkLst>
          <pc:docMk/>
          <pc:sldMk cId="0" sldId="485"/>
        </pc:sldMkLst>
      </pc:sldChg>
      <pc:sldChg chg="del">
        <pc:chgData name="Amanda Countryman" userId="0be1c61d-c610-49a2-ae7e-a4e60bd07712" providerId="ADAL" clId="{00873937-8841-4394-9081-668AB0E0F950}" dt="2026-08-25T01:51:27.318" v="1" actId="47"/>
        <pc:sldMkLst>
          <pc:docMk/>
          <pc:sldMk cId="0" sldId="486"/>
        </pc:sldMkLst>
      </pc:sldChg>
      <pc:sldChg chg="del">
        <pc:chgData name="Amanda Countryman" userId="0be1c61d-c610-49a2-ae7e-a4e60bd07712" providerId="ADAL" clId="{00873937-8841-4394-9081-668AB0E0F950}" dt="2026-08-25T01:51:27.318" v="1" actId="47"/>
        <pc:sldMkLst>
          <pc:docMk/>
          <pc:sldMk cId="0" sldId="487"/>
        </pc:sldMkLst>
      </pc:sldChg>
      <pc:sldChg chg="del">
        <pc:chgData name="Amanda Countryman" userId="0be1c61d-c610-49a2-ae7e-a4e60bd07712" providerId="ADAL" clId="{00873937-8841-4394-9081-668AB0E0F950}" dt="2026-08-25T01:51:27.318" v="1" actId="47"/>
        <pc:sldMkLst>
          <pc:docMk/>
          <pc:sldMk cId="0" sldId="488"/>
        </pc:sldMkLst>
      </pc:sldChg>
      <pc:sldChg chg="del">
        <pc:chgData name="Amanda Countryman" userId="0be1c61d-c610-49a2-ae7e-a4e60bd07712" providerId="ADAL" clId="{00873937-8841-4394-9081-668AB0E0F950}" dt="2026-08-25T01:51:27.318" v="1" actId="47"/>
        <pc:sldMkLst>
          <pc:docMk/>
          <pc:sldMk cId="0" sldId="489"/>
        </pc:sldMkLst>
      </pc:sldChg>
      <pc:sldChg chg="del">
        <pc:chgData name="Amanda Countryman" userId="0be1c61d-c610-49a2-ae7e-a4e60bd07712" providerId="ADAL" clId="{00873937-8841-4394-9081-668AB0E0F950}" dt="2026-08-25T01:51:27.318" v="1" actId="47"/>
        <pc:sldMkLst>
          <pc:docMk/>
          <pc:sldMk cId="0" sldId="490"/>
        </pc:sldMkLst>
      </pc:sldChg>
      <pc:sldChg chg="del">
        <pc:chgData name="Amanda Countryman" userId="0be1c61d-c610-49a2-ae7e-a4e60bd07712" providerId="ADAL" clId="{00873937-8841-4394-9081-668AB0E0F950}" dt="2026-08-25T01:51:27.318" v="1" actId="47"/>
        <pc:sldMkLst>
          <pc:docMk/>
          <pc:sldMk cId="0" sldId="491"/>
        </pc:sldMkLst>
      </pc:sldChg>
      <pc:sldChg chg="del">
        <pc:chgData name="Amanda Countryman" userId="0be1c61d-c610-49a2-ae7e-a4e60bd07712" providerId="ADAL" clId="{00873937-8841-4394-9081-668AB0E0F950}" dt="2026-08-25T01:51:27.318" v="1" actId="47"/>
        <pc:sldMkLst>
          <pc:docMk/>
          <pc:sldMk cId="0" sldId="492"/>
        </pc:sldMkLst>
      </pc:sldChg>
      <pc:sldChg chg="del">
        <pc:chgData name="Amanda Countryman" userId="0be1c61d-c610-49a2-ae7e-a4e60bd07712" providerId="ADAL" clId="{00873937-8841-4394-9081-668AB0E0F950}" dt="2026-08-25T01:51:27.318" v="1" actId="47"/>
        <pc:sldMkLst>
          <pc:docMk/>
          <pc:sldMk cId="0" sldId="493"/>
        </pc:sldMkLst>
      </pc:sldChg>
      <pc:sldChg chg="del">
        <pc:chgData name="Amanda Countryman" userId="0be1c61d-c610-49a2-ae7e-a4e60bd07712" providerId="ADAL" clId="{00873937-8841-4394-9081-668AB0E0F950}" dt="2026-08-25T01:51:27.318" v="1" actId="47"/>
        <pc:sldMkLst>
          <pc:docMk/>
          <pc:sldMk cId="0" sldId="494"/>
        </pc:sldMkLst>
      </pc:sldChg>
      <pc:sldChg chg="del">
        <pc:chgData name="Amanda Countryman" userId="0be1c61d-c610-49a2-ae7e-a4e60bd07712" providerId="ADAL" clId="{00873937-8841-4394-9081-668AB0E0F950}" dt="2026-08-25T01:51:27.318" v="1" actId="47"/>
        <pc:sldMkLst>
          <pc:docMk/>
          <pc:sldMk cId="0" sldId="495"/>
        </pc:sldMkLst>
      </pc:sldChg>
      <pc:sldChg chg="del">
        <pc:chgData name="Amanda Countryman" userId="0be1c61d-c610-49a2-ae7e-a4e60bd07712" providerId="ADAL" clId="{00873937-8841-4394-9081-668AB0E0F950}" dt="2026-08-25T01:51:27.318" v="1" actId="47"/>
        <pc:sldMkLst>
          <pc:docMk/>
          <pc:sldMk cId="0" sldId="496"/>
        </pc:sldMkLst>
      </pc:sldChg>
      <pc:sldChg chg="del">
        <pc:chgData name="Amanda Countryman" userId="0be1c61d-c610-49a2-ae7e-a4e60bd07712" providerId="ADAL" clId="{00873937-8841-4394-9081-668AB0E0F950}" dt="2026-08-25T01:51:27.318" v="1" actId="47"/>
        <pc:sldMkLst>
          <pc:docMk/>
          <pc:sldMk cId="0" sldId="497"/>
        </pc:sldMkLst>
      </pc:sldChg>
      <pc:sldChg chg="del">
        <pc:chgData name="Amanda Countryman" userId="0be1c61d-c610-49a2-ae7e-a4e60bd07712" providerId="ADAL" clId="{00873937-8841-4394-9081-668AB0E0F950}" dt="2026-08-25T01:51:27.318" v="1" actId="47"/>
        <pc:sldMkLst>
          <pc:docMk/>
          <pc:sldMk cId="0" sldId="498"/>
        </pc:sldMkLst>
      </pc:sldChg>
      <pc:sldChg chg="del">
        <pc:chgData name="Amanda Countryman" userId="0be1c61d-c610-49a2-ae7e-a4e60bd07712" providerId="ADAL" clId="{00873937-8841-4394-9081-668AB0E0F950}" dt="2026-08-25T01:51:27.318" v="1" actId="47"/>
        <pc:sldMkLst>
          <pc:docMk/>
          <pc:sldMk cId="0" sldId="499"/>
        </pc:sldMkLst>
      </pc:sldChg>
      <pc:sldChg chg="del">
        <pc:chgData name="Amanda Countryman" userId="0be1c61d-c610-49a2-ae7e-a4e60bd07712" providerId="ADAL" clId="{00873937-8841-4394-9081-668AB0E0F950}" dt="2026-08-25T01:51:27.318" v="1" actId="47"/>
        <pc:sldMkLst>
          <pc:docMk/>
          <pc:sldMk cId="0" sldId="500"/>
        </pc:sldMkLst>
      </pc:sldChg>
      <pc:sldChg chg="del">
        <pc:chgData name="Amanda Countryman" userId="0be1c61d-c610-49a2-ae7e-a4e60bd07712" providerId="ADAL" clId="{00873937-8841-4394-9081-668AB0E0F950}" dt="2026-08-25T01:51:27.318" v="1" actId="47"/>
        <pc:sldMkLst>
          <pc:docMk/>
          <pc:sldMk cId="0" sldId="501"/>
        </pc:sldMkLst>
      </pc:sldChg>
      <pc:sldChg chg="del">
        <pc:chgData name="Amanda Countryman" userId="0be1c61d-c610-49a2-ae7e-a4e60bd07712" providerId="ADAL" clId="{00873937-8841-4394-9081-668AB0E0F950}" dt="2026-08-25T01:51:27.318" v="1" actId="47"/>
        <pc:sldMkLst>
          <pc:docMk/>
          <pc:sldMk cId="0" sldId="502"/>
        </pc:sldMkLst>
      </pc:sldChg>
      <pc:sldChg chg="del">
        <pc:chgData name="Amanda Countryman" userId="0be1c61d-c610-49a2-ae7e-a4e60bd07712" providerId="ADAL" clId="{00873937-8841-4394-9081-668AB0E0F950}" dt="2026-08-25T01:51:27.318" v="1" actId="47"/>
        <pc:sldMkLst>
          <pc:docMk/>
          <pc:sldMk cId="0" sldId="503"/>
        </pc:sldMkLst>
      </pc:sldChg>
      <pc:sldChg chg="del">
        <pc:chgData name="Amanda Countryman" userId="0be1c61d-c610-49a2-ae7e-a4e60bd07712" providerId="ADAL" clId="{00873937-8841-4394-9081-668AB0E0F950}" dt="2026-08-25T01:51:27.318" v="1" actId="47"/>
        <pc:sldMkLst>
          <pc:docMk/>
          <pc:sldMk cId="0" sldId="504"/>
        </pc:sldMkLst>
      </pc:sldChg>
      <pc:sldChg chg="del">
        <pc:chgData name="Amanda Countryman" userId="0be1c61d-c610-49a2-ae7e-a4e60bd07712" providerId="ADAL" clId="{00873937-8841-4394-9081-668AB0E0F950}" dt="2026-08-25T01:51:27.318" v="1" actId="47"/>
        <pc:sldMkLst>
          <pc:docMk/>
          <pc:sldMk cId="0" sldId="505"/>
        </pc:sldMkLst>
      </pc:sldChg>
      <pc:sldChg chg="del">
        <pc:chgData name="Amanda Countryman" userId="0be1c61d-c610-49a2-ae7e-a4e60bd07712" providerId="ADAL" clId="{00873937-8841-4394-9081-668AB0E0F950}" dt="2026-08-25T01:51:27.318" v="1" actId="47"/>
        <pc:sldMkLst>
          <pc:docMk/>
          <pc:sldMk cId="0" sldId="506"/>
        </pc:sldMkLst>
      </pc:sldChg>
      <pc:sldChg chg="del">
        <pc:chgData name="Amanda Countryman" userId="0be1c61d-c610-49a2-ae7e-a4e60bd07712" providerId="ADAL" clId="{00873937-8841-4394-9081-668AB0E0F950}" dt="2026-08-25T01:51:27.318" v="1" actId="47"/>
        <pc:sldMkLst>
          <pc:docMk/>
          <pc:sldMk cId="0" sldId="507"/>
        </pc:sldMkLst>
      </pc:sldChg>
      <pc:sldChg chg="del">
        <pc:chgData name="Amanda Countryman" userId="0be1c61d-c610-49a2-ae7e-a4e60bd07712" providerId="ADAL" clId="{00873937-8841-4394-9081-668AB0E0F950}" dt="2026-08-25T01:51:27.318" v="1" actId="47"/>
        <pc:sldMkLst>
          <pc:docMk/>
          <pc:sldMk cId="0" sldId="508"/>
        </pc:sldMkLst>
      </pc:sldChg>
      <pc:sldChg chg="del">
        <pc:chgData name="Amanda Countryman" userId="0be1c61d-c610-49a2-ae7e-a4e60bd07712" providerId="ADAL" clId="{00873937-8841-4394-9081-668AB0E0F950}" dt="2026-08-25T01:51:27.318" v="1" actId="47"/>
        <pc:sldMkLst>
          <pc:docMk/>
          <pc:sldMk cId="0" sldId="509"/>
        </pc:sldMkLst>
      </pc:sldChg>
      <pc:sldChg chg="del">
        <pc:chgData name="Amanda Countryman" userId="0be1c61d-c610-49a2-ae7e-a4e60bd07712" providerId="ADAL" clId="{00873937-8841-4394-9081-668AB0E0F950}" dt="2026-08-25T01:51:27.318" v="1" actId="47"/>
        <pc:sldMkLst>
          <pc:docMk/>
          <pc:sldMk cId="0" sldId="510"/>
        </pc:sldMkLst>
      </pc:sldChg>
      <pc:sldChg chg="del">
        <pc:chgData name="Amanda Countryman" userId="0be1c61d-c610-49a2-ae7e-a4e60bd07712" providerId="ADAL" clId="{00873937-8841-4394-9081-668AB0E0F950}" dt="2026-08-25T01:51:27.318" v="1" actId="47"/>
        <pc:sldMkLst>
          <pc:docMk/>
          <pc:sldMk cId="0" sldId="511"/>
        </pc:sldMkLst>
      </pc:sldChg>
      <pc:sldChg chg="del">
        <pc:chgData name="Amanda Countryman" userId="0be1c61d-c610-49a2-ae7e-a4e60bd07712" providerId="ADAL" clId="{00873937-8841-4394-9081-668AB0E0F950}" dt="2026-08-25T01:51:27.318" v="1" actId="47"/>
        <pc:sldMkLst>
          <pc:docMk/>
          <pc:sldMk cId="0" sldId="512"/>
        </pc:sldMkLst>
      </pc:sldChg>
      <pc:sldChg chg="del">
        <pc:chgData name="Amanda Countryman" userId="0be1c61d-c610-49a2-ae7e-a4e60bd07712" providerId="ADAL" clId="{00873937-8841-4394-9081-668AB0E0F950}" dt="2026-08-25T01:51:27.318" v="1" actId="47"/>
        <pc:sldMkLst>
          <pc:docMk/>
          <pc:sldMk cId="0" sldId="513"/>
        </pc:sldMkLst>
      </pc:sldChg>
      <pc:sldChg chg="del">
        <pc:chgData name="Amanda Countryman" userId="0be1c61d-c610-49a2-ae7e-a4e60bd07712" providerId="ADAL" clId="{00873937-8841-4394-9081-668AB0E0F950}" dt="2026-08-25T01:51:27.318" v="1" actId="47"/>
        <pc:sldMkLst>
          <pc:docMk/>
          <pc:sldMk cId="0" sldId="514"/>
        </pc:sldMkLst>
      </pc:sldChg>
      <pc:sldChg chg="del">
        <pc:chgData name="Amanda Countryman" userId="0be1c61d-c610-49a2-ae7e-a4e60bd07712" providerId="ADAL" clId="{00873937-8841-4394-9081-668AB0E0F950}" dt="2026-08-25T01:51:27.318" v="1" actId="47"/>
        <pc:sldMkLst>
          <pc:docMk/>
          <pc:sldMk cId="0" sldId="515"/>
        </pc:sldMkLst>
      </pc:sldChg>
      <pc:sldChg chg="del">
        <pc:chgData name="Amanda Countryman" userId="0be1c61d-c610-49a2-ae7e-a4e60bd07712" providerId="ADAL" clId="{00873937-8841-4394-9081-668AB0E0F950}" dt="2026-08-25T01:51:27.318" v="1" actId="47"/>
        <pc:sldMkLst>
          <pc:docMk/>
          <pc:sldMk cId="0" sldId="516"/>
        </pc:sldMkLst>
      </pc:sldChg>
      <pc:sldChg chg="del">
        <pc:chgData name="Amanda Countryman" userId="0be1c61d-c610-49a2-ae7e-a4e60bd07712" providerId="ADAL" clId="{00873937-8841-4394-9081-668AB0E0F950}" dt="2026-08-25T01:51:27.318" v="1" actId="47"/>
        <pc:sldMkLst>
          <pc:docMk/>
          <pc:sldMk cId="0" sldId="518"/>
        </pc:sldMkLst>
      </pc:sldChg>
      <pc:sldChg chg="del">
        <pc:chgData name="Amanda Countryman" userId="0be1c61d-c610-49a2-ae7e-a4e60bd07712" providerId="ADAL" clId="{00873937-8841-4394-9081-668AB0E0F950}" dt="2026-08-25T01:51:27.318" v="1" actId="47"/>
        <pc:sldMkLst>
          <pc:docMk/>
          <pc:sldMk cId="0" sldId="519"/>
        </pc:sldMkLst>
      </pc:sldChg>
      <pc:sldChg chg="del">
        <pc:chgData name="Amanda Countryman" userId="0be1c61d-c610-49a2-ae7e-a4e60bd07712" providerId="ADAL" clId="{00873937-8841-4394-9081-668AB0E0F950}" dt="2026-08-25T01:51:27.318" v="1" actId="47"/>
        <pc:sldMkLst>
          <pc:docMk/>
          <pc:sldMk cId="0" sldId="520"/>
        </pc:sldMkLst>
      </pc:sldChg>
      <pc:sldChg chg="del">
        <pc:chgData name="Amanda Countryman" userId="0be1c61d-c610-49a2-ae7e-a4e60bd07712" providerId="ADAL" clId="{00873937-8841-4394-9081-668AB0E0F950}" dt="2026-08-25T01:51:27.318" v="1" actId="47"/>
        <pc:sldMkLst>
          <pc:docMk/>
          <pc:sldMk cId="0" sldId="521"/>
        </pc:sldMkLst>
      </pc:sldChg>
      <pc:sldChg chg="del">
        <pc:chgData name="Amanda Countryman" userId="0be1c61d-c610-49a2-ae7e-a4e60bd07712" providerId="ADAL" clId="{00873937-8841-4394-9081-668AB0E0F950}" dt="2026-08-25T01:51:27.318" v="1" actId="47"/>
        <pc:sldMkLst>
          <pc:docMk/>
          <pc:sldMk cId="0" sldId="522"/>
        </pc:sldMkLst>
      </pc:sldChg>
      <pc:sldChg chg="del">
        <pc:chgData name="Amanda Countryman" userId="0be1c61d-c610-49a2-ae7e-a4e60bd07712" providerId="ADAL" clId="{00873937-8841-4394-9081-668AB0E0F950}" dt="2026-08-25T01:51:27.318" v="1" actId="47"/>
        <pc:sldMkLst>
          <pc:docMk/>
          <pc:sldMk cId="0" sldId="523"/>
        </pc:sldMkLst>
      </pc:sldChg>
      <pc:sldChg chg="del">
        <pc:chgData name="Amanda Countryman" userId="0be1c61d-c610-49a2-ae7e-a4e60bd07712" providerId="ADAL" clId="{00873937-8841-4394-9081-668AB0E0F950}" dt="2026-08-25T01:51:27.318" v="1" actId="47"/>
        <pc:sldMkLst>
          <pc:docMk/>
          <pc:sldMk cId="0" sldId="524"/>
        </pc:sldMkLst>
      </pc:sldChg>
      <pc:sldChg chg="del">
        <pc:chgData name="Amanda Countryman" userId="0be1c61d-c610-49a2-ae7e-a4e60bd07712" providerId="ADAL" clId="{00873937-8841-4394-9081-668AB0E0F950}" dt="2026-08-25T01:51:27.318" v="1" actId="47"/>
        <pc:sldMkLst>
          <pc:docMk/>
          <pc:sldMk cId="0" sldId="525"/>
        </pc:sldMkLst>
      </pc:sldChg>
      <pc:sldChg chg="del">
        <pc:chgData name="Amanda Countryman" userId="0be1c61d-c610-49a2-ae7e-a4e60bd07712" providerId="ADAL" clId="{00873937-8841-4394-9081-668AB0E0F950}" dt="2026-08-25T01:51:27.318" v="1" actId="47"/>
        <pc:sldMkLst>
          <pc:docMk/>
          <pc:sldMk cId="0" sldId="526"/>
        </pc:sldMkLst>
      </pc:sldChg>
      <pc:sldChg chg="del">
        <pc:chgData name="Amanda Countryman" userId="0be1c61d-c610-49a2-ae7e-a4e60bd07712" providerId="ADAL" clId="{00873937-8841-4394-9081-668AB0E0F950}" dt="2026-08-25T01:51:27.318" v="1" actId="47"/>
        <pc:sldMkLst>
          <pc:docMk/>
          <pc:sldMk cId="0" sldId="527"/>
        </pc:sldMkLst>
      </pc:sldChg>
      <pc:sldChg chg="del">
        <pc:chgData name="Amanda Countryman" userId="0be1c61d-c610-49a2-ae7e-a4e60bd07712" providerId="ADAL" clId="{00873937-8841-4394-9081-668AB0E0F950}" dt="2026-08-25T01:51:27.318" v="1" actId="47"/>
        <pc:sldMkLst>
          <pc:docMk/>
          <pc:sldMk cId="0" sldId="528"/>
        </pc:sldMkLst>
      </pc:sldChg>
      <pc:sldChg chg="del">
        <pc:chgData name="Amanda Countryman" userId="0be1c61d-c610-49a2-ae7e-a4e60bd07712" providerId="ADAL" clId="{00873937-8841-4394-9081-668AB0E0F950}" dt="2026-08-25T01:51:27.318" v="1" actId="47"/>
        <pc:sldMkLst>
          <pc:docMk/>
          <pc:sldMk cId="0" sldId="529"/>
        </pc:sldMkLst>
      </pc:sldChg>
      <pc:sldChg chg="del">
        <pc:chgData name="Amanda Countryman" userId="0be1c61d-c610-49a2-ae7e-a4e60bd07712" providerId="ADAL" clId="{00873937-8841-4394-9081-668AB0E0F950}" dt="2026-08-25T01:51:27.318" v="1" actId="47"/>
        <pc:sldMkLst>
          <pc:docMk/>
          <pc:sldMk cId="0" sldId="530"/>
        </pc:sldMkLst>
      </pc:sldChg>
      <pc:sldChg chg="del">
        <pc:chgData name="Amanda Countryman" userId="0be1c61d-c610-49a2-ae7e-a4e60bd07712" providerId="ADAL" clId="{00873937-8841-4394-9081-668AB0E0F950}" dt="2026-08-25T01:51:27.318" v="1" actId="47"/>
        <pc:sldMkLst>
          <pc:docMk/>
          <pc:sldMk cId="0" sldId="531"/>
        </pc:sldMkLst>
      </pc:sldChg>
      <pc:sldChg chg="del">
        <pc:chgData name="Amanda Countryman" userId="0be1c61d-c610-49a2-ae7e-a4e60bd07712" providerId="ADAL" clId="{00873937-8841-4394-9081-668AB0E0F950}" dt="2026-08-25T01:51:27.318" v="1" actId="47"/>
        <pc:sldMkLst>
          <pc:docMk/>
          <pc:sldMk cId="0" sldId="532"/>
        </pc:sldMkLst>
      </pc:sldChg>
      <pc:sldChg chg="del">
        <pc:chgData name="Amanda Countryman" userId="0be1c61d-c610-49a2-ae7e-a4e60bd07712" providerId="ADAL" clId="{00873937-8841-4394-9081-668AB0E0F950}" dt="2026-08-25T01:51:27.318" v="1" actId="47"/>
        <pc:sldMkLst>
          <pc:docMk/>
          <pc:sldMk cId="0" sldId="533"/>
        </pc:sldMkLst>
      </pc:sldChg>
      <pc:sldChg chg="del">
        <pc:chgData name="Amanda Countryman" userId="0be1c61d-c610-49a2-ae7e-a4e60bd07712" providerId="ADAL" clId="{00873937-8841-4394-9081-668AB0E0F950}" dt="2026-08-25T01:51:27.318" v="1" actId="47"/>
        <pc:sldMkLst>
          <pc:docMk/>
          <pc:sldMk cId="0" sldId="534"/>
        </pc:sldMkLst>
      </pc:sldChg>
      <pc:sldChg chg="del">
        <pc:chgData name="Amanda Countryman" userId="0be1c61d-c610-49a2-ae7e-a4e60bd07712" providerId="ADAL" clId="{00873937-8841-4394-9081-668AB0E0F950}" dt="2026-08-25T01:51:27.318" v="1" actId="47"/>
        <pc:sldMkLst>
          <pc:docMk/>
          <pc:sldMk cId="0" sldId="535"/>
        </pc:sldMkLst>
      </pc:sldChg>
      <pc:sldChg chg="del">
        <pc:chgData name="Amanda Countryman" userId="0be1c61d-c610-49a2-ae7e-a4e60bd07712" providerId="ADAL" clId="{00873937-8841-4394-9081-668AB0E0F950}" dt="2026-08-25T01:51:27.318" v="1" actId="47"/>
        <pc:sldMkLst>
          <pc:docMk/>
          <pc:sldMk cId="0" sldId="536"/>
        </pc:sldMkLst>
      </pc:sldChg>
      <pc:sldChg chg="del">
        <pc:chgData name="Amanda Countryman" userId="0be1c61d-c610-49a2-ae7e-a4e60bd07712" providerId="ADAL" clId="{00873937-8841-4394-9081-668AB0E0F950}" dt="2026-08-25T01:51:27.318" v="1" actId="47"/>
        <pc:sldMkLst>
          <pc:docMk/>
          <pc:sldMk cId="0" sldId="537"/>
        </pc:sldMkLst>
      </pc:sldChg>
      <pc:sldChg chg="del">
        <pc:chgData name="Amanda Countryman" userId="0be1c61d-c610-49a2-ae7e-a4e60bd07712" providerId="ADAL" clId="{00873937-8841-4394-9081-668AB0E0F950}" dt="2026-08-25T01:51:27.318" v="1" actId="47"/>
        <pc:sldMkLst>
          <pc:docMk/>
          <pc:sldMk cId="0" sldId="538"/>
        </pc:sldMkLst>
      </pc:sldChg>
      <pc:sldChg chg="del">
        <pc:chgData name="Amanda Countryman" userId="0be1c61d-c610-49a2-ae7e-a4e60bd07712" providerId="ADAL" clId="{00873937-8841-4394-9081-668AB0E0F950}" dt="2026-08-25T01:51:27.318" v="1" actId="47"/>
        <pc:sldMkLst>
          <pc:docMk/>
          <pc:sldMk cId="0" sldId="539"/>
        </pc:sldMkLst>
      </pc:sldChg>
      <pc:sldChg chg="del">
        <pc:chgData name="Amanda Countryman" userId="0be1c61d-c610-49a2-ae7e-a4e60bd07712" providerId="ADAL" clId="{00873937-8841-4394-9081-668AB0E0F950}" dt="2026-08-25T01:51:27.318" v="1" actId="47"/>
        <pc:sldMkLst>
          <pc:docMk/>
          <pc:sldMk cId="0" sldId="540"/>
        </pc:sldMkLst>
      </pc:sldChg>
      <pc:sldChg chg="del">
        <pc:chgData name="Amanda Countryman" userId="0be1c61d-c610-49a2-ae7e-a4e60bd07712" providerId="ADAL" clId="{00873937-8841-4394-9081-668AB0E0F950}" dt="2026-08-25T01:51:27.318" v="1" actId="47"/>
        <pc:sldMkLst>
          <pc:docMk/>
          <pc:sldMk cId="0" sldId="541"/>
        </pc:sldMkLst>
      </pc:sldChg>
      <pc:sldChg chg="del">
        <pc:chgData name="Amanda Countryman" userId="0be1c61d-c610-49a2-ae7e-a4e60bd07712" providerId="ADAL" clId="{00873937-8841-4394-9081-668AB0E0F950}" dt="2026-08-25T01:51:27.318" v="1" actId="47"/>
        <pc:sldMkLst>
          <pc:docMk/>
          <pc:sldMk cId="0" sldId="542"/>
        </pc:sldMkLst>
      </pc:sldChg>
      <pc:sldChg chg="del">
        <pc:chgData name="Amanda Countryman" userId="0be1c61d-c610-49a2-ae7e-a4e60bd07712" providerId="ADAL" clId="{00873937-8841-4394-9081-668AB0E0F950}" dt="2026-08-25T01:51:27.318" v="1" actId="47"/>
        <pc:sldMkLst>
          <pc:docMk/>
          <pc:sldMk cId="0" sldId="543"/>
        </pc:sldMkLst>
      </pc:sldChg>
      <pc:sldChg chg="del">
        <pc:chgData name="Amanda Countryman" userId="0be1c61d-c610-49a2-ae7e-a4e60bd07712" providerId="ADAL" clId="{00873937-8841-4394-9081-668AB0E0F950}" dt="2026-08-25T01:51:27.318" v="1" actId="47"/>
        <pc:sldMkLst>
          <pc:docMk/>
          <pc:sldMk cId="0" sldId="544"/>
        </pc:sldMkLst>
      </pc:sldChg>
      <pc:sldChg chg="del">
        <pc:chgData name="Amanda Countryman" userId="0be1c61d-c610-49a2-ae7e-a4e60bd07712" providerId="ADAL" clId="{00873937-8841-4394-9081-668AB0E0F950}" dt="2026-08-25T01:51:27.318" v="1" actId="47"/>
        <pc:sldMkLst>
          <pc:docMk/>
          <pc:sldMk cId="0" sldId="545"/>
        </pc:sldMkLst>
      </pc:sldChg>
      <pc:sldChg chg="del">
        <pc:chgData name="Amanda Countryman" userId="0be1c61d-c610-49a2-ae7e-a4e60bd07712" providerId="ADAL" clId="{00873937-8841-4394-9081-668AB0E0F950}" dt="2026-08-25T01:51:27.318" v="1" actId="47"/>
        <pc:sldMkLst>
          <pc:docMk/>
          <pc:sldMk cId="0" sldId="546"/>
        </pc:sldMkLst>
      </pc:sldChg>
      <pc:sldChg chg="del">
        <pc:chgData name="Amanda Countryman" userId="0be1c61d-c610-49a2-ae7e-a4e60bd07712" providerId="ADAL" clId="{00873937-8841-4394-9081-668AB0E0F950}" dt="2026-08-25T01:51:27.318" v="1" actId="47"/>
        <pc:sldMkLst>
          <pc:docMk/>
          <pc:sldMk cId="0" sldId="547"/>
        </pc:sldMkLst>
      </pc:sldChg>
      <pc:sldChg chg="del">
        <pc:chgData name="Amanda Countryman" userId="0be1c61d-c610-49a2-ae7e-a4e60bd07712" providerId="ADAL" clId="{00873937-8841-4394-9081-668AB0E0F950}" dt="2026-08-25T01:51:27.318" v="1" actId="47"/>
        <pc:sldMkLst>
          <pc:docMk/>
          <pc:sldMk cId="0" sldId="548"/>
        </pc:sldMkLst>
      </pc:sldChg>
      <pc:sldChg chg="del">
        <pc:chgData name="Amanda Countryman" userId="0be1c61d-c610-49a2-ae7e-a4e60bd07712" providerId="ADAL" clId="{00873937-8841-4394-9081-668AB0E0F950}" dt="2026-08-25T01:51:27.318" v="1" actId="47"/>
        <pc:sldMkLst>
          <pc:docMk/>
          <pc:sldMk cId="0" sldId="549"/>
        </pc:sldMkLst>
      </pc:sldChg>
      <pc:sldChg chg="del">
        <pc:chgData name="Amanda Countryman" userId="0be1c61d-c610-49a2-ae7e-a4e60bd07712" providerId="ADAL" clId="{00873937-8841-4394-9081-668AB0E0F950}" dt="2026-08-25T01:51:27.318" v="1" actId="47"/>
        <pc:sldMkLst>
          <pc:docMk/>
          <pc:sldMk cId="0" sldId="550"/>
        </pc:sldMkLst>
      </pc:sldChg>
      <pc:sldChg chg="del">
        <pc:chgData name="Amanda Countryman" userId="0be1c61d-c610-49a2-ae7e-a4e60bd07712" providerId="ADAL" clId="{00873937-8841-4394-9081-668AB0E0F950}" dt="2026-08-25T01:51:27.318" v="1" actId="47"/>
        <pc:sldMkLst>
          <pc:docMk/>
          <pc:sldMk cId="0" sldId="551"/>
        </pc:sldMkLst>
      </pc:sldChg>
      <pc:sldChg chg="del">
        <pc:chgData name="Amanda Countryman" userId="0be1c61d-c610-49a2-ae7e-a4e60bd07712" providerId="ADAL" clId="{00873937-8841-4394-9081-668AB0E0F950}" dt="2026-08-25T01:51:27.318" v="1" actId="47"/>
        <pc:sldMkLst>
          <pc:docMk/>
          <pc:sldMk cId="0" sldId="552"/>
        </pc:sldMkLst>
      </pc:sldChg>
      <pc:sldChg chg="del">
        <pc:chgData name="Amanda Countryman" userId="0be1c61d-c610-49a2-ae7e-a4e60bd07712" providerId="ADAL" clId="{00873937-8841-4394-9081-668AB0E0F950}" dt="2026-08-25T01:51:27.318" v="1" actId="47"/>
        <pc:sldMkLst>
          <pc:docMk/>
          <pc:sldMk cId="0" sldId="553"/>
        </pc:sldMkLst>
      </pc:sldChg>
      <pc:sldChg chg="del">
        <pc:chgData name="Amanda Countryman" userId="0be1c61d-c610-49a2-ae7e-a4e60bd07712" providerId="ADAL" clId="{00873937-8841-4394-9081-668AB0E0F950}" dt="2026-08-25T01:51:27.318" v="1" actId="47"/>
        <pc:sldMkLst>
          <pc:docMk/>
          <pc:sldMk cId="0" sldId="554"/>
        </pc:sldMkLst>
      </pc:sldChg>
      <pc:sldChg chg="del">
        <pc:chgData name="Amanda Countryman" userId="0be1c61d-c610-49a2-ae7e-a4e60bd07712" providerId="ADAL" clId="{00873937-8841-4394-9081-668AB0E0F950}" dt="2026-08-25T01:51:27.318" v="1" actId="47"/>
        <pc:sldMkLst>
          <pc:docMk/>
          <pc:sldMk cId="0" sldId="555"/>
        </pc:sldMkLst>
      </pc:sldChg>
      <pc:sldChg chg="del">
        <pc:chgData name="Amanda Countryman" userId="0be1c61d-c610-49a2-ae7e-a4e60bd07712" providerId="ADAL" clId="{00873937-8841-4394-9081-668AB0E0F950}" dt="2026-08-25T01:51:27.318" v="1" actId="47"/>
        <pc:sldMkLst>
          <pc:docMk/>
          <pc:sldMk cId="0" sldId="556"/>
        </pc:sldMkLst>
      </pc:sldChg>
      <pc:sldChg chg="del">
        <pc:chgData name="Amanda Countryman" userId="0be1c61d-c610-49a2-ae7e-a4e60bd07712" providerId="ADAL" clId="{00873937-8841-4394-9081-668AB0E0F950}" dt="2026-08-25T01:51:27.318" v="1" actId="47"/>
        <pc:sldMkLst>
          <pc:docMk/>
          <pc:sldMk cId="0" sldId="557"/>
        </pc:sldMkLst>
      </pc:sldChg>
      <pc:sldChg chg="del">
        <pc:chgData name="Amanda Countryman" userId="0be1c61d-c610-49a2-ae7e-a4e60bd07712" providerId="ADAL" clId="{00873937-8841-4394-9081-668AB0E0F950}" dt="2026-08-25T01:51:27.318" v="1" actId="47"/>
        <pc:sldMkLst>
          <pc:docMk/>
          <pc:sldMk cId="0" sldId="558"/>
        </pc:sldMkLst>
      </pc:sldChg>
      <pc:sldChg chg="del">
        <pc:chgData name="Amanda Countryman" userId="0be1c61d-c610-49a2-ae7e-a4e60bd07712" providerId="ADAL" clId="{00873937-8841-4394-9081-668AB0E0F950}" dt="2026-08-25T01:51:27.318" v="1" actId="47"/>
        <pc:sldMkLst>
          <pc:docMk/>
          <pc:sldMk cId="0" sldId="559"/>
        </pc:sldMkLst>
      </pc:sldChg>
      <pc:sldChg chg="del">
        <pc:chgData name="Amanda Countryman" userId="0be1c61d-c610-49a2-ae7e-a4e60bd07712" providerId="ADAL" clId="{00873937-8841-4394-9081-668AB0E0F950}" dt="2026-08-25T01:51:27.318" v="1" actId="47"/>
        <pc:sldMkLst>
          <pc:docMk/>
          <pc:sldMk cId="0" sldId="560"/>
        </pc:sldMkLst>
      </pc:sldChg>
      <pc:sldChg chg="del">
        <pc:chgData name="Amanda Countryman" userId="0be1c61d-c610-49a2-ae7e-a4e60bd07712" providerId="ADAL" clId="{00873937-8841-4394-9081-668AB0E0F950}" dt="2026-08-25T01:51:27.318" v="1" actId="47"/>
        <pc:sldMkLst>
          <pc:docMk/>
          <pc:sldMk cId="0" sldId="561"/>
        </pc:sldMkLst>
      </pc:sldChg>
      <pc:sldChg chg="del">
        <pc:chgData name="Amanda Countryman" userId="0be1c61d-c610-49a2-ae7e-a4e60bd07712" providerId="ADAL" clId="{00873937-8841-4394-9081-668AB0E0F950}" dt="2026-08-25T01:51:27.318" v="1" actId="47"/>
        <pc:sldMkLst>
          <pc:docMk/>
          <pc:sldMk cId="0" sldId="562"/>
        </pc:sldMkLst>
      </pc:sldChg>
      <pc:sldChg chg="del">
        <pc:chgData name="Amanda Countryman" userId="0be1c61d-c610-49a2-ae7e-a4e60bd07712" providerId="ADAL" clId="{00873937-8841-4394-9081-668AB0E0F950}" dt="2026-08-25T01:51:27.318" v="1" actId="47"/>
        <pc:sldMkLst>
          <pc:docMk/>
          <pc:sldMk cId="0" sldId="563"/>
        </pc:sldMkLst>
      </pc:sldChg>
      <pc:sldChg chg="del">
        <pc:chgData name="Amanda Countryman" userId="0be1c61d-c610-49a2-ae7e-a4e60bd07712" providerId="ADAL" clId="{00873937-8841-4394-9081-668AB0E0F950}" dt="2026-08-25T01:51:27.318" v="1" actId="47"/>
        <pc:sldMkLst>
          <pc:docMk/>
          <pc:sldMk cId="0" sldId="564"/>
        </pc:sldMkLst>
      </pc:sldChg>
      <pc:sldChg chg="del">
        <pc:chgData name="Amanda Countryman" userId="0be1c61d-c610-49a2-ae7e-a4e60bd07712" providerId="ADAL" clId="{00873937-8841-4394-9081-668AB0E0F950}" dt="2026-08-25T01:51:27.318" v="1" actId="47"/>
        <pc:sldMkLst>
          <pc:docMk/>
          <pc:sldMk cId="0" sldId="565"/>
        </pc:sldMkLst>
      </pc:sldChg>
      <pc:sldChg chg="del">
        <pc:chgData name="Amanda Countryman" userId="0be1c61d-c610-49a2-ae7e-a4e60bd07712" providerId="ADAL" clId="{00873937-8841-4394-9081-668AB0E0F950}" dt="2026-08-25T01:51:27.318" v="1" actId="47"/>
        <pc:sldMkLst>
          <pc:docMk/>
          <pc:sldMk cId="0" sldId="566"/>
        </pc:sldMkLst>
      </pc:sldChg>
      <pc:sldChg chg="del">
        <pc:chgData name="Amanda Countryman" userId="0be1c61d-c610-49a2-ae7e-a4e60bd07712" providerId="ADAL" clId="{00873937-8841-4394-9081-668AB0E0F950}" dt="2026-08-25T01:51:27.318" v="1" actId="47"/>
        <pc:sldMkLst>
          <pc:docMk/>
          <pc:sldMk cId="0" sldId="567"/>
        </pc:sldMkLst>
      </pc:sldChg>
      <pc:sldChg chg="del">
        <pc:chgData name="Amanda Countryman" userId="0be1c61d-c610-49a2-ae7e-a4e60bd07712" providerId="ADAL" clId="{00873937-8841-4394-9081-668AB0E0F950}" dt="2026-08-25T01:51:27.318" v="1" actId="47"/>
        <pc:sldMkLst>
          <pc:docMk/>
          <pc:sldMk cId="0" sldId="568"/>
        </pc:sldMkLst>
      </pc:sldChg>
      <pc:sldChg chg="del">
        <pc:chgData name="Amanda Countryman" userId="0be1c61d-c610-49a2-ae7e-a4e60bd07712" providerId="ADAL" clId="{00873937-8841-4394-9081-668AB0E0F950}" dt="2026-08-25T01:51:27.318" v="1" actId="47"/>
        <pc:sldMkLst>
          <pc:docMk/>
          <pc:sldMk cId="0" sldId="569"/>
        </pc:sldMkLst>
      </pc:sldChg>
      <pc:sldChg chg="del">
        <pc:chgData name="Amanda Countryman" userId="0be1c61d-c610-49a2-ae7e-a4e60bd07712" providerId="ADAL" clId="{00873937-8841-4394-9081-668AB0E0F950}" dt="2026-08-25T01:51:27.318" v="1" actId="47"/>
        <pc:sldMkLst>
          <pc:docMk/>
          <pc:sldMk cId="0" sldId="570"/>
        </pc:sldMkLst>
      </pc:sldChg>
      <pc:sldChg chg="del">
        <pc:chgData name="Amanda Countryman" userId="0be1c61d-c610-49a2-ae7e-a4e60bd07712" providerId="ADAL" clId="{00873937-8841-4394-9081-668AB0E0F950}" dt="2026-08-25T01:51:27.318" v="1" actId="47"/>
        <pc:sldMkLst>
          <pc:docMk/>
          <pc:sldMk cId="0" sldId="571"/>
        </pc:sldMkLst>
      </pc:sldChg>
      <pc:sldChg chg="del">
        <pc:chgData name="Amanda Countryman" userId="0be1c61d-c610-49a2-ae7e-a4e60bd07712" providerId="ADAL" clId="{00873937-8841-4394-9081-668AB0E0F950}" dt="2026-08-25T01:51:27.318" v="1" actId="47"/>
        <pc:sldMkLst>
          <pc:docMk/>
          <pc:sldMk cId="0" sldId="572"/>
        </pc:sldMkLst>
      </pc:sldChg>
      <pc:sldChg chg="del">
        <pc:chgData name="Amanda Countryman" userId="0be1c61d-c610-49a2-ae7e-a4e60bd07712" providerId="ADAL" clId="{00873937-8841-4394-9081-668AB0E0F950}" dt="2026-08-25T01:51:27.318" v="1" actId="47"/>
        <pc:sldMkLst>
          <pc:docMk/>
          <pc:sldMk cId="0" sldId="573"/>
        </pc:sldMkLst>
      </pc:sldChg>
      <pc:sldChg chg="del">
        <pc:chgData name="Amanda Countryman" userId="0be1c61d-c610-49a2-ae7e-a4e60bd07712" providerId="ADAL" clId="{00873937-8841-4394-9081-668AB0E0F950}" dt="2026-08-25T01:51:27.318" v="1" actId="47"/>
        <pc:sldMkLst>
          <pc:docMk/>
          <pc:sldMk cId="0" sldId="574"/>
        </pc:sldMkLst>
      </pc:sldChg>
      <pc:sldChg chg="del">
        <pc:chgData name="Amanda Countryman" userId="0be1c61d-c610-49a2-ae7e-a4e60bd07712" providerId="ADAL" clId="{00873937-8841-4394-9081-668AB0E0F950}" dt="2026-08-25T01:51:27.318" v="1" actId="47"/>
        <pc:sldMkLst>
          <pc:docMk/>
          <pc:sldMk cId="0" sldId="575"/>
        </pc:sldMkLst>
      </pc:sldChg>
      <pc:sldChg chg="del">
        <pc:chgData name="Amanda Countryman" userId="0be1c61d-c610-49a2-ae7e-a4e60bd07712" providerId="ADAL" clId="{00873937-8841-4394-9081-668AB0E0F950}" dt="2026-08-25T01:51:27.318" v="1" actId="47"/>
        <pc:sldMkLst>
          <pc:docMk/>
          <pc:sldMk cId="0" sldId="576"/>
        </pc:sldMkLst>
      </pc:sldChg>
      <pc:sldChg chg="del">
        <pc:chgData name="Amanda Countryman" userId="0be1c61d-c610-49a2-ae7e-a4e60bd07712" providerId="ADAL" clId="{00873937-8841-4394-9081-668AB0E0F950}" dt="2026-08-25T01:51:27.318" v="1" actId="47"/>
        <pc:sldMkLst>
          <pc:docMk/>
          <pc:sldMk cId="0" sldId="577"/>
        </pc:sldMkLst>
      </pc:sldChg>
      <pc:sldChg chg="del">
        <pc:chgData name="Amanda Countryman" userId="0be1c61d-c610-49a2-ae7e-a4e60bd07712" providerId="ADAL" clId="{00873937-8841-4394-9081-668AB0E0F950}" dt="2026-08-25T01:51:27.318" v="1" actId="47"/>
        <pc:sldMkLst>
          <pc:docMk/>
          <pc:sldMk cId="0" sldId="578"/>
        </pc:sldMkLst>
      </pc:sldChg>
      <pc:sldChg chg="del">
        <pc:chgData name="Amanda Countryman" userId="0be1c61d-c610-49a2-ae7e-a4e60bd07712" providerId="ADAL" clId="{00873937-8841-4394-9081-668AB0E0F950}" dt="2026-08-25T01:51:27.318" v="1" actId="47"/>
        <pc:sldMkLst>
          <pc:docMk/>
          <pc:sldMk cId="0" sldId="579"/>
        </pc:sldMkLst>
      </pc:sldChg>
      <pc:sldChg chg="del">
        <pc:chgData name="Amanda Countryman" userId="0be1c61d-c610-49a2-ae7e-a4e60bd07712" providerId="ADAL" clId="{00873937-8841-4394-9081-668AB0E0F950}" dt="2026-08-25T01:51:27.318" v="1" actId="47"/>
        <pc:sldMkLst>
          <pc:docMk/>
          <pc:sldMk cId="0" sldId="580"/>
        </pc:sldMkLst>
      </pc:sldChg>
      <pc:sldChg chg="del">
        <pc:chgData name="Amanda Countryman" userId="0be1c61d-c610-49a2-ae7e-a4e60bd07712" providerId="ADAL" clId="{00873937-8841-4394-9081-668AB0E0F950}" dt="2026-08-25T01:51:27.318" v="1" actId="47"/>
        <pc:sldMkLst>
          <pc:docMk/>
          <pc:sldMk cId="0" sldId="581"/>
        </pc:sldMkLst>
      </pc:sldChg>
      <pc:sldChg chg="del">
        <pc:chgData name="Amanda Countryman" userId="0be1c61d-c610-49a2-ae7e-a4e60bd07712" providerId="ADAL" clId="{00873937-8841-4394-9081-668AB0E0F950}" dt="2026-08-25T01:51:27.318" v="1" actId="47"/>
        <pc:sldMkLst>
          <pc:docMk/>
          <pc:sldMk cId="0" sldId="582"/>
        </pc:sldMkLst>
      </pc:sldChg>
      <pc:sldChg chg="del">
        <pc:chgData name="Amanda Countryman" userId="0be1c61d-c610-49a2-ae7e-a4e60bd07712" providerId="ADAL" clId="{00873937-8841-4394-9081-668AB0E0F950}" dt="2026-08-25T01:51:27.318" v="1" actId="47"/>
        <pc:sldMkLst>
          <pc:docMk/>
          <pc:sldMk cId="0" sldId="583"/>
        </pc:sldMkLst>
      </pc:sldChg>
      <pc:sldChg chg="del">
        <pc:chgData name="Amanda Countryman" userId="0be1c61d-c610-49a2-ae7e-a4e60bd07712" providerId="ADAL" clId="{00873937-8841-4394-9081-668AB0E0F950}" dt="2026-08-25T01:51:27.318" v="1" actId="47"/>
        <pc:sldMkLst>
          <pc:docMk/>
          <pc:sldMk cId="0" sldId="584"/>
        </pc:sldMkLst>
      </pc:sldChg>
      <pc:sldChg chg="del">
        <pc:chgData name="Amanda Countryman" userId="0be1c61d-c610-49a2-ae7e-a4e60bd07712" providerId="ADAL" clId="{00873937-8841-4394-9081-668AB0E0F950}" dt="2026-08-25T01:51:27.318" v="1" actId="47"/>
        <pc:sldMkLst>
          <pc:docMk/>
          <pc:sldMk cId="0" sldId="585"/>
        </pc:sldMkLst>
      </pc:sldChg>
      <pc:sldChg chg="del">
        <pc:chgData name="Amanda Countryman" userId="0be1c61d-c610-49a2-ae7e-a4e60bd07712" providerId="ADAL" clId="{00873937-8841-4394-9081-668AB0E0F950}" dt="2026-08-25T01:51:27.318" v="1" actId="47"/>
        <pc:sldMkLst>
          <pc:docMk/>
          <pc:sldMk cId="0" sldId="586"/>
        </pc:sldMkLst>
      </pc:sldChg>
      <pc:sldChg chg="del">
        <pc:chgData name="Amanda Countryman" userId="0be1c61d-c610-49a2-ae7e-a4e60bd07712" providerId="ADAL" clId="{00873937-8841-4394-9081-668AB0E0F950}" dt="2026-08-25T01:51:27.318" v="1" actId="47"/>
        <pc:sldMkLst>
          <pc:docMk/>
          <pc:sldMk cId="0" sldId="587"/>
        </pc:sldMkLst>
      </pc:sldChg>
      <pc:sldChg chg="del">
        <pc:chgData name="Amanda Countryman" userId="0be1c61d-c610-49a2-ae7e-a4e60bd07712" providerId="ADAL" clId="{00873937-8841-4394-9081-668AB0E0F950}" dt="2026-08-25T01:51:27.318" v="1" actId="47"/>
        <pc:sldMkLst>
          <pc:docMk/>
          <pc:sldMk cId="0" sldId="588"/>
        </pc:sldMkLst>
      </pc:sldChg>
      <pc:sldChg chg="del">
        <pc:chgData name="Amanda Countryman" userId="0be1c61d-c610-49a2-ae7e-a4e60bd07712" providerId="ADAL" clId="{00873937-8841-4394-9081-668AB0E0F950}" dt="2026-08-25T01:51:27.318" v="1" actId="47"/>
        <pc:sldMkLst>
          <pc:docMk/>
          <pc:sldMk cId="0" sldId="589"/>
        </pc:sldMkLst>
      </pc:sldChg>
      <pc:sldChg chg="del">
        <pc:chgData name="Amanda Countryman" userId="0be1c61d-c610-49a2-ae7e-a4e60bd07712" providerId="ADAL" clId="{00873937-8841-4394-9081-668AB0E0F950}" dt="2026-08-25T01:51:27.318" v="1" actId="47"/>
        <pc:sldMkLst>
          <pc:docMk/>
          <pc:sldMk cId="0" sldId="590"/>
        </pc:sldMkLst>
      </pc:sldChg>
      <pc:sldChg chg="del">
        <pc:chgData name="Amanda Countryman" userId="0be1c61d-c610-49a2-ae7e-a4e60bd07712" providerId="ADAL" clId="{00873937-8841-4394-9081-668AB0E0F950}" dt="2026-08-25T01:51:27.318" v="1" actId="47"/>
        <pc:sldMkLst>
          <pc:docMk/>
          <pc:sldMk cId="0" sldId="591"/>
        </pc:sldMkLst>
      </pc:sldChg>
      <pc:sldChg chg="del">
        <pc:chgData name="Amanda Countryman" userId="0be1c61d-c610-49a2-ae7e-a4e60bd07712" providerId="ADAL" clId="{00873937-8841-4394-9081-668AB0E0F950}" dt="2026-08-25T01:51:27.318" v="1" actId="47"/>
        <pc:sldMkLst>
          <pc:docMk/>
          <pc:sldMk cId="0" sldId="592"/>
        </pc:sldMkLst>
      </pc:sldChg>
      <pc:sldChg chg="del">
        <pc:chgData name="Amanda Countryman" userId="0be1c61d-c610-49a2-ae7e-a4e60bd07712" providerId="ADAL" clId="{00873937-8841-4394-9081-668AB0E0F950}" dt="2026-08-25T01:51:27.318" v="1" actId="47"/>
        <pc:sldMkLst>
          <pc:docMk/>
          <pc:sldMk cId="0" sldId="593"/>
        </pc:sldMkLst>
      </pc:sldChg>
      <pc:sldChg chg="del">
        <pc:chgData name="Amanda Countryman" userId="0be1c61d-c610-49a2-ae7e-a4e60bd07712" providerId="ADAL" clId="{00873937-8841-4394-9081-668AB0E0F950}" dt="2026-08-25T01:51:27.318" v="1" actId="47"/>
        <pc:sldMkLst>
          <pc:docMk/>
          <pc:sldMk cId="0" sldId="594"/>
        </pc:sldMkLst>
      </pc:sldChg>
      <pc:sldChg chg="del">
        <pc:chgData name="Amanda Countryman" userId="0be1c61d-c610-49a2-ae7e-a4e60bd07712" providerId="ADAL" clId="{00873937-8841-4394-9081-668AB0E0F950}" dt="2026-08-25T01:51:27.318" v="1" actId="47"/>
        <pc:sldMkLst>
          <pc:docMk/>
          <pc:sldMk cId="0" sldId="595"/>
        </pc:sldMkLst>
      </pc:sldChg>
      <pc:sldChg chg="del">
        <pc:chgData name="Amanda Countryman" userId="0be1c61d-c610-49a2-ae7e-a4e60bd07712" providerId="ADAL" clId="{00873937-8841-4394-9081-668AB0E0F950}" dt="2026-08-25T01:51:27.318" v="1" actId="47"/>
        <pc:sldMkLst>
          <pc:docMk/>
          <pc:sldMk cId="0" sldId="596"/>
        </pc:sldMkLst>
      </pc:sldChg>
      <pc:sldChg chg="del">
        <pc:chgData name="Amanda Countryman" userId="0be1c61d-c610-49a2-ae7e-a4e60bd07712" providerId="ADAL" clId="{00873937-8841-4394-9081-668AB0E0F950}" dt="2026-08-25T01:51:27.318" v="1" actId="47"/>
        <pc:sldMkLst>
          <pc:docMk/>
          <pc:sldMk cId="0" sldId="597"/>
        </pc:sldMkLst>
      </pc:sldChg>
      <pc:sldChg chg="del">
        <pc:chgData name="Amanda Countryman" userId="0be1c61d-c610-49a2-ae7e-a4e60bd07712" providerId="ADAL" clId="{00873937-8841-4394-9081-668AB0E0F950}" dt="2026-08-25T01:51:27.318" v="1" actId="47"/>
        <pc:sldMkLst>
          <pc:docMk/>
          <pc:sldMk cId="0" sldId="598"/>
        </pc:sldMkLst>
      </pc:sldChg>
      <pc:sldChg chg="del">
        <pc:chgData name="Amanda Countryman" userId="0be1c61d-c610-49a2-ae7e-a4e60bd07712" providerId="ADAL" clId="{00873937-8841-4394-9081-668AB0E0F950}" dt="2026-08-25T01:51:27.318" v="1" actId="47"/>
        <pc:sldMkLst>
          <pc:docMk/>
          <pc:sldMk cId="0" sldId="599"/>
        </pc:sldMkLst>
      </pc:sldChg>
      <pc:sldChg chg="del">
        <pc:chgData name="Amanda Countryman" userId="0be1c61d-c610-49a2-ae7e-a4e60bd07712" providerId="ADAL" clId="{00873937-8841-4394-9081-668AB0E0F950}" dt="2026-08-25T01:51:27.318" v="1" actId="47"/>
        <pc:sldMkLst>
          <pc:docMk/>
          <pc:sldMk cId="0" sldId="600"/>
        </pc:sldMkLst>
      </pc:sldChg>
      <pc:sldChg chg="del">
        <pc:chgData name="Amanda Countryman" userId="0be1c61d-c610-49a2-ae7e-a4e60bd07712" providerId="ADAL" clId="{00873937-8841-4394-9081-668AB0E0F950}" dt="2026-08-25T01:51:27.318" v="1" actId="47"/>
        <pc:sldMkLst>
          <pc:docMk/>
          <pc:sldMk cId="0" sldId="601"/>
        </pc:sldMkLst>
      </pc:sldChg>
      <pc:sldChg chg="del">
        <pc:chgData name="Amanda Countryman" userId="0be1c61d-c610-49a2-ae7e-a4e60bd07712" providerId="ADAL" clId="{00873937-8841-4394-9081-668AB0E0F950}" dt="2026-08-25T01:51:27.318" v="1" actId="47"/>
        <pc:sldMkLst>
          <pc:docMk/>
          <pc:sldMk cId="0" sldId="602"/>
        </pc:sldMkLst>
      </pc:sldChg>
      <pc:sldChg chg="del">
        <pc:chgData name="Amanda Countryman" userId="0be1c61d-c610-49a2-ae7e-a4e60bd07712" providerId="ADAL" clId="{00873937-8841-4394-9081-668AB0E0F950}" dt="2026-08-25T01:51:27.318" v="1" actId="47"/>
        <pc:sldMkLst>
          <pc:docMk/>
          <pc:sldMk cId="0" sldId="603"/>
        </pc:sldMkLst>
      </pc:sldChg>
      <pc:sldChg chg="del">
        <pc:chgData name="Amanda Countryman" userId="0be1c61d-c610-49a2-ae7e-a4e60bd07712" providerId="ADAL" clId="{00873937-8841-4394-9081-668AB0E0F950}" dt="2026-08-25T01:51:27.318" v="1" actId="47"/>
        <pc:sldMkLst>
          <pc:docMk/>
          <pc:sldMk cId="0" sldId="604"/>
        </pc:sldMkLst>
      </pc:sldChg>
      <pc:sldChg chg="del">
        <pc:chgData name="Amanda Countryman" userId="0be1c61d-c610-49a2-ae7e-a4e60bd07712" providerId="ADAL" clId="{00873937-8841-4394-9081-668AB0E0F950}" dt="2026-08-25T01:51:27.318" v="1" actId="47"/>
        <pc:sldMkLst>
          <pc:docMk/>
          <pc:sldMk cId="0" sldId="605"/>
        </pc:sldMkLst>
      </pc:sldChg>
      <pc:sldChg chg="del">
        <pc:chgData name="Amanda Countryman" userId="0be1c61d-c610-49a2-ae7e-a4e60bd07712" providerId="ADAL" clId="{00873937-8841-4394-9081-668AB0E0F950}" dt="2026-08-25T01:51:27.318" v="1" actId="47"/>
        <pc:sldMkLst>
          <pc:docMk/>
          <pc:sldMk cId="0" sldId="606"/>
        </pc:sldMkLst>
      </pc:sldChg>
      <pc:sldChg chg="del">
        <pc:chgData name="Amanda Countryman" userId="0be1c61d-c610-49a2-ae7e-a4e60bd07712" providerId="ADAL" clId="{00873937-8841-4394-9081-668AB0E0F950}" dt="2026-08-25T01:51:27.318" v="1" actId="47"/>
        <pc:sldMkLst>
          <pc:docMk/>
          <pc:sldMk cId="0" sldId="607"/>
        </pc:sldMkLst>
      </pc:sldChg>
      <pc:sldChg chg="del">
        <pc:chgData name="Amanda Countryman" userId="0be1c61d-c610-49a2-ae7e-a4e60bd07712" providerId="ADAL" clId="{00873937-8841-4394-9081-668AB0E0F950}" dt="2026-08-25T01:51:27.318" v="1" actId="47"/>
        <pc:sldMkLst>
          <pc:docMk/>
          <pc:sldMk cId="0" sldId="608"/>
        </pc:sldMkLst>
      </pc:sldChg>
      <pc:sldChg chg="del">
        <pc:chgData name="Amanda Countryman" userId="0be1c61d-c610-49a2-ae7e-a4e60bd07712" providerId="ADAL" clId="{00873937-8841-4394-9081-668AB0E0F950}" dt="2026-08-25T01:51:27.318" v="1" actId="47"/>
        <pc:sldMkLst>
          <pc:docMk/>
          <pc:sldMk cId="0" sldId="609"/>
        </pc:sldMkLst>
      </pc:sldChg>
      <pc:sldChg chg="del">
        <pc:chgData name="Amanda Countryman" userId="0be1c61d-c610-49a2-ae7e-a4e60bd07712" providerId="ADAL" clId="{00873937-8841-4394-9081-668AB0E0F950}" dt="2026-08-25T01:51:27.318" v="1" actId="47"/>
        <pc:sldMkLst>
          <pc:docMk/>
          <pc:sldMk cId="0" sldId="610"/>
        </pc:sldMkLst>
      </pc:sldChg>
      <pc:sldChg chg="del">
        <pc:chgData name="Amanda Countryman" userId="0be1c61d-c610-49a2-ae7e-a4e60bd07712" providerId="ADAL" clId="{00873937-8841-4394-9081-668AB0E0F950}" dt="2026-08-25T01:51:27.318" v="1" actId="47"/>
        <pc:sldMkLst>
          <pc:docMk/>
          <pc:sldMk cId="0" sldId="611"/>
        </pc:sldMkLst>
      </pc:sldChg>
      <pc:sldChg chg="del">
        <pc:chgData name="Amanda Countryman" userId="0be1c61d-c610-49a2-ae7e-a4e60bd07712" providerId="ADAL" clId="{00873937-8841-4394-9081-668AB0E0F950}" dt="2026-08-25T01:51:27.318" v="1" actId="47"/>
        <pc:sldMkLst>
          <pc:docMk/>
          <pc:sldMk cId="0" sldId="612"/>
        </pc:sldMkLst>
      </pc:sldChg>
      <pc:sldChg chg="del">
        <pc:chgData name="Amanda Countryman" userId="0be1c61d-c610-49a2-ae7e-a4e60bd07712" providerId="ADAL" clId="{00873937-8841-4394-9081-668AB0E0F950}" dt="2026-08-25T01:51:27.318" v="1" actId="47"/>
        <pc:sldMkLst>
          <pc:docMk/>
          <pc:sldMk cId="0" sldId="613"/>
        </pc:sldMkLst>
      </pc:sldChg>
      <pc:sldChg chg="del">
        <pc:chgData name="Amanda Countryman" userId="0be1c61d-c610-49a2-ae7e-a4e60bd07712" providerId="ADAL" clId="{00873937-8841-4394-9081-668AB0E0F950}" dt="2026-08-25T01:51:27.318" v="1" actId="47"/>
        <pc:sldMkLst>
          <pc:docMk/>
          <pc:sldMk cId="0" sldId="614"/>
        </pc:sldMkLst>
      </pc:sldChg>
      <pc:sldChg chg="del">
        <pc:chgData name="Amanda Countryman" userId="0be1c61d-c610-49a2-ae7e-a4e60bd07712" providerId="ADAL" clId="{00873937-8841-4394-9081-668AB0E0F950}" dt="2026-08-25T01:51:27.318" v="1" actId="47"/>
        <pc:sldMkLst>
          <pc:docMk/>
          <pc:sldMk cId="0" sldId="615"/>
        </pc:sldMkLst>
      </pc:sldChg>
      <pc:sldChg chg="del">
        <pc:chgData name="Amanda Countryman" userId="0be1c61d-c610-49a2-ae7e-a4e60bd07712" providerId="ADAL" clId="{00873937-8841-4394-9081-668AB0E0F950}" dt="2026-08-25T01:51:27.318" v="1" actId="47"/>
        <pc:sldMkLst>
          <pc:docMk/>
          <pc:sldMk cId="0" sldId="616"/>
        </pc:sldMkLst>
      </pc:sldChg>
      <pc:sldChg chg="del">
        <pc:chgData name="Amanda Countryman" userId="0be1c61d-c610-49a2-ae7e-a4e60bd07712" providerId="ADAL" clId="{00873937-8841-4394-9081-668AB0E0F950}" dt="2026-08-25T01:51:27.318" v="1" actId="47"/>
        <pc:sldMkLst>
          <pc:docMk/>
          <pc:sldMk cId="0" sldId="617"/>
        </pc:sldMkLst>
      </pc:sldChg>
      <pc:sldChg chg="del">
        <pc:chgData name="Amanda Countryman" userId="0be1c61d-c610-49a2-ae7e-a4e60bd07712" providerId="ADAL" clId="{00873937-8841-4394-9081-668AB0E0F950}" dt="2026-08-25T01:51:27.318" v="1" actId="47"/>
        <pc:sldMkLst>
          <pc:docMk/>
          <pc:sldMk cId="0" sldId="618"/>
        </pc:sldMkLst>
      </pc:sldChg>
      <pc:sldChg chg="del">
        <pc:chgData name="Amanda Countryman" userId="0be1c61d-c610-49a2-ae7e-a4e60bd07712" providerId="ADAL" clId="{00873937-8841-4394-9081-668AB0E0F950}" dt="2026-08-25T01:51:27.318" v="1" actId="47"/>
        <pc:sldMkLst>
          <pc:docMk/>
          <pc:sldMk cId="0" sldId="619"/>
        </pc:sldMkLst>
      </pc:sldChg>
      <pc:sldChg chg="del">
        <pc:chgData name="Amanda Countryman" userId="0be1c61d-c610-49a2-ae7e-a4e60bd07712" providerId="ADAL" clId="{00873937-8841-4394-9081-668AB0E0F950}" dt="2026-08-25T01:51:27.318" v="1" actId="47"/>
        <pc:sldMkLst>
          <pc:docMk/>
          <pc:sldMk cId="0" sldId="620"/>
        </pc:sldMkLst>
      </pc:sldChg>
      <pc:sldChg chg="del">
        <pc:chgData name="Amanda Countryman" userId="0be1c61d-c610-49a2-ae7e-a4e60bd07712" providerId="ADAL" clId="{00873937-8841-4394-9081-668AB0E0F950}" dt="2026-08-25T01:51:27.318" v="1" actId="47"/>
        <pc:sldMkLst>
          <pc:docMk/>
          <pc:sldMk cId="0" sldId="621"/>
        </pc:sldMkLst>
      </pc:sldChg>
      <pc:sldChg chg="del">
        <pc:chgData name="Amanda Countryman" userId="0be1c61d-c610-49a2-ae7e-a4e60bd07712" providerId="ADAL" clId="{00873937-8841-4394-9081-668AB0E0F950}" dt="2026-08-25T01:51:27.318" v="1" actId="47"/>
        <pc:sldMkLst>
          <pc:docMk/>
          <pc:sldMk cId="0" sldId="622"/>
        </pc:sldMkLst>
      </pc:sldChg>
      <pc:sldChg chg="del">
        <pc:chgData name="Amanda Countryman" userId="0be1c61d-c610-49a2-ae7e-a4e60bd07712" providerId="ADAL" clId="{00873937-8841-4394-9081-668AB0E0F950}" dt="2026-08-25T01:51:27.318" v="1" actId="47"/>
        <pc:sldMkLst>
          <pc:docMk/>
          <pc:sldMk cId="2406920554" sldId="623"/>
        </pc:sldMkLst>
      </pc:sldChg>
      <pc:sldChg chg="del">
        <pc:chgData name="Amanda Countryman" userId="0be1c61d-c610-49a2-ae7e-a4e60bd07712" providerId="ADAL" clId="{00873937-8841-4394-9081-668AB0E0F950}" dt="2026-08-25T01:51:27.318" v="1" actId="47"/>
        <pc:sldMkLst>
          <pc:docMk/>
          <pc:sldMk cId="1461415041" sldId="624"/>
        </pc:sldMkLst>
      </pc:sldChg>
      <pc:sldChg chg="del">
        <pc:chgData name="Amanda Countryman" userId="0be1c61d-c610-49a2-ae7e-a4e60bd07712" providerId="ADAL" clId="{00873937-8841-4394-9081-668AB0E0F950}" dt="2026-08-25T01:51:27.318" v="1" actId="47"/>
        <pc:sldMkLst>
          <pc:docMk/>
          <pc:sldMk cId="3456568805" sldId="625"/>
        </pc:sldMkLst>
      </pc:sldChg>
      <pc:sldChg chg="del">
        <pc:chgData name="Amanda Countryman" userId="0be1c61d-c610-49a2-ae7e-a4e60bd07712" providerId="ADAL" clId="{00873937-8841-4394-9081-668AB0E0F950}" dt="2026-08-25T01:51:27.318" v="1" actId="47"/>
        <pc:sldMkLst>
          <pc:docMk/>
          <pc:sldMk cId="2974497477" sldId="626"/>
        </pc:sldMkLst>
      </pc:sldChg>
      <pc:sldChg chg="del">
        <pc:chgData name="Amanda Countryman" userId="0be1c61d-c610-49a2-ae7e-a4e60bd07712" providerId="ADAL" clId="{00873937-8841-4394-9081-668AB0E0F950}" dt="2026-08-25T01:51:27.318" v="1" actId="47"/>
        <pc:sldMkLst>
          <pc:docMk/>
          <pc:sldMk cId="3220196752" sldId="627"/>
        </pc:sldMkLst>
      </pc:sldChg>
      <pc:sldChg chg="del">
        <pc:chgData name="Amanda Countryman" userId="0be1c61d-c610-49a2-ae7e-a4e60bd07712" providerId="ADAL" clId="{00873937-8841-4394-9081-668AB0E0F950}" dt="2026-08-25T01:51:27.318" v="1" actId="47"/>
        <pc:sldMkLst>
          <pc:docMk/>
          <pc:sldMk cId="4290813059" sldId="628"/>
        </pc:sldMkLst>
      </pc:sldChg>
      <pc:sldChg chg="del">
        <pc:chgData name="Amanda Countryman" userId="0be1c61d-c610-49a2-ae7e-a4e60bd07712" providerId="ADAL" clId="{00873937-8841-4394-9081-668AB0E0F950}" dt="2026-08-25T01:51:27.318" v="1" actId="47"/>
        <pc:sldMkLst>
          <pc:docMk/>
          <pc:sldMk cId="3979346413" sldId="629"/>
        </pc:sldMkLst>
      </pc:sldChg>
      <pc:sldChg chg="del">
        <pc:chgData name="Amanda Countryman" userId="0be1c61d-c610-49a2-ae7e-a4e60bd07712" providerId="ADAL" clId="{00873937-8841-4394-9081-668AB0E0F950}" dt="2026-08-25T01:51:27.318" v="1" actId="47"/>
        <pc:sldMkLst>
          <pc:docMk/>
          <pc:sldMk cId="3005082278" sldId="630"/>
        </pc:sldMkLst>
      </pc:sldChg>
      <pc:sldChg chg="del">
        <pc:chgData name="Amanda Countryman" userId="0be1c61d-c610-49a2-ae7e-a4e60bd07712" providerId="ADAL" clId="{00873937-8841-4394-9081-668AB0E0F950}" dt="2026-08-25T01:51:27.318" v="1" actId="47"/>
        <pc:sldMkLst>
          <pc:docMk/>
          <pc:sldMk cId="1331653884" sldId="631"/>
        </pc:sldMkLst>
      </pc:sldChg>
      <pc:sldChg chg="del">
        <pc:chgData name="Amanda Countryman" userId="0be1c61d-c610-49a2-ae7e-a4e60bd07712" providerId="ADAL" clId="{00873937-8841-4394-9081-668AB0E0F950}" dt="2026-08-25T01:51:27.318" v="1" actId="47"/>
        <pc:sldMkLst>
          <pc:docMk/>
          <pc:sldMk cId="3018907001" sldId="632"/>
        </pc:sldMkLst>
      </pc:sldChg>
      <pc:sldChg chg="del">
        <pc:chgData name="Amanda Countryman" userId="0be1c61d-c610-49a2-ae7e-a4e60bd07712" providerId="ADAL" clId="{00873937-8841-4394-9081-668AB0E0F950}" dt="2026-08-25T01:51:12.926" v="0" actId="47"/>
        <pc:sldMkLst>
          <pc:docMk/>
          <pc:sldMk cId="3294043409" sldId="634"/>
        </pc:sldMkLst>
      </pc:sldChg>
      <pc:sldChg chg="del">
        <pc:chgData name="Amanda Countryman" userId="0be1c61d-c610-49a2-ae7e-a4e60bd07712" providerId="ADAL" clId="{00873937-8841-4394-9081-668AB0E0F950}" dt="2026-08-25T01:51:12.926" v="0" actId="47"/>
        <pc:sldMkLst>
          <pc:docMk/>
          <pc:sldMk cId="3591963411" sldId="636"/>
        </pc:sldMkLst>
      </pc:sldChg>
      <pc:sldChg chg="del">
        <pc:chgData name="Amanda Countryman" userId="0be1c61d-c610-49a2-ae7e-a4e60bd07712" providerId="ADAL" clId="{00873937-8841-4394-9081-668AB0E0F950}" dt="2026-08-25T01:51:27.318" v="1" actId="47"/>
        <pc:sldMkLst>
          <pc:docMk/>
          <pc:sldMk cId="4086080035" sldId="638"/>
        </pc:sldMkLst>
      </pc:sldChg>
      <pc:sldChg chg="del">
        <pc:chgData name="Amanda Countryman" userId="0be1c61d-c610-49a2-ae7e-a4e60bd07712" providerId="ADAL" clId="{00873937-8841-4394-9081-668AB0E0F950}" dt="2026-08-25T01:51:27.318" v="1" actId="47"/>
        <pc:sldMkLst>
          <pc:docMk/>
          <pc:sldMk cId="541951211" sldId="640"/>
        </pc:sldMkLst>
      </pc:sldChg>
      <pc:sldChg chg="del">
        <pc:chgData name="Amanda Countryman" userId="0be1c61d-c610-49a2-ae7e-a4e60bd07712" providerId="ADAL" clId="{00873937-8841-4394-9081-668AB0E0F950}" dt="2026-08-25T01:51:27.318" v="1" actId="47"/>
        <pc:sldMkLst>
          <pc:docMk/>
          <pc:sldMk cId="3554610212" sldId="641"/>
        </pc:sldMkLst>
      </pc:sldChg>
      <pc:sldChg chg="del">
        <pc:chgData name="Amanda Countryman" userId="0be1c61d-c610-49a2-ae7e-a4e60bd07712" providerId="ADAL" clId="{00873937-8841-4394-9081-668AB0E0F950}" dt="2026-08-25T01:51:27.318" v="1" actId="47"/>
        <pc:sldMkLst>
          <pc:docMk/>
          <pc:sldMk cId="84309754" sldId="642"/>
        </pc:sldMkLst>
      </pc:sldChg>
      <pc:sldChg chg="del">
        <pc:chgData name="Amanda Countryman" userId="0be1c61d-c610-49a2-ae7e-a4e60bd07712" providerId="ADAL" clId="{00873937-8841-4394-9081-668AB0E0F950}" dt="2026-08-25T01:51:27.318" v="1" actId="47"/>
        <pc:sldMkLst>
          <pc:docMk/>
          <pc:sldMk cId="4132345226" sldId="643"/>
        </pc:sldMkLst>
      </pc:sldChg>
      <pc:sldChg chg="del">
        <pc:chgData name="Amanda Countryman" userId="0be1c61d-c610-49a2-ae7e-a4e60bd07712" providerId="ADAL" clId="{00873937-8841-4394-9081-668AB0E0F950}" dt="2026-08-25T01:51:27.318" v="1" actId="47"/>
        <pc:sldMkLst>
          <pc:docMk/>
          <pc:sldMk cId="4231278966" sldId="644"/>
        </pc:sldMkLst>
      </pc:sldChg>
      <pc:sldChg chg="del">
        <pc:chgData name="Amanda Countryman" userId="0be1c61d-c610-49a2-ae7e-a4e60bd07712" providerId="ADAL" clId="{00873937-8841-4394-9081-668AB0E0F950}" dt="2026-08-25T01:51:27.318" v="1" actId="47"/>
        <pc:sldMkLst>
          <pc:docMk/>
          <pc:sldMk cId="1725424007" sldId="645"/>
        </pc:sldMkLst>
      </pc:sldChg>
      <pc:sldChg chg="del">
        <pc:chgData name="Amanda Countryman" userId="0be1c61d-c610-49a2-ae7e-a4e60bd07712" providerId="ADAL" clId="{00873937-8841-4394-9081-668AB0E0F950}" dt="2026-08-25T01:51:27.318" v="1" actId="47"/>
        <pc:sldMkLst>
          <pc:docMk/>
          <pc:sldMk cId="2345553980" sldId="646"/>
        </pc:sldMkLst>
      </pc:sldChg>
      <pc:sldChg chg="del">
        <pc:chgData name="Amanda Countryman" userId="0be1c61d-c610-49a2-ae7e-a4e60bd07712" providerId="ADAL" clId="{00873937-8841-4394-9081-668AB0E0F950}" dt="2026-08-25T01:51:27.318" v="1" actId="47"/>
        <pc:sldMkLst>
          <pc:docMk/>
          <pc:sldMk cId="2803429261" sldId="647"/>
        </pc:sldMkLst>
      </pc:sldChg>
      <pc:sldChg chg="del">
        <pc:chgData name="Amanda Countryman" userId="0be1c61d-c610-49a2-ae7e-a4e60bd07712" providerId="ADAL" clId="{00873937-8841-4394-9081-668AB0E0F950}" dt="2026-08-25T01:51:27.318" v="1" actId="47"/>
        <pc:sldMkLst>
          <pc:docMk/>
          <pc:sldMk cId="3017040870" sldId="648"/>
        </pc:sldMkLst>
      </pc:sldChg>
      <pc:sldChg chg="del">
        <pc:chgData name="Amanda Countryman" userId="0be1c61d-c610-49a2-ae7e-a4e60bd07712" providerId="ADAL" clId="{00873937-8841-4394-9081-668AB0E0F950}" dt="2026-08-25T01:51:27.318" v="1" actId="47"/>
        <pc:sldMkLst>
          <pc:docMk/>
          <pc:sldMk cId="831580178" sldId="649"/>
        </pc:sldMkLst>
      </pc:sldChg>
      <pc:sldChg chg="del">
        <pc:chgData name="Amanda Countryman" userId="0be1c61d-c610-49a2-ae7e-a4e60bd07712" providerId="ADAL" clId="{00873937-8841-4394-9081-668AB0E0F950}" dt="2026-08-25T01:51:27.318" v="1" actId="47"/>
        <pc:sldMkLst>
          <pc:docMk/>
          <pc:sldMk cId="822023103" sldId="650"/>
        </pc:sldMkLst>
      </pc:sldChg>
      <pc:sldChg chg="del">
        <pc:chgData name="Amanda Countryman" userId="0be1c61d-c610-49a2-ae7e-a4e60bd07712" providerId="ADAL" clId="{00873937-8841-4394-9081-668AB0E0F950}" dt="2026-08-25T01:51:27.318" v="1" actId="47"/>
        <pc:sldMkLst>
          <pc:docMk/>
          <pc:sldMk cId="2325916051" sldId="651"/>
        </pc:sldMkLst>
      </pc:sldChg>
      <pc:sldChg chg="del">
        <pc:chgData name="Amanda Countryman" userId="0be1c61d-c610-49a2-ae7e-a4e60bd07712" providerId="ADAL" clId="{00873937-8841-4394-9081-668AB0E0F950}" dt="2026-08-25T01:51:27.318" v="1" actId="47"/>
        <pc:sldMkLst>
          <pc:docMk/>
          <pc:sldMk cId="1099178025" sldId="652"/>
        </pc:sldMkLst>
      </pc:sldChg>
      <pc:sldChg chg="del">
        <pc:chgData name="Amanda Countryman" userId="0be1c61d-c610-49a2-ae7e-a4e60bd07712" providerId="ADAL" clId="{00873937-8841-4394-9081-668AB0E0F950}" dt="2026-08-25T01:51:27.318" v="1" actId="47"/>
        <pc:sldMkLst>
          <pc:docMk/>
          <pc:sldMk cId="547711769" sldId="653"/>
        </pc:sldMkLst>
      </pc:sldChg>
      <pc:sldChg chg="del">
        <pc:chgData name="Amanda Countryman" userId="0be1c61d-c610-49a2-ae7e-a4e60bd07712" providerId="ADAL" clId="{00873937-8841-4394-9081-668AB0E0F950}" dt="2026-08-25T01:51:27.318" v="1" actId="47"/>
        <pc:sldMkLst>
          <pc:docMk/>
          <pc:sldMk cId="1879296121" sldId="654"/>
        </pc:sldMkLst>
      </pc:sldChg>
      <pc:sldChg chg="del">
        <pc:chgData name="Amanda Countryman" userId="0be1c61d-c610-49a2-ae7e-a4e60bd07712" providerId="ADAL" clId="{00873937-8841-4394-9081-668AB0E0F950}" dt="2026-08-25T01:51:27.318" v="1" actId="47"/>
        <pc:sldMkLst>
          <pc:docMk/>
          <pc:sldMk cId="846787941" sldId="655"/>
        </pc:sldMkLst>
      </pc:sldChg>
      <pc:sldChg chg="del">
        <pc:chgData name="Amanda Countryman" userId="0be1c61d-c610-49a2-ae7e-a4e60bd07712" providerId="ADAL" clId="{00873937-8841-4394-9081-668AB0E0F950}" dt="2026-08-25T01:51:27.318" v="1" actId="47"/>
        <pc:sldMkLst>
          <pc:docMk/>
          <pc:sldMk cId="2007472656" sldId="656"/>
        </pc:sldMkLst>
      </pc:sldChg>
      <pc:sldChg chg="del">
        <pc:chgData name="Amanda Countryman" userId="0be1c61d-c610-49a2-ae7e-a4e60bd07712" providerId="ADAL" clId="{00873937-8841-4394-9081-668AB0E0F950}" dt="2026-08-25T01:51:27.318" v="1" actId="47"/>
        <pc:sldMkLst>
          <pc:docMk/>
          <pc:sldMk cId="3791664624" sldId="657"/>
        </pc:sldMkLst>
      </pc:sldChg>
      <pc:sldChg chg="del">
        <pc:chgData name="Amanda Countryman" userId="0be1c61d-c610-49a2-ae7e-a4e60bd07712" providerId="ADAL" clId="{00873937-8841-4394-9081-668AB0E0F950}" dt="2026-08-25T01:51:27.318" v="1" actId="47"/>
        <pc:sldMkLst>
          <pc:docMk/>
          <pc:sldMk cId="910570828" sldId="658"/>
        </pc:sldMkLst>
      </pc:sldChg>
      <pc:sldChg chg="del">
        <pc:chgData name="Amanda Countryman" userId="0be1c61d-c610-49a2-ae7e-a4e60bd07712" providerId="ADAL" clId="{00873937-8841-4394-9081-668AB0E0F950}" dt="2026-08-25T01:51:27.318" v="1" actId="47"/>
        <pc:sldMkLst>
          <pc:docMk/>
          <pc:sldMk cId="1203829888" sldId="659"/>
        </pc:sldMkLst>
      </pc:sldChg>
      <pc:sldChg chg="del">
        <pc:chgData name="Amanda Countryman" userId="0be1c61d-c610-49a2-ae7e-a4e60bd07712" providerId="ADAL" clId="{00873937-8841-4394-9081-668AB0E0F950}" dt="2026-08-25T01:51:27.318" v="1" actId="47"/>
        <pc:sldMkLst>
          <pc:docMk/>
          <pc:sldMk cId="3016396798" sldId="660"/>
        </pc:sldMkLst>
      </pc:sldChg>
      <pc:sldChg chg="del">
        <pc:chgData name="Amanda Countryman" userId="0be1c61d-c610-49a2-ae7e-a4e60bd07712" providerId="ADAL" clId="{00873937-8841-4394-9081-668AB0E0F950}" dt="2026-08-25T01:51:27.318" v="1" actId="47"/>
        <pc:sldMkLst>
          <pc:docMk/>
          <pc:sldMk cId="529741311" sldId="661"/>
        </pc:sldMkLst>
      </pc:sldChg>
      <pc:sldChg chg="del">
        <pc:chgData name="Amanda Countryman" userId="0be1c61d-c610-49a2-ae7e-a4e60bd07712" providerId="ADAL" clId="{00873937-8841-4394-9081-668AB0E0F950}" dt="2026-08-25T01:51:27.318" v="1" actId="47"/>
        <pc:sldMkLst>
          <pc:docMk/>
          <pc:sldMk cId="1496512939" sldId="662"/>
        </pc:sldMkLst>
      </pc:sldChg>
      <pc:sldChg chg="del">
        <pc:chgData name="Amanda Countryman" userId="0be1c61d-c610-49a2-ae7e-a4e60bd07712" providerId="ADAL" clId="{00873937-8841-4394-9081-668AB0E0F950}" dt="2026-08-25T01:51:27.318" v="1" actId="47"/>
        <pc:sldMkLst>
          <pc:docMk/>
          <pc:sldMk cId="3311294054" sldId="663"/>
        </pc:sldMkLst>
      </pc:sldChg>
      <pc:sldChg chg="del">
        <pc:chgData name="Amanda Countryman" userId="0be1c61d-c610-49a2-ae7e-a4e60bd07712" providerId="ADAL" clId="{00873937-8841-4394-9081-668AB0E0F950}" dt="2026-08-25T01:51:27.318" v="1" actId="47"/>
        <pc:sldMkLst>
          <pc:docMk/>
          <pc:sldMk cId="1370277252" sldId="664"/>
        </pc:sldMkLst>
      </pc:sldChg>
      <pc:sldChg chg="del">
        <pc:chgData name="Amanda Countryman" userId="0be1c61d-c610-49a2-ae7e-a4e60bd07712" providerId="ADAL" clId="{00873937-8841-4394-9081-668AB0E0F950}" dt="2026-08-25T01:51:27.318" v="1" actId="47"/>
        <pc:sldMkLst>
          <pc:docMk/>
          <pc:sldMk cId="1472161643" sldId="665"/>
        </pc:sldMkLst>
      </pc:sldChg>
      <pc:sldChg chg="del">
        <pc:chgData name="Amanda Countryman" userId="0be1c61d-c610-49a2-ae7e-a4e60bd07712" providerId="ADAL" clId="{00873937-8841-4394-9081-668AB0E0F950}" dt="2026-08-25T01:51:27.318" v="1" actId="47"/>
        <pc:sldMkLst>
          <pc:docMk/>
          <pc:sldMk cId="981778250" sldId="666"/>
        </pc:sldMkLst>
      </pc:sldChg>
      <pc:sldChg chg="del">
        <pc:chgData name="Amanda Countryman" userId="0be1c61d-c610-49a2-ae7e-a4e60bd07712" providerId="ADAL" clId="{00873937-8841-4394-9081-668AB0E0F950}" dt="2026-08-25T01:51:27.318" v="1" actId="47"/>
        <pc:sldMkLst>
          <pc:docMk/>
          <pc:sldMk cId="3393674583" sldId="667"/>
        </pc:sldMkLst>
      </pc:sldChg>
      <pc:sldChg chg="del">
        <pc:chgData name="Amanda Countryman" userId="0be1c61d-c610-49a2-ae7e-a4e60bd07712" providerId="ADAL" clId="{00873937-8841-4394-9081-668AB0E0F950}" dt="2026-08-25T01:51:27.318" v="1" actId="47"/>
        <pc:sldMkLst>
          <pc:docMk/>
          <pc:sldMk cId="3445159686" sldId="668"/>
        </pc:sldMkLst>
      </pc:sldChg>
      <pc:sldChg chg="del">
        <pc:chgData name="Amanda Countryman" userId="0be1c61d-c610-49a2-ae7e-a4e60bd07712" providerId="ADAL" clId="{00873937-8841-4394-9081-668AB0E0F950}" dt="2026-08-25T01:51:27.318" v="1" actId="47"/>
        <pc:sldMkLst>
          <pc:docMk/>
          <pc:sldMk cId="1178867473" sldId="669"/>
        </pc:sldMkLst>
      </pc:sldChg>
      <pc:sldChg chg="del">
        <pc:chgData name="Amanda Countryman" userId="0be1c61d-c610-49a2-ae7e-a4e60bd07712" providerId="ADAL" clId="{00873937-8841-4394-9081-668AB0E0F950}" dt="2026-08-25T01:51:27.318" v="1" actId="47"/>
        <pc:sldMkLst>
          <pc:docMk/>
          <pc:sldMk cId="3637227542" sldId="671"/>
        </pc:sldMkLst>
      </pc:sldChg>
      <pc:sldChg chg="del">
        <pc:chgData name="Amanda Countryman" userId="0be1c61d-c610-49a2-ae7e-a4e60bd07712" providerId="ADAL" clId="{00873937-8841-4394-9081-668AB0E0F950}" dt="2026-08-25T01:51:27.318" v="1" actId="47"/>
        <pc:sldMkLst>
          <pc:docMk/>
          <pc:sldMk cId="2901803682" sldId="672"/>
        </pc:sldMkLst>
      </pc:sldChg>
      <pc:sldChg chg="del">
        <pc:chgData name="Amanda Countryman" userId="0be1c61d-c610-49a2-ae7e-a4e60bd07712" providerId="ADAL" clId="{00873937-8841-4394-9081-668AB0E0F950}" dt="2026-08-25T01:51:27.318" v="1" actId="47"/>
        <pc:sldMkLst>
          <pc:docMk/>
          <pc:sldMk cId="2892761762" sldId="673"/>
        </pc:sldMkLst>
      </pc:sldChg>
      <pc:sldChg chg="del">
        <pc:chgData name="Amanda Countryman" userId="0be1c61d-c610-49a2-ae7e-a4e60bd07712" providerId="ADAL" clId="{00873937-8841-4394-9081-668AB0E0F950}" dt="2026-08-25T01:51:12.926" v="0" actId="47"/>
        <pc:sldMkLst>
          <pc:docMk/>
          <pc:sldMk cId="2905375063" sldId="674"/>
        </pc:sldMkLst>
      </pc:sldChg>
      <pc:sldChg chg="del">
        <pc:chgData name="Amanda Countryman" userId="0be1c61d-c610-49a2-ae7e-a4e60bd07712" providerId="ADAL" clId="{00873937-8841-4394-9081-668AB0E0F950}" dt="2026-08-25T01:51:12.926" v="0" actId="47"/>
        <pc:sldMkLst>
          <pc:docMk/>
          <pc:sldMk cId="1867379302" sldId="675"/>
        </pc:sldMkLst>
      </pc:sldChg>
      <pc:sldChg chg="del">
        <pc:chgData name="Amanda Countryman" userId="0be1c61d-c610-49a2-ae7e-a4e60bd07712" providerId="ADAL" clId="{00873937-8841-4394-9081-668AB0E0F950}" dt="2026-08-25T01:51:12.926" v="0" actId="47"/>
        <pc:sldMkLst>
          <pc:docMk/>
          <pc:sldMk cId="920164417" sldId="676"/>
        </pc:sldMkLst>
      </pc:sldChg>
      <pc:sldChg chg="del">
        <pc:chgData name="Amanda Countryman" userId="0be1c61d-c610-49a2-ae7e-a4e60bd07712" providerId="ADAL" clId="{00873937-8841-4394-9081-668AB0E0F950}" dt="2026-08-25T01:51:12.926" v="0" actId="47"/>
        <pc:sldMkLst>
          <pc:docMk/>
          <pc:sldMk cId="1790891452" sldId="677"/>
        </pc:sldMkLst>
      </pc:sldChg>
      <pc:sldChg chg="del">
        <pc:chgData name="Amanda Countryman" userId="0be1c61d-c610-49a2-ae7e-a4e60bd07712" providerId="ADAL" clId="{00873937-8841-4394-9081-668AB0E0F950}" dt="2026-08-25T01:51:12.926" v="0" actId="47"/>
        <pc:sldMkLst>
          <pc:docMk/>
          <pc:sldMk cId="1964728646" sldId="678"/>
        </pc:sldMkLst>
      </pc:sldChg>
      <pc:sldChg chg="del">
        <pc:chgData name="Amanda Countryman" userId="0be1c61d-c610-49a2-ae7e-a4e60bd07712" providerId="ADAL" clId="{00873937-8841-4394-9081-668AB0E0F950}" dt="2026-08-25T01:51:12.926" v="0" actId="47"/>
        <pc:sldMkLst>
          <pc:docMk/>
          <pc:sldMk cId="3209933386" sldId="680"/>
        </pc:sldMkLst>
      </pc:sldChg>
      <pc:sldChg chg="del">
        <pc:chgData name="Amanda Countryman" userId="0be1c61d-c610-49a2-ae7e-a4e60bd07712" providerId="ADAL" clId="{00873937-8841-4394-9081-668AB0E0F950}" dt="2026-08-25T01:51:27.318" v="1" actId="47"/>
        <pc:sldMkLst>
          <pc:docMk/>
          <pc:sldMk cId="189957461" sldId="681"/>
        </pc:sldMkLst>
      </pc:sldChg>
      <pc:sldMasterChg chg="delSldLayout">
        <pc:chgData name="Amanda Countryman" userId="0be1c61d-c610-49a2-ae7e-a4e60bd07712" providerId="ADAL" clId="{00873937-8841-4394-9081-668AB0E0F950}" dt="2026-08-25T01:51:27.318" v="1" actId="47"/>
        <pc:sldMasterMkLst>
          <pc:docMk/>
          <pc:sldMasterMk cId="0" sldId="2147483659"/>
        </pc:sldMasterMkLst>
        <pc:sldLayoutChg chg="del">
          <pc:chgData name="Amanda Countryman" userId="0be1c61d-c610-49a2-ae7e-a4e60bd07712" providerId="ADAL" clId="{00873937-8841-4394-9081-668AB0E0F950}" dt="2026-08-25T01:51:27.318" v="1" actId="47"/>
          <pc:sldLayoutMkLst>
            <pc:docMk/>
            <pc:sldMasterMk cId="0" sldId="2147483659"/>
            <pc:sldLayoutMk cId="0" sldId="2147483651"/>
          </pc:sldLayoutMkLst>
        </pc:sldLayoutChg>
        <pc:sldLayoutChg chg="del">
          <pc:chgData name="Amanda Countryman" userId="0be1c61d-c610-49a2-ae7e-a4e60bd07712" providerId="ADAL" clId="{00873937-8841-4394-9081-668AB0E0F950}" dt="2026-08-25T01:51:27.318" v="1" actId="47"/>
          <pc:sldLayoutMkLst>
            <pc:docMk/>
            <pc:sldMasterMk cId="0" sldId="2147483659"/>
            <pc:sldLayoutMk cId="0" sldId="2147483652"/>
          </pc:sldLayoutMkLst>
        </pc:sldLayoutChg>
        <pc:sldLayoutChg chg="del">
          <pc:chgData name="Amanda Countryman" userId="0be1c61d-c610-49a2-ae7e-a4e60bd07712" providerId="ADAL" clId="{00873937-8841-4394-9081-668AB0E0F950}" dt="2026-08-25T01:51:27.318" v="1" actId="47"/>
          <pc:sldLayoutMkLst>
            <pc:docMk/>
            <pc:sldMasterMk cId="0" sldId="2147483659"/>
            <pc:sldLayoutMk cId="0" sldId="2147483658"/>
          </pc:sldLayoutMkLst>
        </pc:sldLayoutChg>
      </pc:sldMasterChg>
    </pc:docChg>
  </pc:docChgLst>
  <pc:docChgLst>
    <pc:chgData name="Amanda Countryman" userId="0be1c61d-c610-49a2-ae7e-a4e60bd07712" providerId="ADAL" clId="{F96C64A3-2F78-43D7-A4BE-01E749D3393B}"/>
    <pc:docChg chg="undo custSel addSld delSld modSld sldOrd">
      <pc:chgData name="Amanda Countryman" userId="0be1c61d-c610-49a2-ae7e-a4e60bd07712" providerId="ADAL" clId="{F96C64A3-2F78-43D7-A4BE-01E749D3393B}" dt="2026-09-14T22:59:58.480" v="5"/>
      <pc:docMkLst>
        <pc:docMk/>
      </pc:docMkLst>
      <pc:sldChg chg="add del ord">
        <pc:chgData name="Amanda Countryman" userId="0be1c61d-c610-49a2-ae7e-a4e60bd07712" providerId="ADAL" clId="{F96C64A3-2F78-43D7-A4BE-01E749D3393B}" dt="2026-09-14T22:59:58.480" v="5"/>
        <pc:sldMkLst>
          <pc:docMk/>
          <pc:sldMk cId="0" sldId="388"/>
        </pc:sldMkLst>
      </pc:sldChg>
      <pc:sldChg chg="add del">
        <pc:chgData name="Amanda Countryman" userId="0be1c61d-c610-49a2-ae7e-a4e60bd07712" providerId="ADAL" clId="{F96C64A3-2F78-43D7-A4BE-01E749D3393B}" dt="2026-09-14T22:59:58.480" v="5"/>
        <pc:sldMkLst>
          <pc:docMk/>
          <pc:sldMk cId="0" sldId="389"/>
        </pc:sldMkLst>
      </pc:sldChg>
      <pc:sldChg chg="add del">
        <pc:chgData name="Amanda Countryman" userId="0be1c61d-c610-49a2-ae7e-a4e60bd07712" providerId="ADAL" clId="{F96C64A3-2F78-43D7-A4BE-01E749D3393B}" dt="2026-09-14T22:59:58.480" v="5"/>
        <pc:sldMkLst>
          <pc:docMk/>
          <pc:sldMk cId="0" sldId="390"/>
        </pc:sldMkLst>
      </pc:sldChg>
      <pc:sldChg chg="add del">
        <pc:chgData name="Amanda Countryman" userId="0be1c61d-c610-49a2-ae7e-a4e60bd07712" providerId="ADAL" clId="{F96C64A3-2F78-43D7-A4BE-01E749D3393B}" dt="2026-09-14T22:59:58.480" v="5"/>
        <pc:sldMkLst>
          <pc:docMk/>
          <pc:sldMk cId="0" sldId="391"/>
        </pc:sldMkLst>
      </pc:sldChg>
      <pc:sldChg chg="add del">
        <pc:chgData name="Amanda Countryman" userId="0be1c61d-c610-49a2-ae7e-a4e60bd07712" providerId="ADAL" clId="{F96C64A3-2F78-43D7-A4BE-01E749D3393B}" dt="2026-09-14T22:59:58.480" v="5"/>
        <pc:sldMkLst>
          <pc:docMk/>
          <pc:sldMk cId="0" sldId="392"/>
        </pc:sldMkLst>
      </pc:sldChg>
      <pc:sldChg chg="add del">
        <pc:chgData name="Amanda Countryman" userId="0be1c61d-c610-49a2-ae7e-a4e60bd07712" providerId="ADAL" clId="{F96C64A3-2F78-43D7-A4BE-01E749D3393B}" dt="2026-09-14T22:59:58.480" v="5"/>
        <pc:sldMkLst>
          <pc:docMk/>
          <pc:sldMk cId="0" sldId="393"/>
        </pc:sldMkLst>
      </pc:sldChg>
      <pc:sldChg chg="add del">
        <pc:chgData name="Amanda Countryman" userId="0be1c61d-c610-49a2-ae7e-a4e60bd07712" providerId="ADAL" clId="{F96C64A3-2F78-43D7-A4BE-01E749D3393B}" dt="2026-09-14T22:59:58.480" v="5"/>
        <pc:sldMkLst>
          <pc:docMk/>
          <pc:sldMk cId="0" sldId="394"/>
        </pc:sldMkLst>
      </pc:sldChg>
      <pc:sldChg chg="add del">
        <pc:chgData name="Amanda Countryman" userId="0be1c61d-c610-49a2-ae7e-a4e60bd07712" providerId="ADAL" clId="{F96C64A3-2F78-43D7-A4BE-01E749D3393B}" dt="2026-09-14T22:59:58.480" v="5"/>
        <pc:sldMkLst>
          <pc:docMk/>
          <pc:sldMk cId="0" sldId="395"/>
        </pc:sldMkLst>
      </pc:sldChg>
      <pc:sldChg chg="add del">
        <pc:chgData name="Amanda Countryman" userId="0be1c61d-c610-49a2-ae7e-a4e60bd07712" providerId="ADAL" clId="{F96C64A3-2F78-43D7-A4BE-01E749D3393B}" dt="2026-09-14T22:59:58.480" v="5"/>
        <pc:sldMkLst>
          <pc:docMk/>
          <pc:sldMk cId="0" sldId="396"/>
        </pc:sldMkLst>
      </pc:sldChg>
      <pc:sldChg chg="add del">
        <pc:chgData name="Amanda Countryman" userId="0be1c61d-c610-49a2-ae7e-a4e60bd07712" providerId="ADAL" clId="{F96C64A3-2F78-43D7-A4BE-01E749D3393B}" dt="2026-09-14T22:59:58.480" v="5"/>
        <pc:sldMkLst>
          <pc:docMk/>
          <pc:sldMk cId="0" sldId="397"/>
        </pc:sldMkLst>
      </pc:sldChg>
      <pc:sldChg chg="add del">
        <pc:chgData name="Amanda Countryman" userId="0be1c61d-c610-49a2-ae7e-a4e60bd07712" providerId="ADAL" clId="{F96C64A3-2F78-43D7-A4BE-01E749D3393B}" dt="2026-09-14T22:59:58.480" v="5"/>
        <pc:sldMkLst>
          <pc:docMk/>
          <pc:sldMk cId="0" sldId="398"/>
        </pc:sldMkLst>
      </pc:sldChg>
      <pc:sldChg chg="add del">
        <pc:chgData name="Amanda Countryman" userId="0be1c61d-c610-49a2-ae7e-a4e60bd07712" providerId="ADAL" clId="{F96C64A3-2F78-43D7-A4BE-01E749D3393B}" dt="2026-09-14T22:59:58.480" v="5"/>
        <pc:sldMkLst>
          <pc:docMk/>
          <pc:sldMk cId="0" sldId="399"/>
        </pc:sldMkLst>
      </pc:sldChg>
      <pc:sldChg chg="add del">
        <pc:chgData name="Amanda Countryman" userId="0be1c61d-c610-49a2-ae7e-a4e60bd07712" providerId="ADAL" clId="{F96C64A3-2F78-43D7-A4BE-01E749D3393B}" dt="2026-09-14T22:59:58.480" v="5"/>
        <pc:sldMkLst>
          <pc:docMk/>
          <pc:sldMk cId="0" sldId="400"/>
        </pc:sldMkLst>
      </pc:sldChg>
      <pc:sldChg chg="add del">
        <pc:chgData name="Amanda Countryman" userId="0be1c61d-c610-49a2-ae7e-a4e60bd07712" providerId="ADAL" clId="{F96C64A3-2F78-43D7-A4BE-01E749D3393B}" dt="2026-09-14T22:59:58.480" v="5"/>
        <pc:sldMkLst>
          <pc:docMk/>
          <pc:sldMk cId="0" sldId="401"/>
        </pc:sldMkLst>
      </pc:sldChg>
      <pc:sldChg chg="add del">
        <pc:chgData name="Amanda Countryman" userId="0be1c61d-c610-49a2-ae7e-a4e60bd07712" providerId="ADAL" clId="{F96C64A3-2F78-43D7-A4BE-01E749D3393B}" dt="2026-09-14T22:59:58.480" v="5"/>
        <pc:sldMkLst>
          <pc:docMk/>
          <pc:sldMk cId="0" sldId="4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f2f8976a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6" name="Google Shape;926;gf2f8976a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f2f8976a3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f2f8976a3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f2f8976a3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f2f8976a3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f2f8976a3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f2f8976a3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f2f8976a3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f2f8976a3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f2f8976a3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 name="Google Shape;957;gf2f8976a3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5df6956ab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5df6956ab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15df6956a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9" name="Google Shape;969;g15df6956a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f2f8976a3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f2f8976a3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15cb907df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15cb907df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15cb907dfe7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15cb907dfe7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15cb907dfe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15cb907dfe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15cb907dfe7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15cb907dfe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15cb907dfe7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15cb907dfe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15cb907dfe7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15cb907dfe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15cb907dfe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15cb907dfe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15cb907dfe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15cb907dfe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15cc894354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15cc894354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5cc894354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5cc894354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15cc894354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15cc894354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15cb907dfe7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 name="Google Shape;902;g15cb907dfe7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15cb907dfe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 name="Google Shape;908;g15cb907dfe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15cb907dfe7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15cb907dfe7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5cc894354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5cc894354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f2f8976a37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f2f8976a3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158bc02d3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7" name="Google Shape;987;g158bc02d3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f2f8976a37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f2f8976a3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f4d37447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f4d37447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15f6505ba7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4" name="Google Shape;1004;g15f6505ba7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f4d374478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f4d374478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15f6505ba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15f6505ba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f4d374478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1" name="Google Shape;1021;gf4d374478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f4d374478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f4d374478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f4d3744789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f4d3744789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f4d3744789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f4d374478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f4d374478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f4d374478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f4d3744789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f4d3744789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f4d3744789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7" name="Google Shape;1057;gf4d374478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f4d3744789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f4d3744789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f4d3744789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f4d3744789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f4d3744789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f4d3744789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f4d3744789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f4d3744789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f4d3744789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f4d374478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58bc02d34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58bc02d34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15f6505ba7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15f6505ba7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683447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6" r:id="rId7"/>
    <p:sldLayoutId id="2147483657" r:id="rId8"/>
    <p:sldLayoutId id="214748366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open?id=0B3GR6J9SH_OGdk9lTVpaMkNmZms&amp;resourcekey=0-JSQeewB9F2Smgl5jlIHOdQ&amp;authuser=jbayham%40rams.colostate.edu&amp;usp=drive_f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econ272.academic.wlu.edu/how-to-read-a-paper/"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hyperlink" Target="https://www.reed.edu/economics/parker/354/guide.ht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drive.google.com/file/d/0B3GR6J9SH_OGeHB0QWE3UEp0T00/view?usp=sharing&amp;resourcekey=0-_gWv7VKinj8XbUlfteV8hQ"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s://writingcenter.unc.edu/tips-and-tools/paragraphs/"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colostate-my.sharepoint.com/:f:/g/personal/jbayham_colostate_edu/ElSPjurTYEZPq2qPNFUWh7YBs10MlhjUCeYj0xRB5IgHjA?e=ee0JwL" TargetMode="External"/><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hyperlink" Target="https://scientistseessquirrel.wordpress.com/2019/04/16/for-the-love-of-all-that-is-holy-stop-writing-utilize/"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927"/>
        <p:cNvGrpSpPr/>
        <p:nvPr/>
      </p:nvGrpSpPr>
      <p:grpSpPr>
        <a:xfrm>
          <a:off x="0" y="0"/>
          <a:ext cx="0" cy="0"/>
          <a:chOff x="0" y="0"/>
          <a:chExt cx="0" cy="0"/>
        </a:xfrm>
      </p:grpSpPr>
      <p:sp>
        <p:nvSpPr>
          <p:cNvPr id="928" name="Google Shape;928;p1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Unit 3</a:t>
            </a:r>
            <a:br>
              <a:rPr lang="en" dirty="0"/>
            </a:br>
            <a:r>
              <a:rPr lang="en" dirty="0"/>
              <a:t>Intro and Lit Review</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2CA9EA-025E-F468-7D7F-9F5BA7995479}"/>
              </a:ext>
            </a:extLst>
          </p:cNvPr>
          <p:cNvSpPr>
            <a:spLocks noGrp="1"/>
          </p:cNvSpPr>
          <p:nvPr>
            <p:ph type="title"/>
          </p:nvPr>
        </p:nvSpPr>
        <p:spPr/>
        <p:txBody>
          <a:bodyPr/>
          <a:lstStyle/>
          <a:p>
            <a:r>
              <a:rPr lang="en-US" dirty="0"/>
              <a:t>Overview</a:t>
            </a:r>
          </a:p>
        </p:txBody>
      </p:sp>
      <p:sp>
        <p:nvSpPr>
          <p:cNvPr id="4" name="Text Placeholder 3">
            <a:extLst>
              <a:ext uri="{FF2B5EF4-FFF2-40B4-BE49-F238E27FC236}">
                <a16:creationId xmlns:a16="http://schemas.microsoft.com/office/drawing/2014/main" id="{DAEC94BD-B476-E3ED-ABA1-D3FAD53F25AC}"/>
              </a:ext>
            </a:extLst>
          </p:cNvPr>
          <p:cNvSpPr>
            <a:spLocks noGrp="1"/>
          </p:cNvSpPr>
          <p:nvPr>
            <p:ph type="body" idx="1"/>
          </p:nvPr>
        </p:nvSpPr>
        <p:spPr/>
        <p:txBody>
          <a:bodyPr/>
          <a:lstStyle/>
          <a:p>
            <a:pPr marL="114300" indent="0">
              <a:spcAft>
                <a:spcPts val="1200"/>
              </a:spcAft>
              <a:buNone/>
            </a:pPr>
            <a:r>
              <a:rPr lang="en-US" dirty="0"/>
              <a:t>No one way to write a paper (let alone an intro)</a:t>
            </a:r>
          </a:p>
          <a:p>
            <a:pPr marL="114300" indent="0">
              <a:spcAft>
                <a:spcPts val="1200"/>
              </a:spcAft>
              <a:buNone/>
            </a:pPr>
            <a:r>
              <a:rPr lang="en-US" dirty="0"/>
              <a:t>My goal is to expose you to several ways. Experiment. </a:t>
            </a:r>
          </a:p>
          <a:p>
            <a:pPr marL="114300" indent="0">
              <a:spcAft>
                <a:spcPts val="1200"/>
              </a:spcAft>
              <a:buNone/>
            </a:pPr>
            <a:r>
              <a:rPr lang="en-US" dirty="0"/>
              <a:t>Find something that works for you</a:t>
            </a:r>
          </a:p>
        </p:txBody>
      </p:sp>
    </p:spTree>
    <p:extLst>
      <p:ext uri="{BB962C8B-B14F-4D97-AF65-F5344CB8AC3E}">
        <p14:creationId xmlns:p14="http://schemas.microsoft.com/office/powerpoint/2010/main" val="4147910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1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a:t>
            </a:r>
            <a:endParaRPr/>
          </a:p>
        </p:txBody>
      </p:sp>
      <p:sp>
        <p:nvSpPr>
          <p:cNvPr id="934" name="Google Shape;934;p1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introduction should address 4 generic questions (Greenlaw):</a:t>
            </a:r>
            <a:endParaRPr/>
          </a:p>
          <a:p>
            <a:pPr marL="457200" lvl="0" indent="-342900" algn="l" rtl="0">
              <a:spcBef>
                <a:spcPts val="1600"/>
              </a:spcBef>
              <a:spcAft>
                <a:spcPts val="0"/>
              </a:spcAft>
              <a:buSzPts val="1800"/>
              <a:buChar char="●"/>
            </a:pPr>
            <a:r>
              <a:rPr lang="en"/>
              <a:t>What is the nature of the issue or problem?  Problematic situation, researchable problem</a:t>
            </a:r>
            <a:endParaRPr/>
          </a:p>
          <a:p>
            <a:pPr marL="457200" lvl="0" indent="-342900" algn="l" rtl="0">
              <a:spcBef>
                <a:spcPts val="0"/>
              </a:spcBef>
              <a:spcAft>
                <a:spcPts val="0"/>
              </a:spcAft>
              <a:buSzPts val="1800"/>
              <a:buChar char="●"/>
            </a:pPr>
            <a:r>
              <a:rPr lang="en"/>
              <a:t>Why is this problem worthy of investigation?</a:t>
            </a:r>
            <a:endParaRPr/>
          </a:p>
          <a:p>
            <a:pPr marL="457200" lvl="0" indent="-342900" algn="l" rtl="0">
              <a:spcBef>
                <a:spcPts val="0"/>
              </a:spcBef>
              <a:spcAft>
                <a:spcPts val="0"/>
              </a:spcAft>
              <a:buSzPts val="1800"/>
              <a:buChar char="●"/>
            </a:pPr>
            <a:r>
              <a:rPr lang="en"/>
              <a:t>What has previous research discovered? Literature review</a:t>
            </a:r>
            <a:endParaRPr/>
          </a:p>
          <a:p>
            <a:pPr marL="457200" lvl="0" indent="-342900" algn="l" rtl="0">
              <a:spcBef>
                <a:spcPts val="0"/>
              </a:spcBef>
              <a:spcAft>
                <a:spcPts val="0"/>
              </a:spcAft>
              <a:buSzPts val="1800"/>
              <a:buChar char="●"/>
            </a:pPr>
            <a:r>
              <a:rPr lang="en"/>
              <a:t>What does your research contribute to the discussion/literature?</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1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Telling the econ story</a:t>
            </a:r>
            <a:endParaRPr/>
          </a:p>
        </p:txBody>
      </p:sp>
      <p:sp>
        <p:nvSpPr>
          <p:cNvPr id="940" name="Google Shape;940;p1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Make connections between the agents in the story.  How does their behavior lead to a certain outcome?</a:t>
            </a:r>
            <a:endParaRPr dirty="0"/>
          </a:p>
          <a:p>
            <a:pPr marL="0" lvl="0" indent="0" algn="l" rtl="0">
              <a:spcBef>
                <a:spcPts val="1600"/>
              </a:spcBef>
              <a:spcAft>
                <a:spcPts val="0"/>
              </a:spcAft>
              <a:buNone/>
            </a:pPr>
            <a:r>
              <a:rPr lang="en" dirty="0"/>
              <a:t>Remember the comparative advantage of economic research: economists have tools to think through how people and firms respond to incentives and how those decisions impact prices, welfare, the environment</a:t>
            </a:r>
            <a:endParaRPr dirty="0"/>
          </a:p>
          <a:p>
            <a:pPr marL="0" lvl="0" indent="0" algn="l" rtl="0">
              <a:spcBef>
                <a:spcPts val="1600"/>
              </a:spcBef>
              <a:spcAft>
                <a:spcPts val="0"/>
              </a:spcAft>
              <a:buNone/>
            </a:pPr>
            <a:r>
              <a:rPr lang="en" dirty="0"/>
              <a:t>Tailor context to the audience:</a:t>
            </a:r>
            <a:endParaRPr dirty="0"/>
          </a:p>
          <a:p>
            <a:pPr marL="457200" lvl="0" indent="-342900" algn="l" rtl="0">
              <a:spcBef>
                <a:spcPts val="1600"/>
              </a:spcBef>
              <a:spcAft>
                <a:spcPts val="0"/>
              </a:spcAft>
              <a:buSzPts val="1800"/>
              <a:buChar char="●"/>
            </a:pPr>
            <a:r>
              <a:rPr lang="en" dirty="0"/>
              <a:t>If audience is econ, provide enough context to understand the econ</a:t>
            </a:r>
            <a:endParaRPr dirty="0"/>
          </a:p>
          <a:p>
            <a:pPr marL="457200" lvl="0" indent="-342900" algn="l" rtl="0">
              <a:spcBef>
                <a:spcPts val="0"/>
              </a:spcBef>
              <a:spcAft>
                <a:spcPts val="0"/>
              </a:spcAft>
              <a:buSzPts val="1800"/>
              <a:buChar char="●"/>
            </a:pPr>
            <a:r>
              <a:rPr lang="en" dirty="0"/>
              <a:t>If audience is other, it depends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163"/>
          <p:cNvSpPr txBox="1">
            <a:spLocks noGrp="1"/>
          </p:cNvSpPr>
          <p:nvPr>
            <p:ph type="title"/>
          </p:nvPr>
        </p:nvSpPr>
        <p:spPr>
          <a:xfrm>
            <a:off x="288758" y="445025"/>
            <a:ext cx="854344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 Strategy: Broad to narrow vs narrow to broad</a:t>
            </a:r>
            <a:endParaRPr dirty="0"/>
          </a:p>
        </p:txBody>
      </p:sp>
      <p:sp>
        <p:nvSpPr>
          <p:cNvPr id="946" name="Google Shape;946;p163"/>
          <p:cNvSpPr txBox="1">
            <a:spLocks noGrp="1"/>
          </p:cNvSpPr>
          <p:nvPr>
            <p:ph type="body" idx="1"/>
          </p:nvPr>
        </p:nvSpPr>
        <p:spPr>
          <a:xfrm>
            <a:off x="1657625" y="1152475"/>
            <a:ext cx="71748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Broad to narrow: good approach if you need to provide reader with context in order to understand your problem</a:t>
            </a: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r>
              <a:rPr lang="en" dirty="0"/>
              <a:t>Narrow to broad: this may be a good strategy if your specific researchable question is relatable without any context.  You pose that question quickly as a hook, then generalize to the broader implications.</a:t>
            </a:r>
            <a:endParaRPr dirty="0"/>
          </a:p>
        </p:txBody>
      </p:sp>
      <p:sp>
        <p:nvSpPr>
          <p:cNvPr id="947" name="Google Shape;947;p163"/>
          <p:cNvSpPr/>
          <p:nvPr/>
        </p:nvSpPr>
        <p:spPr>
          <a:xfrm rot="10800000">
            <a:off x="492175" y="1316975"/>
            <a:ext cx="916200" cy="847200"/>
          </a:xfrm>
          <a:prstGeom prst="triangle">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63"/>
          <p:cNvSpPr/>
          <p:nvPr/>
        </p:nvSpPr>
        <p:spPr>
          <a:xfrm>
            <a:off x="492175" y="3250400"/>
            <a:ext cx="916200" cy="890400"/>
          </a:xfrm>
          <a:prstGeom prst="triangle">
            <a:avLst>
              <a:gd name="adj"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3"/>
              </a:rPr>
              <a:t>Introduction formula</a:t>
            </a:r>
            <a:r>
              <a:rPr lang="en" dirty="0"/>
              <a:t> - James Brander via Keith Head</a:t>
            </a:r>
            <a:endParaRPr dirty="0"/>
          </a:p>
        </p:txBody>
      </p:sp>
      <p:sp>
        <p:nvSpPr>
          <p:cNvPr id="954" name="Google Shape;954;p1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Hook</a:t>
            </a:r>
            <a:endParaRPr/>
          </a:p>
          <a:p>
            <a:pPr marL="0" lvl="0" indent="0" algn="l" rtl="0">
              <a:spcBef>
                <a:spcPts val="1600"/>
              </a:spcBef>
              <a:spcAft>
                <a:spcPts val="0"/>
              </a:spcAft>
              <a:buNone/>
            </a:pPr>
            <a:r>
              <a:rPr lang="en"/>
              <a:t>Question</a:t>
            </a:r>
            <a:endParaRPr/>
          </a:p>
          <a:p>
            <a:pPr marL="0" lvl="0" indent="0" algn="l" rtl="0">
              <a:spcBef>
                <a:spcPts val="1600"/>
              </a:spcBef>
              <a:spcAft>
                <a:spcPts val="0"/>
              </a:spcAft>
              <a:buNone/>
            </a:pPr>
            <a:r>
              <a:rPr lang="en"/>
              <a:t>Antecedants</a:t>
            </a:r>
            <a:endParaRPr/>
          </a:p>
          <a:p>
            <a:pPr marL="0" lvl="0" indent="0" algn="l" rtl="0">
              <a:spcBef>
                <a:spcPts val="1600"/>
              </a:spcBef>
              <a:spcAft>
                <a:spcPts val="0"/>
              </a:spcAft>
              <a:buNone/>
            </a:pPr>
            <a:r>
              <a:rPr lang="en"/>
              <a:t>Value added</a:t>
            </a:r>
            <a:endParaRPr/>
          </a:p>
          <a:p>
            <a:pPr marL="0" lvl="0" indent="0" algn="l" rtl="0">
              <a:spcBef>
                <a:spcPts val="1600"/>
              </a:spcBef>
              <a:spcAft>
                <a:spcPts val="0"/>
              </a:spcAft>
              <a:buNone/>
            </a:pPr>
            <a:r>
              <a:rPr lang="en"/>
              <a:t>Roadmap</a:t>
            </a:r>
            <a:endParaRPr/>
          </a:p>
          <a:p>
            <a:pPr marL="0" lvl="0" indent="0" algn="l" rtl="0">
              <a:spcBef>
                <a:spcPts val="1600"/>
              </a:spcBef>
              <a:spcAft>
                <a:spcPts val="1600"/>
              </a:spcAft>
              <a:buNone/>
            </a:pPr>
            <a:r>
              <a:rPr lang="en"/>
              <a:t>Draft early and revise often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16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Dudenhefer - 4 move method</a:t>
            </a:r>
            <a:endParaRPr/>
          </a:p>
        </p:txBody>
      </p:sp>
      <p:sp>
        <p:nvSpPr>
          <p:cNvPr id="960" name="Google Shape;960;p165"/>
          <p:cNvSpPr txBox="1">
            <a:spLocks noGrp="1"/>
          </p:cNvSpPr>
          <p:nvPr>
            <p:ph type="body" idx="1"/>
          </p:nvPr>
        </p:nvSpPr>
        <p:spPr>
          <a:xfrm>
            <a:off x="311700" y="1152475"/>
            <a:ext cx="8520600" cy="384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Move 1: Establish a research territory. introduce your subject and indicate its important. Why should we care about it? Why is it important to economics, or to human welfare?</a:t>
            </a:r>
            <a:endParaRPr/>
          </a:p>
          <a:p>
            <a:pPr marL="0" lvl="0" indent="0" algn="l" rtl="0">
              <a:spcBef>
                <a:spcPts val="1600"/>
              </a:spcBef>
              <a:spcAft>
                <a:spcPts val="0"/>
              </a:spcAft>
              <a:buClr>
                <a:schemeClr val="dk1"/>
              </a:buClr>
              <a:buSzPts val="1100"/>
              <a:buFont typeface="Arial"/>
              <a:buNone/>
            </a:pPr>
            <a:r>
              <a:rPr lang="en"/>
              <a:t>Move 2: Review the literature. Place your own study in the context of other studies, in a way that will highlight your study’s contribution.</a:t>
            </a:r>
            <a:endParaRPr/>
          </a:p>
          <a:p>
            <a:pPr marL="0" lvl="0" indent="0" algn="l" rtl="0">
              <a:spcBef>
                <a:spcPts val="1600"/>
              </a:spcBef>
              <a:spcAft>
                <a:spcPts val="0"/>
              </a:spcAft>
              <a:buClr>
                <a:schemeClr val="dk1"/>
              </a:buClr>
              <a:buSzPts val="1100"/>
              <a:buFont typeface="Arial"/>
              <a:buNone/>
            </a:pPr>
            <a:r>
              <a:rPr lang="en"/>
              <a:t>Move 3: Establish a niche. In this move, you identify a gap or problem or deficiency in the current literature. It will be the gap or problem or deficiency that your study will address.</a:t>
            </a:r>
            <a:endParaRPr/>
          </a:p>
          <a:p>
            <a:pPr marL="0" lvl="0" indent="0" algn="l" rtl="0">
              <a:spcBef>
                <a:spcPts val="1600"/>
              </a:spcBef>
              <a:spcAft>
                <a:spcPts val="0"/>
              </a:spcAft>
              <a:buNone/>
            </a:pPr>
            <a:r>
              <a:rPr lang="en"/>
              <a:t>Move 4: Occupy the niche. state your study’s purpose, what it will “do,” what it will contribute.</a:t>
            </a: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1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Creativity in structure</a:t>
            </a:r>
            <a:endParaRPr/>
          </a:p>
        </p:txBody>
      </p:sp>
      <p:sp>
        <p:nvSpPr>
          <p:cNvPr id="966" name="Google Shape;966;p1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is flexibility in the 4 move pattern</a:t>
            </a:r>
            <a:endParaRPr/>
          </a:p>
          <a:p>
            <a:pPr marL="0" lvl="0" indent="0" algn="l" rtl="0">
              <a:spcBef>
                <a:spcPts val="1600"/>
              </a:spcBef>
              <a:spcAft>
                <a:spcPts val="0"/>
              </a:spcAft>
              <a:buNone/>
            </a:pPr>
            <a:r>
              <a:rPr lang="en"/>
              <a:t>Examples illustrate:</a:t>
            </a:r>
            <a:endParaRPr/>
          </a:p>
          <a:p>
            <a:pPr marL="457200" lvl="0" indent="-342900" algn="l" rtl="0">
              <a:spcBef>
                <a:spcPts val="1600"/>
              </a:spcBef>
              <a:spcAft>
                <a:spcPts val="0"/>
              </a:spcAft>
              <a:buSzPts val="1800"/>
              <a:buChar char="-"/>
            </a:pPr>
            <a:r>
              <a:rPr lang="en"/>
              <a:t>Starting with general problem statement </a:t>
            </a:r>
            <a:endParaRPr/>
          </a:p>
          <a:p>
            <a:pPr marL="457200" lvl="0" indent="-342900" algn="l" rtl="0">
              <a:spcBef>
                <a:spcPts val="0"/>
              </a:spcBef>
              <a:spcAft>
                <a:spcPts val="0"/>
              </a:spcAft>
              <a:buSzPts val="1800"/>
              <a:buChar char="-"/>
            </a:pPr>
            <a:r>
              <a:rPr lang="en"/>
              <a:t>State what you do right away then demonstrate how it differs from existing lit</a:t>
            </a:r>
            <a:endParaRPr/>
          </a:p>
          <a:p>
            <a:pPr marL="457200" lvl="0" indent="-342900" algn="l" rtl="0">
              <a:spcBef>
                <a:spcPts val="0"/>
              </a:spcBef>
              <a:spcAft>
                <a:spcPts val="0"/>
              </a:spcAft>
              <a:buSzPts val="1800"/>
              <a:buChar char="-"/>
            </a:pPr>
            <a:r>
              <a:rPr lang="en"/>
              <a:t>Describe some phenomenon</a:t>
            </a:r>
            <a:endParaRPr/>
          </a:p>
          <a:p>
            <a:pPr marL="457200" lvl="0" indent="-342900" algn="l" rtl="0">
              <a:spcBef>
                <a:spcPts val="0"/>
              </a:spcBef>
              <a:spcAft>
                <a:spcPts val="0"/>
              </a:spcAft>
              <a:buSzPts val="1800"/>
              <a:buChar char="-"/>
            </a:pPr>
            <a:r>
              <a:rPr lang="en"/>
              <a:t>Start with facts/stats that demonstrate the magnitude of the issue</a:t>
            </a:r>
            <a:endParaRPr/>
          </a:p>
          <a:p>
            <a:pPr marL="457200" lvl="0" indent="-342900" algn="l" rtl="0">
              <a:spcBef>
                <a:spcPts val="0"/>
              </a:spcBef>
              <a:spcAft>
                <a:spcPts val="0"/>
              </a:spcAft>
              <a:buSzPts val="1800"/>
              <a:buChar char="-"/>
            </a:pPr>
            <a:r>
              <a:rPr lang="en"/>
              <a:t>Start with the current state of the literature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1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Dudenhefer: questions to answer</a:t>
            </a:r>
            <a:endParaRPr/>
          </a:p>
        </p:txBody>
      </p:sp>
      <p:sp>
        <p:nvSpPr>
          <p:cNvPr id="972" name="Google Shape;972;p1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purpose of the paper? That is, what does the paper “do”? </a:t>
            </a:r>
            <a:endParaRPr/>
          </a:p>
          <a:p>
            <a:pPr marL="0" lvl="0" indent="0" algn="l" rtl="0">
              <a:spcBef>
                <a:spcPts val="1600"/>
              </a:spcBef>
              <a:spcAft>
                <a:spcPts val="0"/>
              </a:spcAft>
              <a:buNone/>
            </a:pPr>
            <a:r>
              <a:rPr lang="en"/>
              <a:t>What important economic question does it try to answer, or what issue does it try to shed light on? </a:t>
            </a:r>
            <a:endParaRPr/>
          </a:p>
          <a:p>
            <a:pPr marL="0" lvl="0" indent="0" algn="l" rtl="0">
              <a:spcBef>
                <a:spcPts val="1600"/>
              </a:spcBef>
              <a:spcAft>
                <a:spcPts val="1600"/>
              </a:spcAft>
              <a:buNone/>
            </a:pPr>
            <a:r>
              <a:rPr lang="en"/>
              <a:t>What contribution does the paper make, and how does it relate to previous work on the topic?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1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Literature Review</a:t>
            </a:r>
            <a:endParaRPr/>
          </a:p>
        </p:txBody>
      </p:sp>
      <p:sp>
        <p:nvSpPr>
          <p:cNvPr id="978" name="Google Shape;978;p1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to review the literature (efficiently)</a:t>
            </a:r>
            <a:endParaRPr/>
          </a:p>
          <a:p>
            <a:pPr marL="0" lvl="0" indent="0" algn="l" rtl="0">
              <a:spcBef>
                <a:spcPts val="1600"/>
              </a:spcBef>
              <a:spcAft>
                <a:spcPts val="0"/>
              </a:spcAft>
              <a:buNone/>
            </a:pPr>
            <a:r>
              <a:rPr lang="en"/>
              <a:t>How to keep track of what you’ve read</a:t>
            </a:r>
            <a:endParaRPr/>
          </a:p>
          <a:p>
            <a:pPr marL="0" lvl="0" indent="0" algn="l" rtl="0">
              <a:spcBef>
                <a:spcPts val="1600"/>
              </a:spcBef>
              <a:spcAft>
                <a:spcPts val="0"/>
              </a:spcAft>
              <a:buNone/>
            </a:pPr>
            <a:r>
              <a:rPr lang="en"/>
              <a:t>How to organize what you’ve read</a:t>
            </a:r>
            <a:endParaRPr/>
          </a:p>
          <a:p>
            <a:pPr marL="0" lvl="0" indent="0" algn="l" rtl="0">
              <a:spcBef>
                <a:spcPts val="1600"/>
              </a:spcBef>
              <a:spcAft>
                <a:spcPts val="1600"/>
              </a:spcAft>
              <a:buNone/>
            </a:pPr>
            <a:r>
              <a:rPr lang="en"/>
              <a:t>How to write the literature review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4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review the literature?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1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Functions of the literature review</a:t>
            </a:r>
            <a:endParaRPr/>
          </a:p>
        </p:txBody>
      </p:sp>
      <p:sp>
        <p:nvSpPr>
          <p:cNvPr id="846" name="Google Shape;846;p1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Hopefully:</a:t>
            </a:r>
            <a:endParaRPr/>
          </a:p>
          <a:p>
            <a:pPr marL="457200" lvl="0" indent="-342900" algn="l" rtl="0">
              <a:spcBef>
                <a:spcPts val="1600"/>
              </a:spcBef>
              <a:spcAft>
                <a:spcPts val="0"/>
              </a:spcAft>
              <a:buSzPts val="1800"/>
              <a:buChar char="●"/>
            </a:pPr>
            <a:r>
              <a:rPr lang="en" dirty="0"/>
              <a:t>Prevents unwarranted duplication</a:t>
            </a:r>
            <a:endParaRPr/>
          </a:p>
          <a:p>
            <a:r>
              <a:rPr lang="en" dirty="0"/>
              <a:t>Acquaint yourself with the literature and find the frontier or knowledge gaps</a:t>
            </a:r>
            <a:endParaRPr dirty="0"/>
          </a:p>
          <a:p>
            <a:pPr marL="457200" lvl="0" indent="-342900" algn="l" rtl="0">
              <a:spcBef>
                <a:spcPts val="0"/>
              </a:spcBef>
              <a:spcAft>
                <a:spcPts val="0"/>
              </a:spcAft>
              <a:buSzPts val="1800"/>
              <a:buChar char="●"/>
            </a:pPr>
            <a:r>
              <a:rPr lang="en" dirty="0"/>
              <a:t>Learn about new methods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Laubepin</a:t>
            </a:r>
            <a:endParaRPr/>
          </a:p>
        </p:txBody>
      </p:sp>
      <p:sp>
        <p:nvSpPr>
          <p:cNvPr id="852" name="Google Shape;852;p1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Anatomy of a paper</a:t>
            </a:r>
            <a:endParaRPr/>
          </a:p>
          <a:p>
            <a:pPr marL="0" lvl="0" indent="0" algn="l" rtl="0">
              <a:spcBef>
                <a:spcPts val="1600"/>
              </a:spcBef>
              <a:spcAft>
                <a:spcPts val="0"/>
              </a:spcAft>
              <a:buNone/>
            </a:pPr>
            <a:r>
              <a:rPr lang="en"/>
              <a:t>Reading linearly (like you would a novel, starting at the beginning and reading word for word until you reach the end) is often </a:t>
            </a:r>
            <a:r>
              <a:rPr lang="en" u="sng"/>
              <a:t>not</a:t>
            </a:r>
            <a:r>
              <a:rPr lang="en"/>
              <a:t> the most efficient approach</a:t>
            </a:r>
            <a:endParaRPr/>
          </a:p>
          <a:p>
            <a:pPr marL="0" lvl="0" indent="0" algn="l" rtl="0">
              <a:spcBef>
                <a:spcPts val="1600"/>
              </a:spcBef>
              <a:spcAft>
                <a:spcPts val="1600"/>
              </a:spcAft>
              <a:buNone/>
            </a:pPr>
            <a:r>
              <a:rPr lang="en"/>
              <a:t>Determine your purpose -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Determine your purpose</a:t>
            </a:r>
            <a:endParaRPr/>
          </a:p>
        </p:txBody>
      </p:sp>
      <p:sp>
        <p:nvSpPr>
          <p:cNvPr id="858" name="Google Shape;858;p1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 this an assignment for class discussion, an article you want to use in a term paper (if so, how much of it will you need to use), </a:t>
            </a:r>
            <a:endParaRPr/>
          </a:p>
          <a:p>
            <a:pPr marL="0" lvl="0" indent="0" algn="l" rtl="0">
              <a:spcBef>
                <a:spcPts val="1600"/>
              </a:spcBef>
              <a:spcAft>
                <a:spcPts val="0"/>
              </a:spcAft>
              <a:buNone/>
            </a:pPr>
            <a:r>
              <a:rPr lang="en"/>
              <a:t>one about which you need to write a critique/review? </a:t>
            </a:r>
            <a:endParaRPr/>
          </a:p>
          <a:p>
            <a:pPr marL="0" lvl="0" indent="0" algn="l" rtl="0">
              <a:spcBef>
                <a:spcPts val="1600"/>
              </a:spcBef>
              <a:spcAft>
                <a:spcPts val="0"/>
              </a:spcAft>
              <a:buNone/>
            </a:pPr>
            <a:r>
              <a:rPr lang="en"/>
              <a:t>Are you interested in the author's theoretical perspective? Her findings? Her methods? Her data? </a:t>
            </a:r>
            <a:endParaRPr/>
          </a:p>
          <a:p>
            <a:pPr marL="0" lvl="0" indent="0" algn="l" rtl="0">
              <a:spcBef>
                <a:spcPts val="1600"/>
              </a:spcBef>
              <a:spcAft>
                <a:spcPts val="1600"/>
              </a:spcAft>
              <a:buNone/>
            </a:pPr>
            <a:r>
              <a:rPr lang="en"/>
              <a:t>Are you interested in getting a sense of the research that has been done on a specific topic/issue?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pic>
        <p:nvPicPr>
          <p:cNvPr id="863" name="Google Shape;863;p149"/>
          <p:cNvPicPr preferRelativeResize="0"/>
          <p:nvPr/>
        </p:nvPicPr>
        <p:blipFill>
          <a:blip r:embed="rId3">
            <a:alphaModFix/>
          </a:blip>
          <a:stretch>
            <a:fillRect/>
          </a:stretch>
        </p:blipFill>
        <p:spPr>
          <a:xfrm>
            <a:off x="531900" y="924925"/>
            <a:ext cx="7800975" cy="3962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economists approach</a:t>
            </a:r>
            <a:endParaRPr/>
          </a:p>
        </p:txBody>
      </p:sp>
      <p:sp>
        <p:nvSpPr>
          <p:cNvPr id="869" name="Google Shape;869;p1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https://econ272.academic.wlu.edu/how-to-read-a-paper/</a:t>
            </a:r>
            <a:r>
              <a:rPr lang="en"/>
              <a:t> </a:t>
            </a:r>
            <a:endParaRPr/>
          </a:p>
          <a:p>
            <a:pPr marL="0" lvl="0" indent="0" algn="l" rtl="0">
              <a:spcBef>
                <a:spcPts val="1600"/>
              </a:spcBef>
              <a:spcAft>
                <a:spcPts val="1600"/>
              </a:spcAft>
              <a:buNone/>
            </a:pPr>
            <a:r>
              <a:rPr lang="en" u="sng">
                <a:solidFill>
                  <a:schemeClr val="hlink"/>
                </a:solidFill>
                <a:hlinkClick r:id="rId4"/>
              </a:rPr>
              <a:t>https://www.reed.edu/economics/parker/354/guide.html</a:t>
            </a: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Gosztyla - reading efficiently</a:t>
            </a:r>
            <a:endParaRPr/>
          </a:p>
        </p:txBody>
      </p:sp>
      <p:sp>
        <p:nvSpPr>
          <p:cNvPr id="875" name="Google Shape;875;p1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colleagues seem to have encyclopedic knowledge of an area</a:t>
            </a:r>
            <a:endParaRPr/>
          </a:p>
          <a:p>
            <a:pPr marL="0" lvl="0" indent="0" algn="l" rtl="0">
              <a:spcBef>
                <a:spcPts val="1600"/>
              </a:spcBef>
              <a:spcAft>
                <a:spcPts val="0"/>
              </a:spcAft>
              <a:buNone/>
            </a:pPr>
            <a:r>
              <a:rPr lang="en"/>
              <a:t>Gosztyla shares the strategies she has developed</a:t>
            </a:r>
            <a:endParaRPr/>
          </a:p>
          <a:p>
            <a:pPr marL="0" lvl="0" indent="0" algn="l" rtl="0">
              <a:spcBef>
                <a:spcPts val="1600"/>
              </a:spcBef>
              <a:spcAft>
                <a:spcPts val="1600"/>
              </a:spcAft>
              <a:buNone/>
            </a:pPr>
            <a:r>
              <a:rPr lang="en"/>
              <a:t>Develop a process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Finding papers</a:t>
            </a:r>
            <a:endParaRPr/>
          </a:p>
        </p:txBody>
      </p:sp>
      <p:sp>
        <p:nvSpPr>
          <p:cNvPr id="881" name="Google Shape;881;p1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Google scholar search</a:t>
            </a:r>
            <a:endParaRPr/>
          </a:p>
          <a:p>
            <a:pPr marL="0" lvl="0" indent="0" algn="l" rtl="0">
              <a:spcBef>
                <a:spcPts val="1600"/>
              </a:spcBef>
              <a:spcAft>
                <a:spcPts val="0"/>
              </a:spcAft>
              <a:buNone/>
            </a:pPr>
            <a:r>
              <a:rPr lang="en"/>
              <a:t>Google scholar follow researchers</a:t>
            </a:r>
            <a:endParaRPr/>
          </a:p>
          <a:p>
            <a:pPr marL="0" lvl="0" indent="0" algn="l" rtl="0">
              <a:spcBef>
                <a:spcPts val="1600"/>
              </a:spcBef>
              <a:spcAft>
                <a:spcPts val="0"/>
              </a:spcAft>
              <a:buNone/>
            </a:pPr>
            <a:r>
              <a:rPr lang="en"/>
              <a:t>Journal table of contents email alerts</a:t>
            </a:r>
            <a:endParaRPr/>
          </a:p>
          <a:p>
            <a:pPr marL="0" lvl="0" indent="0" algn="l" rtl="0">
              <a:spcBef>
                <a:spcPts val="1600"/>
              </a:spcBef>
              <a:spcAft>
                <a:spcPts val="0"/>
              </a:spcAft>
              <a:buNone/>
            </a:pPr>
            <a:r>
              <a:rPr lang="en"/>
              <a:t>RSS feeds: subscribe to preprint servers or google scholar keywords</a:t>
            </a:r>
            <a:endParaRPr/>
          </a:p>
          <a:p>
            <a:pPr marL="0" lvl="0" indent="0" algn="l" rtl="0">
              <a:spcBef>
                <a:spcPts val="1600"/>
              </a:spcBef>
              <a:spcAft>
                <a:spcPts val="0"/>
              </a:spcAft>
              <a:buNone/>
            </a:pPr>
            <a:r>
              <a:rPr lang="en"/>
              <a:t>Feed aggregator that you review and file</a:t>
            </a:r>
            <a:endParaRPr/>
          </a:p>
          <a:p>
            <a:pPr marL="0" lvl="0" indent="0" algn="l" rtl="0">
              <a:spcBef>
                <a:spcPts val="1600"/>
              </a:spcBef>
              <a:spcAft>
                <a:spcPts val="1600"/>
              </a:spcAft>
              <a:buClr>
                <a:schemeClr val="dk1"/>
              </a:buClr>
              <a:buSzPts val="1100"/>
              <a:buFont typeface="Arial"/>
              <a:buNone/>
            </a:pPr>
            <a:r>
              <a:rPr lang="en"/>
              <a:t>Twitter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Managing the papers you have found</a:t>
            </a:r>
            <a:endParaRPr/>
          </a:p>
        </p:txBody>
      </p:sp>
      <p:sp>
        <p:nvSpPr>
          <p:cNvPr id="887" name="Google Shape;887;p1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Database software: Zotero, Mendeley, Endnote</a:t>
            </a:r>
            <a:endParaRPr/>
          </a:p>
          <a:p>
            <a:pPr marL="0" lvl="0" indent="0" algn="l" rtl="0">
              <a:spcBef>
                <a:spcPts val="1600"/>
              </a:spcBef>
              <a:spcAft>
                <a:spcPts val="0"/>
              </a:spcAft>
              <a:buNone/>
            </a:pPr>
            <a:r>
              <a:rPr lang="en"/>
              <a:t>Browser extensions make downloading citations easier</a:t>
            </a:r>
            <a:endParaRPr/>
          </a:p>
          <a:p>
            <a:pPr marL="0" lvl="0" indent="0" algn="l" rtl="0">
              <a:spcBef>
                <a:spcPts val="1600"/>
              </a:spcBef>
              <a:spcAft>
                <a:spcPts val="1600"/>
              </a:spcAft>
              <a:buNone/>
            </a:pPr>
            <a:r>
              <a:rPr lang="en"/>
              <a:t>Organize with folders and tags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Read the papers</a:t>
            </a:r>
            <a:endParaRPr/>
          </a:p>
        </p:txBody>
      </p:sp>
      <p:sp>
        <p:nvSpPr>
          <p:cNvPr id="893" name="Google Shape;893;p1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Build time in your schedule</a:t>
            </a:r>
            <a:endParaRPr/>
          </a:p>
          <a:p>
            <a:pPr marL="0" lvl="0" indent="0" algn="l" rtl="0">
              <a:spcBef>
                <a:spcPts val="1600"/>
              </a:spcBef>
              <a:spcAft>
                <a:spcPts val="0"/>
              </a:spcAft>
              <a:buNone/>
            </a:pPr>
            <a:r>
              <a:rPr lang="en"/>
              <a:t>Read efficiently</a:t>
            </a:r>
            <a:endParaRPr/>
          </a:p>
          <a:p>
            <a:pPr marL="0" lvl="0" indent="0" algn="l" rtl="0">
              <a:spcBef>
                <a:spcPts val="1600"/>
              </a:spcBef>
              <a:spcAft>
                <a:spcPts val="0"/>
              </a:spcAft>
              <a:buNone/>
            </a:pPr>
            <a:r>
              <a:rPr lang="en"/>
              <a:t>Minimize distractions</a:t>
            </a:r>
            <a:endParaRPr/>
          </a:p>
          <a:p>
            <a:pPr marL="0" lvl="0" indent="0" algn="l" rtl="0">
              <a:spcBef>
                <a:spcPts val="1600"/>
              </a:spcBef>
              <a:spcAft>
                <a:spcPts val="1600"/>
              </a:spcAft>
              <a:buNone/>
            </a:pPr>
            <a:r>
              <a:rPr lang="en"/>
              <a:t>Enjoy your time to read and learn - part of why we are here I hope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1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Organizing your notes</a:t>
            </a:r>
            <a:endParaRPr/>
          </a:p>
        </p:txBody>
      </p:sp>
      <p:sp>
        <p:nvSpPr>
          <p:cNvPr id="899" name="Google Shape;899;p1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Develop a system for organizing the notes you have made so that you can recall the important information in the paper</a:t>
            </a:r>
            <a:endParaRPr/>
          </a:p>
          <a:p>
            <a:pPr marL="0" lvl="0" indent="0" algn="l" rtl="0">
              <a:spcBef>
                <a:spcPts val="1600"/>
              </a:spcBef>
              <a:spcAft>
                <a:spcPts val="0"/>
              </a:spcAft>
              <a:buNone/>
            </a:pPr>
            <a:r>
              <a:rPr lang="en"/>
              <a:t>Notion</a:t>
            </a:r>
            <a:endParaRPr/>
          </a:p>
          <a:p>
            <a:pPr marL="0" lvl="0" indent="0" algn="l" rtl="0">
              <a:spcBef>
                <a:spcPts val="1600"/>
              </a:spcBef>
              <a:spcAft>
                <a:spcPts val="1600"/>
              </a:spcAft>
              <a:buNone/>
            </a:pPr>
            <a:r>
              <a:rPr lang="en"/>
              <a:t>This investment yields efficiency returns and probably helps you better retain the information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1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My appraoch to reviewing the literature</a:t>
            </a:r>
            <a:endParaRPr/>
          </a:p>
        </p:txBody>
      </p:sp>
      <p:sp>
        <p:nvSpPr>
          <p:cNvPr id="905" name="Google Shape;905;p1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buAutoNum type="arabicPeriod"/>
            </a:pPr>
            <a:r>
              <a:rPr lang="en" dirty="0"/>
              <a:t>Google scholar or other search tool: </a:t>
            </a:r>
            <a:r>
              <a:rPr lang="en" u="sng" dirty="0">
                <a:solidFill>
                  <a:schemeClr val="accent5"/>
                </a:solidFill>
              </a:rPr>
              <a:t>elicit.org, </a:t>
            </a:r>
            <a:r>
              <a:rPr lang="en" dirty="0">
                <a:solidFill>
                  <a:schemeClr val="accent5"/>
                </a:solidFill>
              </a:rPr>
              <a:t>www.connectedpapers.com</a:t>
            </a:r>
            <a:endParaRPr lang="en-US" dirty="0">
              <a:solidFill>
                <a:schemeClr val="accent5"/>
              </a:solidFill>
            </a:endParaRPr>
          </a:p>
          <a:p>
            <a:pPr marL="457200" lvl="0" indent="-342900" algn="l" rtl="0">
              <a:spcBef>
                <a:spcPts val="0"/>
              </a:spcBef>
              <a:spcAft>
                <a:spcPts val="0"/>
              </a:spcAft>
              <a:buSzPts val="1800"/>
              <a:buAutoNum type="arabicPeriod"/>
            </a:pPr>
            <a:r>
              <a:rPr lang="en" dirty="0"/>
              <a:t>Search keywords or phrases (alternatively find seminal paper and look at papers citing it)</a:t>
            </a:r>
            <a:endParaRPr dirty="0"/>
          </a:p>
          <a:p>
            <a:pPr marL="457200" lvl="0" indent="-342900" algn="l" rtl="0">
              <a:spcBef>
                <a:spcPts val="0"/>
              </a:spcBef>
              <a:spcAft>
                <a:spcPts val="0"/>
              </a:spcAft>
              <a:buSzPts val="1800"/>
              <a:buAutoNum type="arabicPeriod"/>
            </a:pPr>
            <a:r>
              <a:rPr lang="en" dirty="0"/>
              <a:t>Scan titles and click on 3-4 (open in new tabs)</a:t>
            </a:r>
            <a:endParaRPr dirty="0"/>
          </a:p>
          <a:p>
            <a:pPr marL="457200" lvl="0" indent="-342900" algn="l" rtl="0">
              <a:spcBef>
                <a:spcPts val="0"/>
              </a:spcBef>
              <a:spcAft>
                <a:spcPts val="0"/>
              </a:spcAft>
              <a:buSzPts val="1800"/>
              <a:buAutoNum type="arabicPeriod"/>
            </a:pPr>
            <a:r>
              <a:rPr lang="en" dirty="0"/>
              <a:t>Read abstract and select all relevant papers (download citations and copy of the paper</a:t>
            </a:r>
            <a:endParaRPr dirty="0"/>
          </a:p>
          <a:p>
            <a:pPr marL="457200" lvl="0" indent="-342900" algn="l" rtl="0">
              <a:spcBef>
                <a:spcPts val="0"/>
              </a:spcBef>
              <a:spcAft>
                <a:spcPts val="0"/>
              </a:spcAft>
              <a:buSzPts val="1800"/>
              <a:buAutoNum type="arabicPeriod"/>
            </a:pPr>
            <a:r>
              <a:rPr lang="en" dirty="0"/>
              <a:t>Quick read the paper and write summary</a:t>
            </a:r>
            <a:endParaRPr dirty="0"/>
          </a:p>
          <a:p>
            <a:pPr marL="0" lvl="0" indent="0" algn="l" rtl="0">
              <a:spcBef>
                <a:spcPts val="1600"/>
              </a:spcBef>
              <a:spcAft>
                <a:spcPts val="1600"/>
              </a:spcAft>
              <a:buNone/>
            </a:pPr>
            <a:r>
              <a:rPr lang="en" dirty="0"/>
              <a:t>*If reading for methods, read carefully</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1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Summarizing the paper</a:t>
            </a:r>
            <a:endParaRPr/>
          </a:p>
        </p:txBody>
      </p:sp>
      <p:sp>
        <p:nvSpPr>
          <p:cNvPr id="911" name="Google Shape;911;p1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Short paragraph on each:</a:t>
            </a:r>
            <a:endParaRPr dirty="0"/>
          </a:p>
          <a:p>
            <a:pPr marL="457200" lvl="0" indent="-342900" algn="l" rtl="0">
              <a:spcBef>
                <a:spcPts val="1600"/>
              </a:spcBef>
              <a:spcAft>
                <a:spcPts val="0"/>
              </a:spcAft>
              <a:buSzPts val="1800"/>
              <a:buAutoNum type="arabicPeriod"/>
            </a:pPr>
            <a:r>
              <a:rPr lang="en" dirty="0"/>
              <a:t>State the problem and the question the paper is trying to answer</a:t>
            </a:r>
            <a:endParaRPr dirty="0"/>
          </a:p>
          <a:p>
            <a:pPr marL="457200" lvl="0" indent="-342900" algn="l" rtl="0">
              <a:spcBef>
                <a:spcPts val="0"/>
              </a:spcBef>
              <a:spcAft>
                <a:spcPts val="0"/>
              </a:spcAft>
              <a:buSzPts val="1800"/>
              <a:buAutoNum type="arabicPeriod"/>
            </a:pPr>
            <a:r>
              <a:rPr lang="en" dirty="0"/>
              <a:t>What about the paper is novel (they should tell you)</a:t>
            </a:r>
            <a:endParaRPr dirty="0"/>
          </a:p>
          <a:p>
            <a:pPr marL="457200" lvl="0" indent="-342900" algn="l" rtl="0">
              <a:spcBef>
                <a:spcPts val="0"/>
              </a:spcBef>
              <a:spcAft>
                <a:spcPts val="0"/>
              </a:spcAft>
              <a:buSzPts val="1800"/>
              <a:buAutoNum type="arabicPeriod"/>
            </a:pPr>
            <a:r>
              <a:rPr lang="en" dirty="0"/>
              <a:t>What methods do they use</a:t>
            </a:r>
            <a:endParaRPr dirty="0"/>
          </a:p>
          <a:p>
            <a:pPr marL="457200" lvl="0" indent="-342900" algn="l" rtl="0">
              <a:spcBef>
                <a:spcPts val="0"/>
              </a:spcBef>
              <a:spcAft>
                <a:spcPts val="0"/>
              </a:spcAft>
              <a:buSzPts val="1800"/>
              <a:buAutoNum type="arabicPeriod"/>
            </a:pPr>
            <a:r>
              <a:rPr lang="en" dirty="0"/>
              <a:t>What are the main findings or findings most relevant to your paper</a:t>
            </a:r>
            <a:endParaRPr dirty="0"/>
          </a:p>
          <a:p>
            <a:pPr marL="457200" lvl="0" indent="-342900" algn="l" rtl="0">
              <a:spcBef>
                <a:spcPts val="0"/>
              </a:spcBef>
              <a:spcAft>
                <a:spcPts val="0"/>
              </a:spcAft>
              <a:buSzPts val="1800"/>
              <a:buAutoNum type="arabicPeriod"/>
            </a:pPr>
            <a:r>
              <a:rPr lang="en" dirty="0"/>
              <a:t>Any implications</a:t>
            </a:r>
            <a:endParaRPr dirty="0"/>
          </a:p>
          <a:p>
            <a:pPr marL="457200" lvl="0" indent="-342900" algn="l" rtl="0">
              <a:spcBef>
                <a:spcPts val="0"/>
              </a:spcBef>
              <a:spcAft>
                <a:spcPts val="0"/>
              </a:spcAft>
              <a:buSzPts val="1800"/>
              <a:buAutoNum type="arabicPeriod"/>
            </a:pPr>
            <a:r>
              <a:rPr lang="en" dirty="0"/>
              <a:t>Anything else you want to remember about the paper</a:t>
            </a:r>
            <a:endParaRPr dirty="0"/>
          </a:p>
          <a:p>
            <a:pPr marL="0" lvl="0" indent="0" algn="l" rtl="0">
              <a:spcBef>
                <a:spcPts val="1600"/>
              </a:spcBef>
              <a:spcAft>
                <a:spcPts val="1600"/>
              </a:spcAft>
              <a:buNone/>
            </a:pPr>
            <a:r>
              <a:rPr lang="en" dirty="0"/>
              <a:t>Keep this in a running doc for the project or your ref manager</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1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Organizing the lit</a:t>
            </a:r>
            <a:endParaRPr/>
          </a:p>
        </p:txBody>
      </p:sp>
      <p:sp>
        <p:nvSpPr>
          <p:cNvPr id="917" name="Google Shape;917;p1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your growing list of summaries and derive themes.  What ties this set of papers together?  </a:t>
            </a:r>
            <a:endParaRPr/>
          </a:p>
          <a:p>
            <a:pPr marL="0" lvl="0" indent="0" algn="l" rtl="0">
              <a:spcBef>
                <a:spcPts val="1600"/>
              </a:spcBef>
              <a:spcAft>
                <a:spcPts val="0"/>
              </a:spcAft>
              <a:buNone/>
            </a:pPr>
            <a:r>
              <a:rPr lang="en"/>
              <a:t>Think about your contributions.  Do they connect to the themes you identified?</a:t>
            </a:r>
            <a:endParaRPr/>
          </a:p>
          <a:p>
            <a:pPr marL="0" lvl="0" indent="0" algn="l" rtl="0">
              <a:spcBef>
                <a:spcPts val="1600"/>
              </a:spcBef>
              <a:spcAft>
                <a:spcPts val="0"/>
              </a:spcAft>
              <a:buNone/>
            </a:pPr>
            <a:r>
              <a:rPr lang="en"/>
              <a:t>I prefer to sketch the themes on a graph (with citations) to visualize where the contributions lie</a:t>
            </a:r>
            <a:endParaRPr/>
          </a:p>
          <a:p>
            <a:pPr marL="0" lvl="0" indent="0" algn="l" rtl="0">
              <a:spcBef>
                <a:spcPts val="1600"/>
              </a:spcBef>
              <a:spcAft>
                <a:spcPts val="16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923" name="Google Shape;923;p1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all suggestions - find a process that works for you</a:t>
            </a:r>
            <a:endParaRPr/>
          </a:p>
          <a:p>
            <a:pPr marL="0" lvl="0" indent="0" algn="l" rtl="0">
              <a:spcBef>
                <a:spcPts val="1600"/>
              </a:spcBef>
              <a:spcAft>
                <a:spcPts val="1600"/>
              </a:spcAft>
              <a:buNone/>
            </a:pPr>
            <a:r>
              <a:rPr lang="en"/>
              <a:t>Efficiency is great but the objective is to understand the knowledge gaps and identify how your work contributes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1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Writing the literature review</a:t>
            </a:r>
            <a:endParaRPr/>
          </a:p>
        </p:txBody>
      </p:sp>
      <p:sp>
        <p:nvSpPr>
          <p:cNvPr id="984" name="Google Shape;984;p169"/>
          <p:cNvSpPr txBox="1">
            <a:spLocks noGrp="1"/>
          </p:cNvSpPr>
          <p:nvPr>
            <p:ph type="body" idx="1"/>
          </p:nvPr>
        </p:nvSpPr>
        <p:spPr>
          <a:xfrm>
            <a:off x="311700" y="1017725"/>
            <a:ext cx="8520600" cy="401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 a description of every paper that you have read</a:t>
            </a:r>
            <a:endParaRPr/>
          </a:p>
          <a:p>
            <a:pPr marL="0" lvl="0" indent="0" algn="l" rtl="0">
              <a:spcBef>
                <a:spcPts val="1600"/>
              </a:spcBef>
              <a:spcAft>
                <a:spcPts val="0"/>
              </a:spcAft>
              <a:buNone/>
            </a:pPr>
            <a:r>
              <a:rPr lang="en"/>
              <a:t>Remember that this is part of your argument.  You are setting the stage for your contributions.  </a:t>
            </a:r>
            <a:endParaRPr/>
          </a:p>
          <a:p>
            <a:pPr marL="0" lvl="0" indent="0" algn="l" rtl="0">
              <a:spcBef>
                <a:spcPts val="1600"/>
              </a:spcBef>
              <a:spcAft>
                <a:spcPts val="0"/>
              </a:spcAft>
              <a:buNone/>
            </a:pPr>
            <a:r>
              <a:rPr lang="en"/>
              <a:t>x, y, and z do this and we learn something, but no one has done that.  I do that and we learn something new.</a:t>
            </a:r>
            <a:endParaRPr/>
          </a:p>
          <a:p>
            <a:pPr marL="0" lvl="0" indent="0" algn="l" rtl="0">
              <a:spcBef>
                <a:spcPts val="1600"/>
              </a:spcBef>
              <a:spcAft>
                <a:spcPts val="0"/>
              </a:spcAft>
              <a:buNone/>
            </a:pPr>
            <a:r>
              <a:rPr lang="en"/>
              <a:t>Paragraph formula (not rigid):</a:t>
            </a:r>
            <a:endParaRPr/>
          </a:p>
          <a:p>
            <a:pPr marL="457200" lvl="0" indent="-342900" algn="l" rtl="0">
              <a:spcBef>
                <a:spcPts val="1600"/>
              </a:spcBef>
              <a:spcAft>
                <a:spcPts val="0"/>
              </a:spcAft>
              <a:buSzPts val="1800"/>
              <a:buChar char="●"/>
            </a:pPr>
            <a:r>
              <a:rPr lang="en"/>
              <a:t>The lead sentence signals the topic of the paragraph (and contribution)</a:t>
            </a:r>
            <a:endParaRPr/>
          </a:p>
          <a:p>
            <a:pPr marL="457200" lvl="0" indent="-342900" algn="l" rtl="0">
              <a:spcBef>
                <a:spcPts val="0"/>
              </a:spcBef>
              <a:spcAft>
                <a:spcPts val="0"/>
              </a:spcAft>
              <a:buSzPts val="1800"/>
              <a:buChar char="●"/>
            </a:pPr>
            <a:r>
              <a:rPr lang="en"/>
              <a:t>Others do this (highlight any key findings relevant to your contributions)</a:t>
            </a:r>
            <a:endParaRPr/>
          </a:p>
          <a:p>
            <a:pPr marL="457200" lvl="0" indent="-342900" algn="l" rtl="0">
              <a:spcBef>
                <a:spcPts val="0"/>
              </a:spcBef>
              <a:spcAft>
                <a:spcPts val="0"/>
              </a:spcAft>
              <a:buSzPts val="1800"/>
              <a:buChar char="●"/>
            </a:pPr>
            <a:r>
              <a:rPr lang="en"/>
              <a:t>Yet, something remains an open question</a:t>
            </a:r>
            <a:endParaRPr/>
          </a:p>
          <a:p>
            <a:pPr marL="457200" lvl="0" indent="-342900" algn="l" rtl="0">
              <a:spcBef>
                <a:spcPts val="0"/>
              </a:spcBef>
              <a:spcAft>
                <a:spcPts val="0"/>
              </a:spcAft>
              <a:buSzPts val="1800"/>
              <a:buChar char="●"/>
            </a:pPr>
            <a:r>
              <a:rPr lang="en"/>
              <a:t>I/we contribute in this way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1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Lit Review Exercise</a:t>
            </a:r>
            <a:endParaRPr/>
          </a:p>
        </p:txBody>
      </p:sp>
      <p:sp>
        <p:nvSpPr>
          <p:cNvPr id="990" name="Google Shape;990;p1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t>Think about your project.  </a:t>
            </a:r>
          </a:p>
          <a:p>
            <a:pPr marL="0" lvl="0" indent="0" algn="l" rtl="0">
              <a:spcBef>
                <a:spcPts val="0"/>
              </a:spcBef>
              <a:spcAft>
                <a:spcPts val="1600"/>
              </a:spcAft>
              <a:buNone/>
            </a:pPr>
            <a:r>
              <a:rPr lang="en" dirty="0"/>
              <a:t>What is one of your main contributions?  </a:t>
            </a:r>
          </a:p>
          <a:p>
            <a:pPr marL="0" lvl="0" indent="0" algn="l" rtl="0">
              <a:spcBef>
                <a:spcPts val="0"/>
              </a:spcBef>
              <a:spcAft>
                <a:spcPts val="1600"/>
              </a:spcAft>
              <a:buNone/>
            </a:pPr>
            <a:r>
              <a:rPr lang="en" dirty="0"/>
              <a:t>How does it fit into the relevant literature.</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1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996" name="Google Shape;996;p1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 is important.  Write early and revise often.</a:t>
            </a:r>
            <a:endParaRPr/>
          </a:p>
          <a:p>
            <a:pPr marL="0" lvl="0" indent="0" algn="l" rtl="0">
              <a:spcBef>
                <a:spcPts val="1600"/>
              </a:spcBef>
              <a:spcAft>
                <a:spcPts val="0"/>
              </a:spcAft>
              <a:buNone/>
            </a:pPr>
            <a:r>
              <a:rPr lang="en"/>
              <a:t>Purpose of lit review is to situate your contributions within the existing literature</a:t>
            </a:r>
            <a:endParaRPr/>
          </a:p>
          <a:p>
            <a:pPr marL="0" lvl="0" indent="0" algn="l" rtl="0">
              <a:spcBef>
                <a:spcPts val="1600"/>
              </a:spcBef>
              <a:spcAft>
                <a:spcPts val="0"/>
              </a:spcAft>
              <a:buNone/>
            </a:pPr>
            <a:r>
              <a:rPr lang="en"/>
              <a:t>Scour literature using current technology</a:t>
            </a:r>
            <a:endParaRPr/>
          </a:p>
          <a:p>
            <a:pPr marL="0" lvl="0" indent="0" algn="l" rtl="0">
              <a:spcBef>
                <a:spcPts val="1600"/>
              </a:spcBef>
              <a:spcAft>
                <a:spcPts val="0"/>
              </a:spcAft>
              <a:buNone/>
            </a:pPr>
            <a:r>
              <a:rPr lang="en"/>
              <a:t>Read efficiently and spend time on most relevant papers</a:t>
            </a:r>
            <a:endParaRPr/>
          </a:p>
          <a:p>
            <a:pPr marL="0" lvl="0" indent="0" algn="l" rtl="0">
              <a:spcBef>
                <a:spcPts val="1600"/>
              </a:spcBef>
              <a:spcAft>
                <a:spcPts val="0"/>
              </a:spcAft>
              <a:buNone/>
            </a:pPr>
            <a:r>
              <a:rPr lang="en"/>
              <a:t>Record your thoughts (summarize)</a:t>
            </a:r>
            <a:endParaRPr/>
          </a:p>
          <a:p>
            <a:pPr marL="0" lvl="0" indent="0" algn="l" rtl="0">
              <a:spcBef>
                <a:spcPts val="1600"/>
              </a:spcBef>
              <a:spcAft>
                <a:spcPts val="0"/>
              </a:spcAft>
              <a:buNone/>
            </a:pPr>
            <a:r>
              <a:rPr lang="en"/>
              <a:t>Organize relevant literature into themes</a:t>
            </a:r>
            <a:endParaRPr/>
          </a:p>
          <a:p>
            <a:pPr marL="0" lvl="0" indent="0" algn="l" rtl="0">
              <a:spcBef>
                <a:spcPts val="1600"/>
              </a:spcBef>
              <a:spcAft>
                <a:spcPts val="16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7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Writing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17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Who thinks writing is difficult?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012" name="Google Shape;1012;p174"/>
          <p:cNvSpPr txBox="1">
            <a:spLocks noGrp="1"/>
          </p:cNvSpPr>
          <p:nvPr>
            <p:ph type="body" idx="1"/>
          </p:nvPr>
        </p:nvSpPr>
        <p:spPr>
          <a:xfrm>
            <a:off x="311700" y="1152475"/>
            <a:ext cx="8520600" cy="37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Many authors have written on writing.  List of references and some general tips.</a:t>
            </a:r>
            <a:endParaRPr/>
          </a:p>
          <a:p>
            <a:pPr marL="0" lvl="0" indent="0" algn="l" rtl="0">
              <a:spcBef>
                <a:spcPts val="1600"/>
              </a:spcBef>
              <a:spcAft>
                <a:spcPts val="0"/>
              </a:spcAft>
              <a:buNone/>
            </a:pPr>
            <a:r>
              <a:rPr lang="en"/>
              <a:t>Heard</a:t>
            </a:r>
            <a:endParaRPr/>
          </a:p>
          <a:p>
            <a:pPr marL="0" lvl="0" indent="0" algn="l" rtl="0">
              <a:spcBef>
                <a:spcPts val="1600"/>
              </a:spcBef>
              <a:spcAft>
                <a:spcPts val="0"/>
              </a:spcAft>
              <a:buNone/>
            </a:pPr>
            <a:r>
              <a:rPr lang="en"/>
              <a:t>Purpose of writing</a:t>
            </a:r>
            <a:endParaRPr/>
          </a:p>
          <a:p>
            <a:pPr marL="457200" lvl="0" indent="-342900" algn="l" rtl="0">
              <a:spcBef>
                <a:spcPts val="1600"/>
              </a:spcBef>
              <a:spcAft>
                <a:spcPts val="0"/>
              </a:spcAft>
              <a:buSzPts val="1800"/>
              <a:buChar char="●"/>
            </a:pPr>
            <a:r>
              <a:rPr lang="en"/>
              <a:t>For your audience - persuading peers that you have a contribution to the body of knowledge</a:t>
            </a:r>
            <a:endParaRPr/>
          </a:p>
          <a:p>
            <a:pPr marL="457200" lvl="0" indent="-342900" algn="l" rtl="0">
              <a:spcBef>
                <a:spcPts val="0"/>
              </a:spcBef>
              <a:spcAft>
                <a:spcPts val="0"/>
              </a:spcAft>
              <a:buSzPts val="1800"/>
              <a:buChar char="●"/>
            </a:pPr>
            <a:r>
              <a:rPr lang="en"/>
              <a:t>For yourself</a:t>
            </a:r>
            <a:endParaRPr/>
          </a:p>
          <a:p>
            <a:pPr marL="0" lvl="0" indent="0" algn="l" rtl="0">
              <a:spcBef>
                <a:spcPts val="1600"/>
              </a:spcBef>
              <a:spcAft>
                <a:spcPts val="0"/>
              </a:spcAft>
              <a:buNone/>
            </a:pPr>
            <a:r>
              <a:rPr lang="en"/>
              <a:t>Writing process</a:t>
            </a:r>
            <a:endParaRPr/>
          </a:p>
          <a:p>
            <a:pPr marL="0" lvl="0" indent="0" algn="l" rtl="0">
              <a:spcBef>
                <a:spcPts val="1600"/>
              </a:spcBef>
              <a:spcAft>
                <a:spcPts val="1600"/>
              </a:spcAft>
              <a:buNone/>
            </a:pPr>
            <a:r>
              <a:rPr lang="en"/>
              <a:t>Dudenhefer 6 principles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1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Stephen Heard</a:t>
            </a:r>
            <a:endParaRPr dirty="0"/>
          </a:p>
        </p:txBody>
      </p:sp>
      <p:sp>
        <p:nvSpPr>
          <p:cNvPr id="1018" name="Google Shape;1018;p1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 points:</a:t>
            </a:r>
            <a:endParaRPr/>
          </a:p>
          <a:p>
            <a:pPr marL="457200" lvl="0" indent="-342900" algn="l" rtl="0">
              <a:spcBef>
                <a:spcPts val="1600"/>
              </a:spcBef>
              <a:spcAft>
                <a:spcPts val="0"/>
              </a:spcAft>
              <a:buSzPts val="1800"/>
              <a:buAutoNum type="arabicPeriod"/>
            </a:pPr>
            <a:r>
              <a:rPr lang="en"/>
              <a:t>Most scientific writers aren’t endowed with ability, they cultivate the skill by practicing.  Writing is a craft like wood working.</a:t>
            </a:r>
            <a:endParaRPr/>
          </a:p>
          <a:p>
            <a:pPr marL="457200" lvl="0" indent="-342900" algn="l" rtl="0">
              <a:spcBef>
                <a:spcPts val="0"/>
              </a:spcBef>
              <a:spcAft>
                <a:spcPts val="0"/>
              </a:spcAft>
              <a:buSzPts val="1800"/>
              <a:buAutoNum type="arabicPeriod"/>
            </a:pPr>
            <a:r>
              <a:rPr lang="en"/>
              <a:t>Goal of scientific writing is clarity: effortless transfer of information or argument from writer to reader</a:t>
            </a:r>
            <a:endParaRPr/>
          </a:p>
          <a:p>
            <a:pPr marL="457200" lvl="0" indent="-342900" algn="l" rtl="0">
              <a:spcBef>
                <a:spcPts val="0"/>
              </a:spcBef>
              <a:spcAft>
                <a:spcPts val="0"/>
              </a:spcAft>
              <a:buSzPts val="1800"/>
              <a:buAutoNum type="arabicPeriod"/>
            </a:pPr>
            <a:r>
              <a:rPr lang="en"/>
              <a:t>Think about your own writing behavior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p1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Writing to communicate</a:t>
            </a:r>
            <a:endParaRPr/>
          </a:p>
        </p:txBody>
      </p:sp>
      <p:sp>
        <p:nvSpPr>
          <p:cNvPr id="1024" name="Google Shape;1024;p1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Remember you are persuading your audience to buy your argument</a:t>
            </a:r>
            <a:endParaRPr/>
          </a:p>
          <a:p>
            <a:pPr marL="0" lvl="0" indent="0" algn="l" rtl="0">
              <a:spcBef>
                <a:spcPts val="1600"/>
              </a:spcBef>
              <a:spcAft>
                <a:spcPts val="0"/>
              </a:spcAft>
              <a:buNone/>
            </a:pPr>
            <a:r>
              <a:rPr lang="en"/>
              <a:t>Well-organized papers and clear writing style are effective</a:t>
            </a:r>
            <a:endParaRPr/>
          </a:p>
          <a:p>
            <a:pPr marL="0" lvl="0" indent="0" algn="l" rtl="0">
              <a:spcBef>
                <a:spcPts val="1600"/>
              </a:spcBef>
              <a:spcAft>
                <a:spcPts val="0"/>
              </a:spcAft>
              <a:buNone/>
            </a:pPr>
            <a:r>
              <a:rPr lang="en"/>
              <a:t>The purpose of writing is not to demonstrate great prose, but to communicate your argument</a:t>
            </a:r>
            <a:endParaRPr/>
          </a:p>
          <a:p>
            <a:pPr marL="0" lvl="0" indent="0" algn="l" rtl="0">
              <a:spcBef>
                <a:spcPts val="1600"/>
              </a:spcBef>
              <a:spcAft>
                <a:spcPts val="1600"/>
              </a:spcAft>
              <a:buNone/>
            </a:pPr>
            <a:r>
              <a:rPr lang="en"/>
              <a:t>Solicit feedback from peers on organization and clarity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1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Writing for yourself</a:t>
            </a:r>
            <a:endParaRPr/>
          </a:p>
        </p:txBody>
      </p:sp>
      <p:sp>
        <p:nvSpPr>
          <p:cNvPr id="1030" name="Google Shape;1030;p1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Writing forces you to clarify and articulate your thoughts</a:t>
            </a:r>
            <a:endParaRPr/>
          </a:p>
          <a:p>
            <a:pPr marL="0" lvl="0" indent="0" algn="l" rtl="0">
              <a:spcBef>
                <a:spcPts val="1600"/>
              </a:spcBef>
              <a:spcAft>
                <a:spcPts val="0"/>
              </a:spcAft>
              <a:buNone/>
            </a:pPr>
            <a:r>
              <a:rPr lang="en"/>
              <a:t>Writing can help generate new ideas</a:t>
            </a:r>
            <a:endParaRPr/>
          </a:p>
          <a:p>
            <a:pPr marL="0" lvl="0" indent="0" algn="l" rtl="0">
              <a:spcBef>
                <a:spcPts val="1600"/>
              </a:spcBef>
              <a:spcAft>
                <a:spcPts val="0"/>
              </a:spcAft>
              <a:buNone/>
            </a:pPr>
            <a:r>
              <a:rPr lang="en"/>
              <a:t>Writing can help you solve problems by forcing you to think clearly</a:t>
            </a:r>
            <a:endParaRPr/>
          </a:p>
          <a:p>
            <a:pPr marL="0" lvl="0" indent="0" algn="l" rtl="0">
              <a:spcBef>
                <a:spcPts val="1600"/>
              </a:spcBef>
              <a:spcAft>
                <a:spcPts val="1600"/>
              </a:spcAft>
              <a:buNone/>
            </a:pPr>
            <a:r>
              <a:rPr lang="en"/>
              <a:t>Writing feels like progress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1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Planning</a:t>
            </a:r>
            <a:endParaRPr/>
          </a:p>
        </p:txBody>
      </p:sp>
      <p:sp>
        <p:nvSpPr>
          <p:cNvPr id="1036" name="Google Shape;1036;p1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shows that developing a writing plan helps prevent/overcome “writer’s block” - see </a:t>
            </a:r>
            <a:r>
              <a:rPr lang="en" u="sng">
                <a:solidFill>
                  <a:schemeClr val="hlink"/>
                </a:solidFill>
                <a:hlinkClick r:id="rId3"/>
              </a:rPr>
              <a:t>Belcher ch 1</a:t>
            </a:r>
            <a:endParaRPr/>
          </a:p>
          <a:p>
            <a:pPr marL="0" lvl="0" indent="0" algn="l" rtl="0">
              <a:spcBef>
                <a:spcPts val="1600"/>
              </a:spcBef>
              <a:spcAft>
                <a:spcPts val="0"/>
              </a:spcAft>
              <a:buNone/>
            </a:pPr>
            <a:r>
              <a:rPr lang="en"/>
              <a:t>Establish a regular time and place to write each day</a:t>
            </a:r>
            <a:endParaRPr/>
          </a:p>
          <a:p>
            <a:pPr marL="0" lvl="0" indent="0" algn="l" rtl="0">
              <a:spcBef>
                <a:spcPts val="1600"/>
              </a:spcBef>
              <a:spcAft>
                <a:spcPts val="0"/>
              </a:spcAft>
              <a:buNone/>
            </a:pPr>
            <a:r>
              <a:rPr lang="en"/>
              <a:t>What works for you?</a:t>
            </a:r>
            <a:endParaRPr/>
          </a:p>
          <a:p>
            <a:pPr marL="0" lvl="0" indent="0" algn="l" rtl="0">
              <a:spcBef>
                <a:spcPts val="1600"/>
              </a:spcBef>
              <a:spcAft>
                <a:spcPts val="0"/>
              </a:spcAft>
              <a:buNone/>
            </a:pPr>
            <a:r>
              <a:rPr lang="en"/>
              <a:t>Identify/anticipate obstacles</a:t>
            </a:r>
            <a:endParaRPr/>
          </a:p>
          <a:p>
            <a:pPr marL="0" lvl="0" indent="0" algn="l" rtl="0">
              <a:spcBef>
                <a:spcPts val="1600"/>
              </a:spcBef>
              <a:spcAft>
                <a:spcPts val="160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Obstacles</a:t>
            </a:r>
            <a:endParaRPr/>
          </a:p>
        </p:txBody>
      </p:sp>
      <p:sp>
        <p:nvSpPr>
          <p:cNvPr id="1042" name="Google Shape;1042;p1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a:t>Too busy - make time</a:t>
            </a:r>
            <a:endParaRPr/>
          </a:p>
          <a:p>
            <a:pPr marL="457200" lvl="0" indent="-342900" algn="l" rtl="0">
              <a:spcBef>
                <a:spcPts val="0"/>
              </a:spcBef>
              <a:spcAft>
                <a:spcPts val="0"/>
              </a:spcAft>
              <a:buSzPts val="1800"/>
              <a:buAutoNum type="arabicPeriod"/>
            </a:pPr>
            <a:r>
              <a:rPr lang="en"/>
              <a:t>I will write after ____ - see 1</a:t>
            </a:r>
            <a:endParaRPr/>
          </a:p>
          <a:p>
            <a:pPr marL="457200" lvl="0" indent="-342900" algn="l" rtl="0">
              <a:spcBef>
                <a:spcPts val="0"/>
              </a:spcBef>
              <a:spcAft>
                <a:spcPts val="0"/>
              </a:spcAft>
              <a:buSzPts val="1800"/>
              <a:buAutoNum type="arabicPeriod"/>
            </a:pPr>
            <a:r>
              <a:rPr lang="en"/>
              <a:t>I have to read one more book/article – read and write together</a:t>
            </a:r>
            <a:endParaRPr/>
          </a:p>
          <a:p>
            <a:pPr marL="457200" lvl="0" indent="-342900" algn="l" rtl="0">
              <a:spcBef>
                <a:spcPts val="0"/>
              </a:spcBef>
              <a:spcAft>
                <a:spcPts val="0"/>
              </a:spcAft>
              <a:buSzPts val="1800"/>
              <a:buAutoNum type="arabicPeriod"/>
            </a:pPr>
            <a:r>
              <a:rPr lang="en"/>
              <a:t>I can’t get started – start with methods or something you can write about in matter of fact language.  Commitment mechanisms: writing groups, contingent activities, outline</a:t>
            </a:r>
            <a:endParaRPr/>
          </a:p>
          <a:p>
            <a:pPr marL="457200" lvl="0" indent="-342900" algn="l" rtl="0">
              <a:spcBef>
                <a:spcPts val="0"/>
              </a:spcBef>
              <a:spcAft>
                <a:spcPts val="0"/>
              </a:spcAft>
              <a:buSzPts val="1800"/>
              <a:buAutoNum type="arabicPeriod"/>
            </a:pPr>
            <a:r>
              <a:rPr lang="en"/>
              <a:t>Mood – emotion follows action.  Just start writing.</a:t>
            </a:r>
            <a:endParaRPr/>
          </a:p>
          <a:p>
            <a:pPr marL="457200" lvl="0" indent="-342900" algn="l" rtl="0">
              <a:spcBef>
                <a:spcPts val="0"/>
              </a:spcBef>
              <a:spcAft>
                <a:spcPts val="0"/>
              </a:spcAft>
              <a:buSzPts val="1800"/>
              <a:buAutoNum type="arabicPeriod"/>
            </a:pPr>
            <a:r>
              <a:rPr lang="en"/>
              <a:t>I feel guilty about not writing – vicious circle because you avoid writing to avoid that guilty feeling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1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Dudenhefer 6 principles</a:t>
            </a:r>
            <a:endParaRPr/>
          </a:p>
        </p:txBody>
      </p:sp>
      <p:sp>
        <p:nvSpPr>
          <p:cNvPr id="1048" name="Google Shape;1048;p180"/>
          <p:cNvSpPr txBox="1">
            <a:spLocks noGrp="1"/>
          </p:cNvSpPr>
          <p:nvPr>
            <p:ph type="body" idx="1"/>
          </p:nvPr>
        </p:nvSpPr>
        <p:spPr>
          <a:xfrm>
            <a:off x="311700" y="1152475"/>
            <a:ext cx="8520600" cy="367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PRINCIPLE 1: Keep your complete grammatical subjects short.</a:t>
            </a:r>
            <a:endParaRPr dirty="0"/>
          </a:p>
          <a:p>
            <a:pPr marL="0" lvl="0" indent="0" algn="l" rtl="0">
              <a:spcBef>
                <a:spcPts val="1600"/>
              </a:spcBef>
              <a:spcAft>
                <a:spcPts val="0"/>
              </a:spcAft>
              <a:buNone/>
            </a:pPr>
            <a:r>
              <a:rPr lang="en" dirty="0"/>
              <a:t>PRINCIPLE 2: Express key actions as verbs.</a:t>
            </a:r>
            <a:endParaRPr dirty="0"/>
          </a:p>
          <a:p>
            <a:pPr marL="0" lvl="0" indent="0" algn="l" rtl="0">
              <a:spcBef>
                <a:spcPts val="1600"/>
              </a:spcBef>
              <a:spcAft>
                <a:spcPts val="0"/>
              </a:spcAft>
              <a:buNone/>
            </a:pPr>
            <a:r>
              <a:rPr lang="en" dirty="0"/>
              <a:t>PRINCIPLE 3: Begin sentences with “old” information.</a:t>
            </a:r>
            <a:endParaRPr dirty="0"/>
          </a:p>
          <a:p>
            <a:pPr marL="0" lvl="0" indent="0" algn="l" rtl="0">
              <a:spcBef>
                <a:spcPts val="1600"/>
              </a:spcBef>
              <a:spcAft>
                <a:spcPts val="0"/>
              </a:spcAft>
              <a:buNone/>
            </a:pPr>
            <a:r>
              <a:rPr lang="en" dirty="0"/>
              <a:t>PRINCIPLE 4: End sentences with new information.</a:t>
            </a:r>
            <a:endParaRPr dirty="0"/>
          </a:p>
          <a:p>
            <a:pPr marL="0" lvl="0" indent="0" algn="l" rtl="0">
              <a:spcBef>
                <a:spcPts val="1600"/>
              </a:spcBef>
              <a:spcAft>
                <a:spcPts val="0"/>
              </a:spcAft>
              <a:buClr>
                <a:schemeClr val="dk1"/>
              </a:buClr>
              <a:buSzPts val="1100"/>
              <a:buFont typeface="Arial"/>
              <a:buNone/>
            </a:pPr>
            <a:r>
              <a:rPr lang="en" dirty="0"/>
              <a:t>PRINCIPLE 5: Make the subjects of your sentences the person, place, or thing that the sentence is about.</a:t>
            </a:r>
            <a:endParaRPr dirty="0"/>
          </a:p>
          <a:p>
            <a:pPr marL="0" lvl="0" indent="0" algn="l" rtl="0">
              <a:spcBef>
                <a:spcPts val="1600"/>
              </a:spcBef>
              <a:spcAft>
                <a:spcPts val="0"/>
              </a:spcAft>
              <a:buClr>
                <a:schemeClr val="dk1"/>
              </a:buClr>
              <a:buSzPts val="1100"/>
              <a:buFont typeface="Arial"/>
              <a:buNone/>
            </a:pPr>
            <a:r>
              <a:rPr lang="en" dirty="0"/>
              <a:t>PRINCIPLE 6: Make the first few words of your sentences constitute a limited set of concepts.</a:t>
            </a:r>
            <a:endParaRPr dirty="0"/>
          </a:p>
          <a:p>
            <a:pPr marL="0" lvl="0" indent="0" algn="l" rtl="0">
              <a:spcBef>
                <a:spcPts val="1600"/>
              </a:spcBef>
              <a:spcAft>
                <a:spcPts val="1600"/>
              </a:spcAft>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1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PRINCIPLE 1: Keep your complete grammatical  subjects short.</a:t>
            </a:r>
            <a:endParaRPr/>
          </a:p>
          <a:p>
            <a:pPr marL="0" lvl="0" indent="0" algn="l" rtl="0">
              <a:spcBef>
                <a:spcPts val="0"/>
              </a:spcBef>
              <a:spcAft>
                <a:spcPts val="0"/>
              </a:spcAft>
              <a:buNone/>
            </a:pPr>
            <a:endParaRPr/>
          </a:p>
        </p:txBody>
      </p:sp>
      <p:sp>
        <p:nvSpPr>
          <p:cNvPr id="1054" name="Google Shape;1054;p181"/>
          <p:cNvSpPr txBox="1">
            <a:spLocks noGrp="1"/>
          </p:cNvSpPr>
          <p:nvPr>
            <p:ph type="body" idx="1"/>
          </p:nvPr>
        </p:nvSpPr>
        <p:spPr>
          <a:xfrm>
            <a:off x="311700" y="1577750"/>
            <a:ext cx="8520600" cy="299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Readers like to get past the subject to the verb as quickly as possible.</a:t>
            </a:r>
            <a:endParaRPr/>
          </a:p>
          <a:p>
            <a:pPr marL="0" lvl="0" indent="0" algn="l" rtl="0">
              <a:spcBef>
                <a:spcPts val="1600"/>
              </a:spcBef>
              <a:spcAft>
                <a:spcPts val="0"/>
              </a:spcAft>
              <a:buClr>
                <a:schemeClr val="dk1"/>
              </a:buClr>
              <a:buSzPts val="1100"/>
              <a:buFont typeface="Arial"/>
              <a:buNone/>
            </a:pPr>
            <a:r>
              <a:rPr lang="en"/>
              <a:t>Long subject: </a:t>
            </a:r>
            <a:r>
              <a:rPr lang="en" i="1"/>
              <a:t>A full explanation of why the model cannot accommodate this particular case of omitted variable bias</a:t>
            </a:r>
            <a:r>
              <a:rPr lang="en"/>
              <a:t> is given in the appendix.</a:t>
            </a:r>
            <a:endParaRPr/>
          </a:p>
          <a:p>
            <a:pPr marL="0" lvl="0" indent="0" algn="l" rtl="0">
              <a:spcBef>
                <a:spcPts val="1600"/>
              </a:spcBef>
              <a:spcAft>
                <a:spcPts val="0"/>
              </a:spcAft>
              <a:buClr>
                <a:schemeClr val="dk1"/>
              </a:buClr>
              <a:buSzPts val="1100"/>
              <a:buFont typeface="Arial"/>
              <a:buNone/>
            </a:pPr>
            <a:r>
              <a:rPr lang="en"/>
              <a:t>Short subject: </a:t>
            </a:r>
            <a:r>
              <a:rPr lang="en" i="1"/>
              <a:t>The appendix</a:t>
            </a:r>
            <a:r>
              <a:rPr lang="en"/>
              <a:t> explains in full why the model cannot accommodate this particular case of omitted variable bias.</a:t>
            </a:r>
            <a:endParaRPr/>
          </a:p>
          <a:p>
            <a:pPr marL="0" lvl="0" indent="0" algn="l" rtl="0">
              <a:spcBef>
                <a:spcPts val="1600"/>
              </a:spcBef>
              <a:spcAft>
                <a:spcPts val="160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1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PRINCIPLE 2: Express key actions as verbs.</a:t>
            </a:r>
            <a:endParaRPr/>
          </a:p>
        </p:txBody>
      </p:sp>
      <p:sp>
        <p:nvSpPr>
          <p:cNvPr id="1060" name="Google Shape;1060;p1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we often “hide” key actions in abstract nouns or, as they are also called, nominalizations—noun forms of words that can also be </a:t>
            </a:r>
            <a:r>
              <a:rPr lang="en" dirty="0">
                <a:solidFill>
                  <a:srgbClr val="FF0000"/>
                </a:solidFill>
              </a:rPr>
              <a:t>verbs</a:t>
            </a:r>
            <a:r>
              <a:rPr lang="en" dirty="0"/>
              <a:t>.</a:t>
            </a:r>
            <a:endParaRPr dirty="0"/>
          </a:p>
          <a:p>
            <a:pPr marL="0" lvl="0" indent="0" algn="l" rtl="0">
              <a:lnSpc>
                <a:spcPct val="100000"/>
              </a:lnSpc>
              <a:spcBef>
                <a:spcPts val="1600"/>
              </a:spcBef>
              <a:spcAft>
                <a:spcPts val="0"/>
              </a:spcAft>
              <a:buClr>
                <a:schemeClr val="dk1"/>
              </a:buClr>
              <a:buSzPts val="1100"/>
              <a:buFont typeface="Arial"/>
              <a:buNone/>
            </a:pPr>
            <a:r>
              <a:rPr lang="en" dirty="0"/>
              <a:t>There </a:t>
            </a:r>
            <a:r>
              <a:rPr lang="en" dirty="0">
                <a:solidFill>
                  <a:srgbClr val="FF0000"/>
                </a:solidFill>
              </a:rPr>
              <a:t>is</a:t>
            </a:r>
            <a:r>
              <a:rPr lang="en" dirty="0"/>
              <a:t> </a:t>
            </a:r>
            <a:r>
              <a:rPr lang="en" dirty="0">
                <a:solidFill>
                  <a:schemeClr val="accent5"/>
                </a:solidFill>
              </a:rPr>
              <a:t>opposition</a:t>
            </a:r>
            <a:r>
              <a:rPr lang="en" dirty="0"/>
              <a:t> among many voters to nuclear power plants.</a:t>
            </a:r>
            <a:endParaRPr dirty="0"/>
          </a:p>
          <a:p>
            <a:pPr marL="0" lvl="0" indent="0" algn="l" rtl="0">
              <a:lnSpc>
                <a:spcPct val="100000"/>
              </a:lnSpc>
              <a:spcBef>
                <a:spcPts val="0"/>
              </a:spcBef>
              <a:spcAft>
                <a:spcPts val="0"/>
              </a:spcAft>
              <a:buNone/>
            </a:pPr>
            <a:r>
              <a:rPr lang="en" dirty="0"/>
              <a:t>Many </a:t>
            </a:r>
            <a:r>
              <a:rPr lang="en" dirty="0">
                <a:solidFill>
                  <a:schemeClr val="accent5"/>
                </a:solidFill>
              </a:rPr>
              <a:t>voters</a:t>
            </a:r>
            <a:r>
              <a:rPr lang="en" dirty="0"/>
              <a:t> </a:t>
            </a:r>
            <a:r>
              <a:rPr lang="en" dirty="0">
                <a:solidFill>
                  <a:srgbClr val="FF0000"/>
                </a:solidFill>
              </a:rPr>
              <a:t>oppose</a:t>
            </a:r>
            <a:r>
              <a:rPr lang="en" dirty="0"/>
              <a:t> nuclear power plants.</a:t>
            </a:r>
            <a:endParaRPr dirty="0"/>
          </a:p>
          <a:p>
            <a:pPr marL="0" lvl="0" indent="0" algn="l" rtl="0">
              <a:lnSpc>
                <a:spcPct val="100000"/>
              </a:lnSpc>
              <a:spcBef>
                <a:spcPts val="0"/>
              </a:spcBef>
              <a:spcAft>
                <a:spcPts val="0"/>
              </a:spcAft>
              <a:buClr>
                <a:schemeClr val="dk1"/>
              </a:buClr>
              <a:buSzPts val="1100"/>
              <a:buFont typeface="Arial"/>
              <a:buNone/>
            </a:pPr>
            <a:endParaRPr dirty="0"/>
          </a:p>
          <a:p>
            <a:pPr marL="0" lvl="0" indent="0" algn="l" rtl="0">
              <a:lnSpc>
                <a:spcPct val="100000"/>
              </a:lnSpc>
              <a:spcBef>
                <a:spcPts val="0"/>
              </a:spcBef>
              <a:spcAft>
                <a:spcPts val="0"/>
              </a:spcAft>
              <a:buClr>
                <a:schemeClr val="dk1"/>
              </a:buClr>
              <a:buSzPts val="1100"/>
              <a:buFont typeface="Arial"/>
              <a:buNone/>
            </a:pPr>
            <a:r>
              <a:rPr lang="en" dirty="0"/>
              <a:t>Economists made attempts to define full employment.</a:t>
            </a:r>
            <a:endParaRPr dirty="0"/>
          </a:p>
          <a:p>
            <a:pPr marL="0" lvl="0" indent="0" algn="l" rtl="0">
              <a:lnSpc>
                <a:spcPct val="100000"/>
              </a:lnSpc>
              <a:spcBef>
                <a:spcPts val="0"/>
              </a:spcBef>
              <a:spcAft>
                <a:spcPts val="0"/>
              </a:spcAft>
              <a:buNone/>
            </a:pPr>
            <a:r>
              <a:rPr lang="en" dirty="0"/>
              <a:t>Economists attempted to define full employment.</a:t>
            </a:r>
            <a:endParaRPr dirty="0"/>
          </a:p>
          <a:p>
            <a:pPr marL="0" lvl="0" indent="0" algn="l" rtl="0">
              <a:lnSpc>
                <a:spcPct val="100000"/>
              </a:lnSpc>
              <a:spcBef>
                <a:spcPts val="0"/>
              </a:spcBef>
              <a:spcAft>
                <a:spcPts val="0"/>
              </a:spcAft>
              <a:buClr>
                <a:schemeClr val="dk1"/>
              </a:buClr>
              <a:buSzPts val="1100"/>
              <a:buFont typeface="Arial"/>
              <a:buNone/>
            </a:pPr>
            <a:endParaRPr dirty="0"/>
          </a:p>
          <a:p>
            <a:pPr marL="0" lvl="0" indent="0" algn="l" rtl="0">
              <a:lnSpc>
                <a:spcPct val="100000"/>
              </a:lnSpc>
              <a:spcBef>
                <a:spcPts val="0"/>
              </a:spcBef>
              <a:spcAft>
                <a:spcPts val="0"/>
              </a:spcAft>
              <a:buNone/>
            </a:pPr>
            <a:r>
              <a:rPr lang="en" dirty="0"/>
              <a:t>The model makes the assumption that people engage in utility maximization.</a:t>
            </a:r>
            <a:endParaRPr dirty="0"/>
          </a:p>
          <a:p>
            <a:pPr marL="0" lvl="0" indent="0" algn="l" rtl="0">
              <a:lnSpc>
                <a:spcPct val="100000"/>
              </a:lnSpc>
              <a:spcBef>
                <a:spcPts val="0"/>
              </a:spcBef>
              <a:spcAft>
                <a:spcPts val="0"/>
              </a:spcAft>
              <a:buNone/>
            </a:pPr>
            <a:r>
              <a:rPr lang="en" dirty="0"/>
              <a:t>The model assumes that people maximize their utility.</a:t>
            </a:r>
            <a:endParaRPr dirty="0"/>
          </a:p>
          <a:p>
            <a:pPr marL="0" lvl="0" indent="0" algn="l" rtl="0">
              <a:lnSpc>
                <a:spcPct val="100000"/>
              </a:lnSpc>
              <a:spcBef>
                <a:spcPts val="0"/>
              </a:spcBef>
              <a:spcAft>
                <a:spcPts val="0"/>
              </a:spcAft>
              <a:buClr>
                <a:schemeClr val="dk1"/>
              </a:buClr>
              <a:buSzPts val="1100"/>
              <a:buFont typeface="Arial"/>
              <a:buNone/>
            </a:pPr>
            <a:endParaRPr dirty="0"/>
          </a:p>
          <a:p>
            <a:pPr marL="0" lvl="0" indent="0" algn="l" rtl="0">
              <a:spcBef>
                <a:spcPts val="0"/>
              </a:spcBef>
              <a:spcAft>
                <a:spcPts val="1600"/>
              </a:spcAft>
              <a:buNone/>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18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PRINCIPLE 3: Begin sentences with “old” information.</a:t>
            </a:r>
            <a:endParaRPr/>
          </a:p>
        </p:txBody>
      </p:sp>
      <p:sp>
        <p:nvSpPr>
          <p:cNvPr id="1066" name="Google Shape;1066;p183"/>
          <p:cNvSpPr txBox="1">
            <a:spLocks noGrp="1"/>
          </p:cNvSpPr>
          <p:nvPr>
            <p:ph type="body" idx="1"/>
          </p:nvPr>
        </p:nvSpPr>
        <p:spPr>
          <a:xfrm>
            <a:off x="311700" y="1527275"/>
            <a:ext cx="8520600" cy="304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Beginning with old information can help paragraph flow </a:t>
            </a:r>
            <a:endParaRPr/>
          </a:p>
          <a:p>
            <a:pPr marL="0" lvl="0" indent="0" algn="l" rtl="0">
              <a:spcBef>
                <a:spcPts val="1600"/>
              </a:spcBef>
              <a:spcAft>
                <a:spcPts val="0"/>
              </a:spcAft>
              <a:buClr>
                <a:schemeClr val="dk1"/>
              </a:buClr>
              <a:buSzPts val="1100"/>
              <a:buFont typeface="Arial"/>
              <a:buNone/>
            </a:pPr>
            <a:r>
              <a:rPr lang="en"/>
              <a:t>An effective way to write sentences that “flow” is to use the rhetorical device known as conduplicatio. To repeat a key word or phrase from a preceding sentence, especially when the word or phrase comes at the end of the preceding sentence, is to use conduplicatio.</a:t>
            </a:r>
            <a:endParaRPr/>
          </a:p>
          <a:p>
            <a:pPr marL="0" lvl="0" indent="0" algn="l" rtl="0">
              <a:spcBef>
                <a:spcPts val="1600"/>
              </a:spcBef>
              <a:spcAft>
                <a:spcPts val="0"/>
              </a:spcAft>
              <a:buClr>
                <a:schemeClr val="dk1"/>
              </a:buClr>
              <a:buSzPts val="1100"/>
              <a:buFont typeface="Arial"/>
              <a:buNone/>
            </a:pPr>
            <a:r>
              <a:rPr lang="en"/>
              <a:t>An effective way to write sentences that “flow” is to use the rhetorical device known as conduplicatio. Conduplicatio repeats a key word or phrase from a preceding sentence, especially when the word or phrase comes at the end of the preceding sentence.</a:t>
            </a:r>
            <a:endParaRPr/>
          </a:p>
          <a:p>
            <a:pPr marL="0" lvl="0" indent="0" algn="l" rtl="0">
              <a:spcBef>
                <a:spcPts val="1600"/>
              </a:spcBef>
              <a:spcAft>
                <a:spcPts val="160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8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PRINCIPLE 4: End sentences with new information.</a:t>
            </a:r>
            <a:endParaRPr/>
          </a:p>
        </p:txBody>
      </p:sp>
      <p:sp>
        <p:nvSpPr>
          <p:cNvPr id="1072" name="Google Shape;1072;p18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The end of the sentence is more memorable so stress new information at the end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8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PRINCIPLE 5: Make the subjects of your sentences the person, place, or thing that the sentence is about.</a:t>
            </a:r>
            <a:endParaRPr/>
          </a:p>
          <a:p>
            <a:pPr marL="0" lvl="0" indent="0" algn="l" rtl="0">
              <a:spcBef>
                <a:spcPts val="0"/>
              </a:spcBef>
              <a:spcAft>
                <a:spcPts val="0"/>
              </a:spcAft>
              <a:buNone/>
            </a:pPr>
            <a:endParaRPr/>
          </a:p>
        </p:txBody>
      </p:sp>
      <p:sp>
        <p:nvSpPr>
          <p:cNvPr id="1078" name="Google Shape;1078;p185"/>
          <p:cNvSpPr txBox="1">
            <a:spLocks noGrp="1"/>
          </p:cNvSpPr>
          <p:nvPr>
            <p:ph type="body" idx="1"/>
          </p:nvPr>
        </p:nvSpPr>
        <p:spPr>
          <a:xfrm>
            <a:off x="311700" y="1912250"/>
            <a:ext cx="8520600" cy="265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Omitted variable bias has plagued studies of student achievement. It has prevented researchers from reaching confident conclusions about the best way to reform the education system. (This “story” is about omitted variable bias.)</a:t>
            </a:r>
            <a:endParaRPr/>
          </a:p>
          <a:p>
            <a:pPr marL="0" lvl="0" indent="0" algn="l" rtl="0">
              <a:spcBef>
                <a:spcPts val="1600"/>
              </a:spcBef>
              <a:spcAft>
                <a:spcPts val="0"/>
              </a:spcAft>
              <a:buClr>
                <a:schemeClr val="dk1"/>
              </a:buClr>
              <a:buSzPts val="1100"/>
              <a:buFont typeface="Arial"/>
              <a:buNone/>
            </a:pPr>
            <a:r>
              <a:rPr lang="en"/>
              <a:t>Educational researchers have long been stymied by the problem of omitted variable bias. They therefore cannot be confident that their studies yield reliable conclusions about the best way to reform the education system. (This “story” is about educational researchers.)</a:t>
            </a:r>
            <a:endParaRPr/>
          </a:p>
          <a:p>
            <a:pPr marL="0" lvl="0" indent="0" algn="l" rtl="0">
              <a:spcBef>
                <a:spcPts val="1600"/>
              </a:spcBef>
              <a:spcAft>
                <a:spcPts val="160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PRINCIPLE 6: Make the first few words of your sentences constitute a limited set of concepts.</a:t>
            </a:r>
            <a:endParaRPr/>
          </a:p>
        </p:txBody>
      </p:sp>
      <p:sp>
        <p:nvSpPr>
          <p:cNvPr id="1084" name="Google Shape;1084;p186"/>
          <p:cNvSpPr txBox="1">
            <a:spLocks noGrp="1"/>
          </p:cNvSpPr>
          <p:nvPr>
            <p:ph type="body" idx="1"/>
          </p:nvPr>
        </p:nvSpPr>
        <p:spPr>
          <a:xfrm>
            <a:off x="311700" y="1666125"/>
            <a:ext cx="8520600" cy="29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principle is about coherence.</a:t>
            </a:r>
            <a:endParaRPr/>
          </a:p>
          <a:p>
            <a:pPr marL="0" lvl="0" indent="0" algn="l" rtl="0">
              <a:spcBef>
                <a:spcPts val="1600"/>
              </a:spcBef>
              <a:spcAft>
                <a:spcPts val="1600"/>
              </a:spcAft>
              <a:buNone/>
            </a:pPr>
            <a:r>
              <a:rPr lang="en"/>
              <a:t>A passage should be hang together.  One way to ensure coherence is to limit the set of concepts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8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Paragraph</a:t>
            </a:r>
            <a:endParaRPr/>
          </a:p>
        </p:txBody>
      </p:sp>
      <p:sp>
        <p:nvSpPr>
          <p:cNvPr id="1090" name="Google Shape;1090;p18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Unified: All of the sentences in a single paragraph should be related to a single controlling idea (often expressed in the topic sentence of the paragraph).</a:t>
            </a:r>
            <a:endParaRPr/>
          </a:p>
          <a:p>
            <a:pPr marL="0" lvl="0" indent="0" algn="l" rtl="0">
              <a:spcBef>
                <a:spcPts val="1600"/>
              </a:spcBef>
              <a:spcAft>
                <a:spcPts val="0"/>
              </a:spcAft>
              <a:buClr>
                <a:schemeClr val="dk1"/>
              </a:buClr>
              <a:buSzPts val="1100"/>
              <a:buFont typeface="Arial"/>
              <a:buNone/>
            </a:pPr>
            <a:r>
              <a:rPr lang="en"/>
              <a:t>Clearly related to the thesis: The sentences should all refer to the central idea, or thesis, of the paper (Rosen and Behrens 119).</a:t>
            </a:r>
            <a:endParaRPr/>
          </a:p>
          <a:p>
            <a:pPr marL="0" lvl="0" indent="0" algn="l" rtl="0">
              <a:spcBef>
                <a:spcPts val="1600"/>
              </a:spcBef>
              <a:spcAft>
                <a:spcPts val="0"/>
              </a:spcAft>
              <a:buClr>
                <a:schemeClr val="dk1"/>
              </a:buClr>
              <a:buSzPts val="1100"/>
              <a:buFont typeface="Arial"/>
              <a:buNone/>
            </a:pPr>
            <a:r>
              <a:rPr lang="en"/>
              <a:t>Coherent: The sentences should be arranged in a logical manner and should follow a definite plan for development (Rosen and Behrens 119).</a:t>
            </a:r>
            <a:endParaRPr/>
          </a:p>
          <a:p>
            <a:pPr marL="0" lvl="0" indent="0" algn="l" rtl="0">
              <a:spcBef>
                <a:spcPts val="1600"/>
              </a:spcBef>
              <a:spcAft>
                <a:spcPts val="1600"/>
              </a:spcAft>
              <a:buNone/>
            </a:pPr>
            <a:r>
              <a:rPr lang="en"/>
              <a:t>Well-developed: Every idea discussed in the paragraph should be adequately explained and supported through evidence and details that work together to explain the paragraph’s controlling idea (Rosen and Behrens 119).</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18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Other writing resources</a:t>
            </a:r>
            <a:endParaRPr/>
          </a:p>
        </p:txBody>
      </p:sp>
      <p:sp>
        <p:nvSpPr>
          <p:cNvPr id="1096" name="Google Shape;1096;p18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Heard book: </a:t>
            </a:r>
            <a:r>
              <a:rPr lang="en" u="sng" dirty="0">
                <a:solidFill>
                  <a:schemeClr val="hlink"/>
                </a:solidFill>
                <a:hlinkClick r:id="rId3"/>
              </a:rPr>
              <a:t>https://colostate-my.sharepoint.com/:f:/g/personal/jbayham_colostate_edu/ElSPjurTYEZPq2qPNFUWh7YBs10MlhjUCeYj0xRB5IgHjA?e=ee0JwL</a:t>
            </a:r>
            <a:r>
              <a:rPr lang="en" dirty="0"/>
              <a:t> </a:t>
            </a:r>
            <a:endParaRPr dirty="0"/>
          </a:p>
          <a:p>
            <a:pPr marL="0" lvl="0" indent="0" algn="l" rtl="0">
              <a:spcBef>
                <a:spcPts val="1600"/>
              </a:spcBef>
              <a:spcAft>
                <a:spcPts val="0"/>
              </a:spcAft>
              <a:buNone/>
            </a:pPr>
            <a:r>
              <a:rPr lang="en" dirty="0"/>
              <a:t>Password: </a:t>
            </a:r>
            <a:r>
              <a:rPr lang="en" dirty="0" err="1"/>
              <a:t>writewell</a:t>
            </a:r>
            <a:endParaRPr dirty="0"/>
          </a:p>
          <a:p>
            <a:pPr marL="0" lvl="0" indent="0" algn="l" rtl="0">
              <a:spcBef>
                <a:spcPts val="1600"/>
              </a:spcBef>
              <a:spcAft>
                <a:spcPts val="0"/>
              </a:spcAft>
              <a:buNone/>
            </a:pPr>
            <a:endParaRPr dirty="0"/>
          </a:p>
          <a:p>
            <a:pPr marL="0" lvl="0" indent="0" algn="l" rtl="0">
              <a:spcBef>
                <a:spcPts val="1600"/>
              </a:spcBef>
              <a:spcAft>
                <a:spcPts val="1600"/>
              </a:spcAft>
              <a:buNone/>
            </a:pPr>
            <a:r>
              <a:rPr lang="en" u="sng" dirty="0">
                <a:solidFill>
                  <a:schemeClr val="hlink"/>
                </a:solidFill>
                <a:hlinkClick r:id="rId4"/>
              </a:rPr>
              <a:t>https://scientistseessquirrel.wordpress.com/2019/04/16/for-the-love-of-all-that-is-holy-stop-writing-utilize/</a:t>
            </a:r>
            <a:r>
              <a:rPr lang="en" dirty="0"/>
              <a:t> </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2" name="Google Shape;1102;p18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aspects of of writing are most challenging for you?</a:t>
            </a:r>
            <a:endParaRPr/>
          </a:p>
          <a:p>
            <a:pPr marL="0" lvl="0" indent="0" algn="l" rtl="0">
              <a:spcBef>
                <a:spcPts val="1600"/>
              </a:spcBef>
              <a:spcAft>
                <a:spcPts val="1600"/>
              </a:spcAft>
              <a:buNone/>
            </a:pPr>
            <a:r>
              <a:rPr lang="en"/>
              <a:t>How could I be most helpful?</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48883</TotalTime>
  <Words>2321</Words>
  <Application>Microsoft Office PowerPoint</Application>
  <PresentationFormat>On-screen Show (16:9)</PresentationFormat>
  <Paragraphs>219</Paragraphs>
  <Slides>47</Slides>
  <Notes>46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47</vt:i4>
      </vt:variant>
    </vt:vector>
  </HeadingPairs>
  <TitlesOfParts>
    <vt:vector size="49" baseType="lpstr">
      <vt:lpstr>Arial</vt:lpstr>
      <vt:lpstr>Simple Light</vt:lpstr>
      <vt:lpstr>AREC 570 Slides</vt:lpstr>
      <vt:lpstr>Unit 3 Intro and Lit Review</vt:lpstr>
      <vt:lpstr>Overview</vt:lpstr>
      <vt:lpstr>Intro</vt:lpstr>
      <vt:lpstr>Telling the econ story</vt:lpstr>
      <vt:lpstr>Intro Strategy: Broad to narrow vs narrow to broad</vt:lpstr>
      <vt:lpstr>Introduction formula - James Brander via Keith Head</vt:lpstr>
      <vt:lpstr>Dudenhefer - 4 move method</vt:lpstr>
      <vt:lpstr>Creativity in structure</vt:lpstr>
      <vt:lpstr>Dudenhefer: questions to answer</vt:lpstr>
      <vt:lpstr>Literature Review</vt:lpstr>
      <vt:lpstr>How to review the literature?</vt:lpstr>
      <vt:lpstr>Functions of the literature review</vt:lpstr>
      <vt:lpstr>Laubepin</vt:lpstr>
      <vt:lpstr>Determine your purpose</vt:lpstr>
      <vt:lpstr>PowerPoint Presentation</vt:lpstr>
      <vt:lpstr>Another economists approach</vt:lpstr>
      <vt:lpstr>Gosztyla - reading efficiently</vt:lpstr>
      <vt:lpstr>Finding papers</vt:lpstr>
      <vt:lpstr>Managing the papers you have found</vt:lpstr>
      <vt:lpstr>Read the papers</vt:lpstr>
      <vt:lpstr>Organizing your notes</vt:lpstr>
      <vt:lpstr>My appraoch to reviewing the literature</vt:lpstr>
      <vt:lpstr>Summarizing the paper</vt:lpstr>
      <vt:lpstr>Organizing the lit</vt:lpstr>
      <vt:lpstr>Summary</vt:lpstr>
      <vt:lpstr>Writing the literature review</vt:lpstr>
      <vt:lpstr>Lit Review Exercise</vt:lpstr>
      <vt:lpstr>Summary</vt:lpstr>
      <vt:lpstr>Writing</vt:lpstr>
      <vt:lpstr>Who thinks writing is difficult?</vt:lpstr>
      <vt:lpstr>Overview</vt:lpstr>
      <vt:lpstr>Stephen Heard</vt:lpstr>
      <vt:lpstr>Writing to communicate</vt:lpstr>
      <vt:lpstr>Writing for yourself</vt:lpstr>
      <vt:lpstr>Planning</vt:lpstr>
      <vt:lpstr>Obstacles</vt:lpstr>
      <vt:lpstr>Dudenhefer 6 principles</vt:lpstr>
      <vt:lpstr>PRINCIPLE 1: Keep your complete grammatical  subjects short. </vt:lpstr>
      <vt:lpstr>PRINCIPLE 2: Express key actions as verbs.</vt:lpstr>
      <vt:lpstr>PRINCIPLE 3: Begin sentences with “old” information.</vt:lpstr>
      <vt:lpstr>PRINCIPLE 4: End sentences with new information.</vt:lpstr>
      <vt:lpstr>PRINCIPLE 5: Make the subjects of your sentences the person, place, or thing that the sentence is about. </vt:lpstr>
      <vt:lpstr>PRINCIPLE 6: Make the first few words of your sentences constitute a limited set of concepts.</vt:lpstr>
      <vt:lpstr>Paragraph</vt:lpstr>
      <vt:lpstr>Other writing 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2026-09-14T23:00:07Z</dcterms:modified>
</cp:coreProperties>
</file>